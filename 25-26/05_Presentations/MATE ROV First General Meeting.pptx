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Balthazar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gMO7lM6VEoKzXNHmEKLN014hHo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Balthazar-regular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ce9d7eda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5ce9d7eda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ce9d7eda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5ce9d7eda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ce9d7eda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5ce9d7eda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e9d7eda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5ce9d7ed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9d7ed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5ce9d7ed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db68155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5db68155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d0ccf510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5d0ccf51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d0ccf510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5d0ccf510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130750" y="1663650"/>
            <a:ext cx="5187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n" sz="4700" u="none" cap="none" strike="noStrike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TAMU THINKTANK </a:t>
            </a:r>
            <a:endParaRPr b="0" i="0" sz="47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56" name="Google Shape;56;p1"/>
          <p:cNvCxnSpPr/>
          <p:nvPr/>
        </p:nvCxnSpPr>
        <p:spPr>
          <a:xfrm flipH="1" rot="10800000">
            <a:off x="1186075" y="2388875"/>
            <a:ext cx="4811700" cy="32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"/>
          <p:cNvSpPr txBox="1"/>
          <p:nvPr/>
        </p:nvSpPr>
        <p:spPr>
          <a:xfrm>
            <a:off x="2355775" y="2421575"/>
            <a:ext cx="24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MATE ROV</a:t>
            </a:r>
            <a:endParaRPr b="0" i="0" sz="18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050" y="1805750"/>
            <a:ext cx="817326" cy="81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ce9d7eda1_0_24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g35ce9d7eda1_0_24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g35ce9d7eda1_0_24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Summer Goals 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66" name="Google Shape;66;g35ce9d7eda1_0_24"/>
          <p:cNvSpPr txBox="1"/>
          <p:nvPr/>
        </p:nvSpPr>
        <p:spPr>
          <a:xfrm>
            <a:off x="595650" y="1210300"/>
            <a:ext cx="7438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Objectives: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to know each other better -&gt; Team building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activities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Quantitative success criteria 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Sub-goals: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Hold weekly meetings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Turn on your camera during each meeting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Notify the team at least 3 hours in advance if you can't attend a meeting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your corresponding </a:t>
            </a: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subteam meeting notebook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team meetings will be held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from 9 to 10 pm CT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g35ce9d7eda1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ce9d7eda1_0_32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5ce9d7eda1_0_32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g35ce9d7eda1_0_32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Quantitative Success Criteria</a:t>
            </a: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 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75" name="Google Shape;75;g35ce9d7eda1_0_32"/>
          <p:cNvSpPr txBox="1"/>
          <p:nvPr/>
        </p:nvSpPr>
        <p:spPr>
          <a:xfrm>
            <a:off x="595650" y="1210300"/>
            <a:ext cx="7438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Measurable goals to determine whether an objective has been achieved.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 them SMART Objectives!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Quantitative Success Criteria must be supported with evidence in the form of a </a:t>
            </a: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brief report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must be completed by August 14th.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report will also include a section about what the subteam would like to focus on the fall semester.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g35ce9d7eda1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5ce9d7eda1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248" y="1659000"/>
            <a:ext cx="3050376" cy="18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ce9d7eda1_0_40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g35ce9d7eda1_0_40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g35ce9d7eda1_0_40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Subteam Meeting NB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85" name="Google Shape;85;g35ce9d7eda1_0_40"/>
          <p:cNvSpPr txBox="1"/>
          <p:nvPr/>
        </p:nvSpPr>
        <p:spPr>
          <a:xfrm>
            <a:off x="595650" y="1210300"/>
            <a:ext cx="7438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will be our way to record relevant information from each meeting.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must be a </a:t>
            </a: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 taker assigned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by the subteam lead for each subteam.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format must be followed to maintain clarity and organization.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 sure to always include the date in the title of each slide of the NB.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Subteam leads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before each meeting, it will be necessary to write down the objectives of the meeting.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Customize your front page!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5ce9d7eda1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ce9d7eda1_0_16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5ce9d7eda1_0_16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5ce9d7eda1_0_16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Team Lead Expectations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94" name="Google Shape;94;g35ce9d7eda1_0_16"/>
          <p:cNvSpPr txBox="1"/>
          <p:nvPr/>
        </p:nvSpPr>
        <p:spPr>
          <a:xfrm>
            <a:off x="595650" y="1210300"/>
            <a:ext cx="74382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Maintain communication with your subteam and with other subteams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Organize weekly meetings with your subteam members.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Maintain consistent communication with subteam leaders.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Ensure that the subteam meeting notebook is used during every meeting.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 your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team's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weekly progress through the sublead channel on Discord.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after your weekly meetings, write any relevant information that could benefit other subteams.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g35ce9d7eda1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ce9d7eda1_0_8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g35ce9d7eda1_0_8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g35ce9d7eda1_0_8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Team Member Expectations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03" name="Google Shape;103;g35ce9d7eda1_0_8"/>
          <p:cNvSpPr txBox="1"/>
          <p:nvPr/>
        </p:nvSpPr>
        <p:spPr>
          <a:xfrm>
            <a:off x="595650" y="1210300"/>
            <a:ext cx="7438200" cy="6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Actively participate in general and subteam meetings.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Must communicate with leads regarding the reason of absences.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Contribute to the team’s objectives by: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Communicating if any member or leader is not fulfilling their tasks.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Expressing any discomfort regarding assigned tasks.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Meeting deadlines set by the leaders.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5ce9d7eda1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595650" y="915550"/>
            <a:ext cx="1571700" cy="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 txBox="1"/>
          <p:nvPr/>
        </p:nvSpPr>
        <p:spPr>
          <a:xfrm>
            <a:off x="519700" y="354700"/>
            <a:ext cx="1656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Timeline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733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Dec 2025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27142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Apr 30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2026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96955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May 15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2026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66767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May 21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2026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3658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June 2026</a:t>
            </a:r>
            <a:endParaRPr b="0" i="0" sz="19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573300" y="2967675"/>
            <a:ext cx="1031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 Registration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2126375" y="2967675"/>
            <a:ext cx="13218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Last Day to Register for Fluid Power Quiz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3617125" y="2967675"/>
            <a:ext cx="167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Video Demonstration Submission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Deadline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462163" y="2944575"/>
            <a:ext cx="14427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 Demonstration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Spec. Sheet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Safety Review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7220750" y="2944575"/>
            <a:ext cx="13218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Delivery of ROV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day of world championship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db6815559_0_5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35db6815559_0_5"/>
          <p:cNvCxnSpPr/>
          <p:nvPr/>
        </p:nvCxnSpPr>
        <p:spPr>
          <a:xfrm flipH="1" rot="10800000">
            <a:off x="595650" y="913450"/>
            <a:ext cx="2466300" cy="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g35db6815559_0_5"/>
          <p:cNvSpPr txBox="1"/>
          <p:nvPr/>
        </p:nvSpPr>
        <p:spPr>
          <a:xfrm>
            <a:off x="519700" y="354700"/>
            <a:ext cx="667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Subteam Programs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29" name="Google Shape;129;g35db6815559_0_5"/>
          <p:cNvSpPr txBox="1"/>
          <p:nvPr/>
        </p:nvSpPr>
        <p:spPr>
          <a:xfrm>
            <a:off x="595650" y="1159675"/>
            <a:ext cx="7438200" cy="7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F&amp;P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ANSYS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SolidWorks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TMS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SolidWorks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GNC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LabVIEW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MATLAB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Circuit Design Suite Pro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C&amp;C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LabVIEW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***This list is not exhaustive***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g35db6815559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d0ccf5107_0_3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5d0ccf5107_0_3"/>
          <p:cNvCxnSpPr/>
          <p:nvPr/>
        </p:nvCxnSpPr>
        <p:spPr>
          <a:xfrm>
            <a:off x="595650" y="915550"/>
            <a:ext cx="4780500" cy="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g35d0ccf5107_0_3"/>
          <p:cNvSpPr txBox="1"/>
          <p:nvPr/>
        </p:nvSpPr>
        <p:spPr>
          <a:xfrm>
            <a:off x="519700" y="354700"/>
            <a:ext cx="6795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Tasks for Next General Meeting</a:t>
            </a:r>
            <a:endParaRPr b="0" i="0" sz="34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38" name="Google Shape;138;g35d0ccf5107_0_3"/>
          <p:cNvSpPr txBox="1"/>
          <p:nvPr/>
        </p:nvSpPr>
        <p:spPr>
          <a:xfrm>
            <a:off x="595650" y="980450"/>
            <a:ext cx="7391700" cy="7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Had a meeting with your subteam &amp; schedule weekly meetings.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Meeting Objective: Discussing your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on your 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 team's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tasks and the general rules of MATE ROV.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navigated the MATE ROV google drive.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Download the softwares we just mentioned.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contact information for all members of your subteam.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emergency only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Maintain</a:t>
            </a: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MATE ROV discussions within the Discord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35d0ccf510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5d0ccf510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5d0ccf5107_0_13"/>
          <p:cNvSpPr txBox="1"/>
          <p:nvPr/>
        </p:nvSpPr>
        <p:spPr>
          <a:xfrm>
            <a:off x="1130750" y="1663650"/>
            <a:ext cx="5187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n" sz="47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Thank you!</a:t>
            </a:r>
            <a:endParaRPr b="0" i="0" sz="4700" u="none" cap="none" strike="noStrike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46" name="Google Shape;146;g35d0ccf5107_0_13"/>
          <p:cNvCxnSpPr/>
          <p:nvPr/>
        </p:nvCxnSpPr>
        <p:spPr>
          <a:xfrm flipH="1" rot="10800000">
            <a:off x="1186075" y="2388875"/>
            <a:ext cx="4811700" cy="32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g35d0ccf5107_0_13"/>
          <p:cNvSpPr txBox="1"/>
          <p:nvPr/>
        </p:nvSpPr>
        <p:spPr>
          <a:xfrm>
            <a:off x="2355775" y="2421575"/>
            <a:ext cx="24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Questions?</a:t>
            </a:r>
            <a:endParaRPr b="0" i="0" sz="18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8" name="Google Shape;148;g35d0ccf5107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050" y="1805750"/>
            <a:ext cx="817326" cy="81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