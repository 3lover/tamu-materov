
<file path=[Content_Types].xml><?xml version="1.0" encoding="utf-8"?>
<Types xmlns="http://schemas.openxmlformats.org/package/2006/content-types">
  <Default ContentType="image/jpeg" Extension="jpg"/>
  <Default ContentType="application/x-fontdata" Extension="fntdata"/>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37.xml"/>
  <Override ContentType="application/vnd.openxmlformats-officedocument.presentationml.notesSlide+xml" PartName="/ppt/notesSlides/notesSlide29.xml"/>
  <Override ContentType="application/vnd.openxmlformats-officedocument.presentationml.notesSlide+xml" PartName="/ppt/notesSlides/notesSlide32.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28.xml"/>
  <Override ContentType="application/vnd.openxmlformats-officedocument.presentationml.notesSlide+xml" PartName="/ppt/notesSlides/notesSlide33.xml"/>
  <Override ContentType="application/vnd.openxmlformats-officedocument.presentationml.notesSlide+xml" PartName="/ppt/notesSlides/notesSlide15.xml"/>
  <Override ContentType="application/vnd.openxmlformats-officedocument.presentationml.notesSlide+xml" PartName="/ppt/notesSlides/notesSlide11.xml"/>
  <Override ContentType="application/vnd.openxmlformats-officedocument.presentationml.notesSlide+xml" PartName="/ppt/notesSlides/notesSlide24.xml"/>
  <Override ContentType="application/vnd.openxmlformats-officedocument.presentationml.notesSlide+xml" PartName="/ppt/notesSlides/notesSlide12.xml"/>
  <Override ContentType="application/vnd.openxmlformats-officedocument.presentationml.notesSlide+xml" PartName="/ppt/notesSlides/notesSlide20.xml"/>
  <Override ContentType="application/vnd.openxmlformats-officedocument.presentationml.notesSlide+xml" PartName="/ppt/notesSlides/notesSlide17.xml"/>
  <Override ContentType="application/vnd.openxmlformats-officedocument.presentationml.notesSlide+xml" PartName="/ppt/notesSlides/notesSlide16.xml"/>
  <Override ContentType="application/vnd.openxmlformats-officedocument.presentationml.notesSlide+xml" PartName="/ppt/notesSlides/notesSlide21.xml"/>
  <Override ContentType="application/vnd.openxmlformats-officedocument.presentationml.notesSlide+xml" PartName="/ppt/notesSlides/notesSlide8.xml"/>
  <Override ContentType="application/vnd.openxmlformats-officedocument.presentationml.notesSlide+xml" PartName="/ppt/notesSlides/notesSlide34.xml"/>
  <Override ContentType="application/vnd.openxmlformats-officedocument.presentationml.notesSlide+xml" PartName="/ppt/notesSlides/notesSlide4.xml"/>
  <Override ContentType="application/vnd.openxmlformats-officedocument.presentationml.notesSlide+xml" PartName="/ppt/notesSlides/notesSlide25.xml"/>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0.xml"/>
  <Override ContentType="application/vnd.openxmlformats-officedocument.presentationml.notesSlide+xml" PartName="/ppt/notesSlides/notesSlide22.xml"/>
  <Override ContentType="application/vnd.openxmlformats-officedocument.presentationml.notesSlide+xml" PartName="/ppt/notesSlides/notesSlide7.xml"/>
  <Override ContentType="application/vnd.openxmlformats-officedocument.presentationml.notesSlide+xml" PartName="/ppt/notesSlides/notesSlide26.xml"/>
  <Override ContentType="application/vnd.openxmlformats-officedocument.presentationml.notesSlide+xml" PartName="/ppt/notesSlides/notesSlide35.xml"/>
  <Override ContentType="application/vnd.openxmlformats-officedocument.presentationml.notesSlide+xml" PartName="/ppt/notesSlides/notesSlide5.xml"/>
  <Override ContentType="application/vnd.openxmlformats-officedocument.presentationml.notesSlide+xml" PartName="/ppt/notesSlides/notesSlide31.xml"/>
  <Override ContentType="application/vnd.openxmlformats-officedocument.presentationml.notesSlide+xml" PartName="/ppt/notesSlides/notesSlide36.xml"/>
  <Override ContentType="application/vnd.openxmlformats-officedocument.presentationml.notesSlide+xml" PartName="/ppt/notesSlides/notesSlide19.xml"/>
  <Override ContentType="application/vnd.openxmlformats-officedocument.presentationml.notesSlide+xml" PartName="/ppt/notesSlides/notesSlide27.xml"/>
  <Override ContentType="application/vnd.openxmlformats-officedocument.presentationml.notesSlide+xml" PartName="/ppt/notesSlides/notesSlide14.xml"/>
  <Override ContentType="application/vnd.openxmlformats-officedocument.presentationml.notesSlide+xml" PartName="/ppt/notesSlides/notesSlide23.xml"/>
  <Override ContentType="application/vnd.openxmlformats-officedocument.presentationml.notesSlide+xml" PartName="/ppt/notesSlides/notesSlide2.xml"/>
  <Override ContentType="application/vnd.openxmlformats-officedocument.presentationml.notesSlide+xml" PartName="/ppt/notesSlides/notesSlide10.xml"/>
  <Override ContentType="application/vnd.openxmlformats-officedocument.presentationml.tableStyles+xml" PartName="/ppt/tableStyles.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30.xml"/>
  <Override ContentType="application/vnd.openxmlformats-officedocument.presentationml.slide+xml" PartName="/ppt/slides/slide22.xml"/>
  <Override ContentType="application/vnd.openxmlformats-officedocument.presentationml.slide+xml" PartName="/ppt/slides/slide35.xml"/>
  <Override ContentType="application/vnd.openxmlformats-officedocument.presentationml.slide+xml" PartName="/ppt/slides/slide26.xml"/>
  <Override ContentType="application/vnd.openxmlformats-officedocument.presentationml.slide+xml" PartName="/ppt/slides/slide19.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12.xml"/>
  <Override ContentType="application/vnd.openxmlformats-officedocument.presentationml.slide+xml" PartName="/ppt/slides/slide17.xml"/>
  <Override ContentType="application/vnd.openxmlformats-officedocument.presentationml.slide+xml" PartName="/ppt/slides/slide25.xml"/>
  <Override ContentType="application/vnd.openxmlformats-officedocument.presentationml.slide+xml" PartName="/ppt/slides/slide34.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33.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29.xml"/>
  <Override ContentType="application/vnd.openxmlformats-officedocument.presentationml.slide+xml" PartName="/ppt/slides/slide24.xml"/>
  <Override ContentType="application/vnd.openxmlformats-officedocument.presentationml.slide+xml" PartName="/ppt/slides/slide11.xml"/>
  <Override ContentType="application/vnd.openxmlformats-officedocument.presentationml.slide+xml" PartName="/ppt/slides/slide32.xml"/>
  <Override ContentType="application/vnd.openxmlformats-officedocument.presentationml.slide+xml" PartName="/ppt/slides/slide37.xml"/>
  <Override ContentType="application/vnd.openxmlformats-officedocument.presentationml.slide+xml" PartName="/ppt/slides/slide1.xml"/>
  <Override ContentType="application/vnd.openxmlformats-officedocument.presentationml.slide+xml" PartName="/ppt/slides/slide28.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36.xml"/>
  <Override ContentType="application/vnd.openxmlformats-officedocument.presentationml.slide+xml" PartName="/ppt/slides/slide31.xml"/>
  <Override ContentType="application/vnd.openxmlformats-officedocument.presentationml.slide+xml" PartName="/ppt/slides/slide23.xml"/>
  <Override ContentType="application/vnd.openxmlformats-officedocument.presentationml.slide+xml" PartName="/ppt/slides/slide27.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59" r:id="rId5"/>
  </p:sldMasterIdLst>
  <p:notesMasterIdLst>
    <p:notesMasterId r:id="rId6"/>
  </p:notes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23"/>
    <p:sldId id="273" r:id="rId24"/>
    <p:sldId id="274" r:id="rId25"/>
    <p:sldId id="275" r:id="rId26"/>
    <p:sldId id="276" r:id="rId27"/>
    <p:sldId id="277" r:id="rId28"/>
    <p:sldId id="278" r:id="rId29"/>
    <p:sldId id="279" r:id="rId30"/>
    <p:sldId id="280" r:id="rId31"/>
    <p:sldId id="281" r:id="rId32"/>
    <p:sldId id="282" r:id="rId33"/>
    <p:sldId id="283" r:id="rId34"/>
    <p:sldId id="284" r:id="rId35"/>
    <p:sldId id="285" r:id="rId36"/>
    <p:sldId id="286" r:id="rId37"/>
    <p:sldId id="287" r:id="rId38"/>
    <p:sldId id="288" r:id="rId39"/>
    <p:sldId id="289" r:id="rId40"/>
    <p:sldId id="290" r:id="rId41"/>
    <p:sldId id="291" r:id="rId42"/>
    <p:sldId id="292" r:id="rId43"/>
  </p:sldIdLst>
  <p:sldSz cy="5143500" cx="9144000"/>
  <p:notesSz cx="6858000" cy="9144000"/>
  <p:embeddedFontLst>
    <p:embeddedFont>
      <p:font typeface="Roboto"/>
      <p:regular r:id="rId44"/>
      <p:bold r:id="rId45"/>
      <p:italic r:id="rId46"/>
      <p:boldItalic r:id="rId47"/>
    </p:embeddedFont>
    <p:embeddedFont>
      <p:font typeface="Balthazar"/>
      <p:regular r:id="rId48"/>
    </p:embeddedFont>
    <p:embeddedFont>
      <p:font typeface="Oswald"/>
      <p:regular r:id="rId49"/>
      <p:bold r:id="rId50"/>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620">
          <p15:clr>
            <a:srgbClr val="747775"/>
          </p15:clr>
        </p15:guide>
        <p15:guide id="2" pos="2880">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tableStyles.xml><?xml version="1.0" encoding="utf-8"?>
<a:tblStyleLst xmlns:a="http://schemas.openxmlformats.org/drawingml/2006/main" xmlns:r="http://schemas.openxmlformats.org/officeDocument/2006/relationships" def="{0C6EABDE-615A-4B24-82ED-87BCD4DEC1CF}">
  <a:tblStyle styleId="{0C6EABDE-615A-4B24-82ED-87BCD4DEC1CF}" styleName="Table_0">
    <a:wholeTbl>
      <a:tcTxStyle>
        <a:font>
          <a:latin typeface="Arial"/>
          <a:ea typeface="Arial"/>
          <a:cs typeface="Arial"/>
        </a:font>
        <a:srgbClr val="000000"/>
      </a:tcTxStyle>
    </a:wholeTbl>
    <a:band1H>
      <a:tcTxStyle/>
    </a:band1H>
    <a:band2H>
      <a:tcTxStyle/>
    </a:band2H>
    <a:band1V>
      <a:tcTxStyle/>
    </a:band1V>
    <a:band2V>
      <a:tcTxStyle/>
    </a:band2V>
    <a:lastCol>
      <a:tcTxStyle/>
    </a:lastCol>
    <a:firstCol>
      <a:tcTxStyle/>
    </a:firstCol>
    <a:lastRow>
      <a:tcTxStyle/>
    </a:lastRow>
    <a:seCell>
      <a:tcTxStyle/>
    </a:seCell>
    <a:swCell>
      <a:tcTxStyle/>
    </a:swCell>
    <a:firstRow>
      <a:tcTxStyle/>
    </a:firstRow>
    <a:neCell>
      <a:tcTxStyle/>
    </a:neCell>
    <a:nwCell>
      <a:tcTxStyle/>
    </a:nwCell>
  </a:tblStyle>
</a:tblStyleLst>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620" orient="horz"/>
        <p:guide pos="2880"/>
      </p:guideLst>
    </p:cSldViewPr>
  </p:slideViewPr>
</p:viewPr>
</file>

<file path=ppt/_rels/presentation.xml.rels><?xml version="1.0" encoding="UTF-8" standalone="yes"?><Relationships xmlns="http://schemas.openxmlformats.org/package/2006/relationships"><Relationship Id="rId40" Type="http://schemas.openxmlformats.org/officeDocument/2006/relationships/slide" Target="slides/slide34.xml"/><Relationship Id="rId42" Type="http://schemas.openxmlformats.org/officeDocument/2006/relationships/slide" Target="slides/slide36.xml"/><Relationship Id="rId41" Type="http://schemas.openxmlformats.org/officeDocument/2006/relationships/slide" Target="slides/slide35.xml"/><Relationship Id="rId44" Type="http://schemas.openxmlformats.org/officeDocument/2006/relationships/font" Target="fonts/Roboto-regular.fntdata"/><Relationship Id="rId43" Type="http://schemas.openxmlformats.org/officeDocument/2006/relationships/slide" Target="slides/slide37.xml"/><Relationship Id="rId46" Type="http://schemas.openxmlformats.org/officeDocument/2006/relationships/font" Target="fonts/Roboto-italic.fntdata"/><Relationship Id="rId45" Type="http://schemas.openxmlformats.org/officeDocument/2006/relationships/font" Target="fonts/Roboto-bold.fntdata"/><Relationship Id="rId1" Type="http://schemas.openxmlformats.org/officeDocument/2006/relationships/theme" Target="theme/theme1.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tableStyles" Target="tableStyles.xml"/><Relationship Id="rId9" Type="http://schemas.openxmlformats.org/officeDocument/2006/relationships/slide" Target="slides/slide3.xml"/><Relationship Id="rId48" Type="http://schemas.openxmlformats.org/officeDocument/2006/relationships/font" Target="fonts/Balthazar-regular.fntdata"/><Relationship Id="rId47" Type="http://schemas.openxmlformats.org/officeDocument/2006/relationships/font" Target="fonts/Roboto-boldItalic.fntdata"/><Relationship Id="rId49" Type="http://schemas.openxmlformats.org/officeDocument/2006/relationships/font" Target="fonts/Oswald-regular.fntdata"/><Relationship Id="rId5" Type="http://schemas.openxmlformats.org/officeDocument/2006/relationships/slideMaster" Target="slideMasters/slideMaster1.xml"/><Relationship Id="rId6" Type="http://schemas.openxmlformats.org/officeDocument/2006/relationships/notesMaster" Target="notesMasters/notesMaster1.xml"/><Relationship Id="rId7" Type="http://schemas.openxmlformats.org/officeDocument/2006/relationships/slide" Target="slides/slide1.xml"/><Relationship Id="rId8" Type="http://schemas.openxmlformats.org/officeDocument/2006/relationships/slide" Target="slides/slide2.xml"/><Relationship Id="rId31" Type="http://schemas.openxmlformats.org/officeDocument/2006/relationships/slide" Target="slides/slide25.xml"/><Relationship Id="rId30" Type="http://schemas.openxmlformats.org/officeDocument/2006/relationships/slide" Target="slides/slide24.xml"/><Relationship Id="rId33" Type="http://schemas.openxmlformats.org/officeDocument/2006/relationships/slide" Target="slides/slide27.xml"/><Relationship Id="rId32" Type="http://schemas.openxmlformats.org/officeDocument/2006/relationships/slide" Target="slides/slide26.xml"/><Relationship Id="rId35" Type="http://schemas.openxmlformats.org/officeDocument/2006/relationships/slide" Target="slides/slide29.xml"/><Relationship Id="rId34" Type="http://schemas.openxmlformats.org/officeDocument/2006/relationships/slide" Target="slides/slide28.xml"/><Relationship Id="rId37" Type="http://schemas.openxmlformats.org/officeDocument/2006/relationships/slide" Target="slides/slide31.xml"/><Relationship Id="rId36" Type="http://schemas.openxmlformats.org/officeDocument/2006/relationships/slide" Target="slides/slide30.xml"/><Relationship Id="rId39" Type="http://schemas.openxmlformats.org/officeDocument/2006/relationships/slide" Target="slides/slide33.xml"/><Relationship Id="rId38" Type="http://schemas.openxmlformats.org/officeDocument/2006/relationships/slide" Target="slides/slide32.xml"/><Relationship Id="rId20" Type="http://schemas.openxmlformats.org/officeDocument/2006/relationships/slide" Target="slides/slide14.xml"/><Relationship Id="rId22" Type="http://schemas.openxmlformats.org/officeDocument/2006/relationships/slide" Target="slides/slide16.xml"/><Relationship Id="rId21" Type="http://schemas.openxmlformats.org/officeDocument/2006/relationships/slide" Target="slides/slide15.xml"/><Relationship Id="rId24" Type="http://schemas.openxmlformats.org/officeDocument/2006/relationships/slide" Target="slides/slide18.xml"/><Relationship Id="rId23" Type="http://schemas.openxmlformats.org/officeDocument/2006/relationships/slide" Target="slides/slide17.xml"/><Relationship Id="rId26" Type="http://schemas.openxmlformats.org/officeDocument/2006/relationships/slide" Target="slides/slide20.xml"/><Relationship Id="rId25" Type="http://schemas.openxmlformats.org/officeDocument/2006/relationships/slide" Target="slides/slide19.xml"/><Relationship Id="rId28" Type="http://schemas.openxmlformats.org/officeDocument/2006/relationships/slide" Target="slides/slide22.xml"/><Relationship Id="rId27" Type="http://schemas.openxmlformats.org/officeDocument/2006/relationships/slide" Target="slides/slide21.xml"/><Relationship Id="rId29" Type="http://schemas.openxmlformats.org/officeDocument/2006/relationships/slide" Target="slides/slide23.xml"/><Relationship Id="rId50" Type="http://schemas.openxmlformats.org/officeDocument/2006/relationships/font" Target="fonts/Oswald-bold.fntdata"/><Relationship Id="rId11" Type="http://schemas.openxmlformats.org/officeDocument/2006/relationships/slide" Target="slides/slide5.xml"/><Relationship Id="rId10" Type="http://schemas.openxmlformats.org/officeDocument/2006/relationships/slide" Target="slides/slide4.xml"/><Relationship Id="rId13" Type="http://schemas.openxmlformats.org/officeDocument/2006/relationships/slide" Target="slides/slide7.xml"/><Relationship Id="rId12" Type="http://schemas.openxmlformats.org/officeDocument/2006/relationships/slide" Target="slides/slide6.xml"/><Relationship Id="rId15" Type="http://schemas.openxmlformats.org/officeDocument/2006/relationships/slide" Target="slides/slide9.xml"/><Relationship Id="rId14" Type="http://schemas.openxmlformats.org/officeDocument/2006/relationships/slide" Target="slides/slide8.xml"/><Relationship Id="rId17" Type="http://schemas.openxmlformats.org/officeDocument/2006/relationships/slide" Target="slides/slide11.xml"/><Relationship Id="rId16" Type="http://schemas.openxmlformats.org/officeDocument/2006/relationships/slide" Target="slides/slide10.xml"/><Relationship Id="rId19" Type="http://schemas.openxmlformats.org/officeDocument/2006/relationships/slide" Target="slides/slide13.xml"/><Relationship Id="rId18" Type="http://schemas.openxmlformats.org/officeDocument/2006/relationships/slide" Target="slides/slide1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0" name="Shape 50"/>
        <p:cNvGrpSpPr/>
        <p:nvPr/>
      </p:nvGrpSpPr>
      <p:grpSpPr>
        <a:xfrm>
          <a:off x="0" y="0"/>
          <a:ext cx="0" cy="0"/>
          <a:chOff x="0" y="0"/>
          <a:chExt cx="0" cy="0"/>
        </a:xfrm>
      </p:grpSpPr>
      <p:sp>
        <p:nvSpPr>
          <p:cNvPr id="51" name="Google Shape;51;g32853b90fb0_0_1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2" name="Google Shape;52;g32853b90fb0_0_1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0" name="Shape 60"/>
        <p:cNvGrpSpPr/>
        <p:nvPr/>
      </p:nvGrpSpPr>
      <p:grpSpPr>
        <a:xfrm>
          <a:off x="0" y="0"/>
          <a:ext cx="0" cy="0"/>
          <a:chOff x="0" y="0"/>
          <a:chExt cx="0" cy="0"/>
        </a:xfrm>
      </p:grpSpPr>
      <p:sp>
        <p:nvSpPr>
          <p:cNvPr id="61" name="Google Shape;61;g32853b90fb0_1_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2" name="Google Shape;62;g32853b90fb0_1_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0" name="Shape 70"/>
        <p:cNvGrpSpPr/>
        <p:nvPr/>
      </p:nvGrpSpPr>
      <p:grpSpPr>
        <a:xfrm>
          <a:off x="0" y="0"/>
          <a:ext cx="0" cy="0"/>
          <a:chOff x="0" y="0"/>
          <a:chExt cx="0" cy="0"/>
        </a:xfrm>
      </p:grpSpPr>
      <p:sp>
        <p:nvSpPr>
          <p:cNvPr id="71" name="Google Shape;71;g3226be82d05_0_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2" name="Google Shape;72;g3226be82d05_0_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0" name="Shape 90"/>
        <p:cNvGrpSpPr/>
        <p:nvPr/>
      </p:nvGrpSpPr>
      <p:grpSpPr>
        <a:xfrm>
          <a:off x="0" y="0"/>
          <a:ext cx="0" cy="0"/>
          <a:chOff x="0" y="0"/>
          <a:chExt cx="0" cy="0"/>
        </a:xfrm>
      </p:grpSpPr>
      <p:sp>
        <p:nvSpPr>
          <p:cNvPr id="91" name="Google Shape;91;g3acbaf4a7cb_0_4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92" name="Google Shape;92;g3acbaf4a7cb_0_4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1" name="Shape 101"/>
        <p:cNvGrpSpPr/>
        <p:nvPr/>
      </p:nvGrpSpPr>
      <p:grpSpPr>
        <a:xfrm>
          <a:off x="0" y="0"/>
          <a:ext cx="0" cy="0"/>
          <a:chOff x="0" y="0"/>
          <a:chExt cx="0" cy="0"/>
        </a:xfrm>
      </p:grpSpPr>
      <p:sp>
        <p:nvSpPr>
          <p:cNvPr id="102" name="Google Shape;102;g328583a7d9c_0_2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03" name="Google Shape;103;g328583a7d9c_0_2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1" name="Shape 111"/>
        <p:cNvGrpSpPr/>
        <p:nvPr/>
      </p:nvGrpSpPr>
      <p:grpSpPr>
        <a:xfrm>
          <a:off x="0" y="0"/>
          <a:ext cx="0" cy="0"/>
          <a:chOff x="0" y="0"/>
          <a:chExt cx="0" cy="0"/>
        </a:xfrm>
      </p:grpSpPr>
      <p:sp>
        <p:nvSpPr>
          <p:cNvPr id="112" name="Google Shape;112;g3acbaf4a7cb_0_15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13" name="Google Shape;113;g3acbaf4a7cb_0_15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1" name="Shape 121"/>
        <p:cNvGrpSpPr/>
        <p:nvPr/>
      </p:nvGrpSpPr>
      <p:grpSpPr>
        <a:xfrm>
          <a:off x="0" y="0"/>
          <a:ext cx="0" cy="0"/>
          <a:chOff x="0" y="0"/>
          <a:chExt cx="0" cy="0"/>
        </a:xfrm>
      </p:grpSpPr>
      <p:sp>
        <p:nvSpPr>
          <p:cNvPr id="122" name="Google Shape;122;g3acdf91b06c_3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23" name="Google Shape;123;g3acdf91b06c_3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1" name="Shape 131"/>
        <p:cNvGrpSpPr/>
        <p:nvPr/>
      </p:nvGrpSpPr>
      <p:grpSpPr>
        <a:xfrm>
          <a:off x="0" y="0"/>
          <a:ext cx="0" cy="0"/>
          <a:chOff x="0" y="0"/>
          <a:chExt cx="0" cy="0"/>
        </a:xfrm>
      </p:grpSpPr>
      <p:sp>
        <p:nvSpPr>
          <p:cNvPr id="132" name="Google Shape;132;g3acbaf4a7cb_0_21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33" name="Google Shape;133;g3acbaf4a7cb_0_21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3" name="Shape 143"/>
        <p:cNvGrpSpPr/>
        <p:nvPr/>
      </p:nvGrpSpPr>
      <p:grpSpPr>
        <a:xfrm>
          <a:off x="0" y="0"/>
          <a:ext cx="0" cy="0"/>
          <a:chOff x="0" y="0"/>
          <a:chExt cx="0" cy="0"/>
        </a:xfrm>
      </p:grpSpPr>
      <p:sp>
        <p:nvSpPr>
          <p:cNvPr id="144" name="Google Shape;144;g3acbaf4a7cb_0_38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45" name="Google Shape;145;g3acbaf4a7cb_0_38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lang="en">
                <a:solidFill>
                  <a:schemeClr val="dk1"/>
                </a:solidFill>
              </a:rPr>
              <a:t>Assumptions</a:t>
            </a:r>
            <a:endParaRPr>
              <a:solidFill>
                <a:schemeClr val="dk1"/>
              </a:solidFill>
            </a:endParaRPr>
          </a:p>
          <a:p>
            <a:pPr indent="-298450" lvl="0" marL="457200" rtl="0" algn="l">
              <a:spcBef>
                <a:spcPts val="0"/>
              </a:spcBef>
              <a:spcAft>
                <a:spcPts val="0"/>
              </a:spcAft>
              <a:buClr>
                <a:schemeClr val="dk1"/>
              </a:buClr>
              <a:buSzPts val="1100"/>
              <a:buChar char="-"/>
            </a:pPr>
            <a:r>
              <a:rPr lang="en">
                <a:solidFill>
                  <a:schemeClr val="dk1"/>
                </a:solidFill>
              </a:rPr>
              <a:t>the worst conditions will be -25 degrees celsius. Water won’t be this cold, but the device will be exposed to the cold air for the duration of the competition day</a:t>
            </a:r>
            <a:endParaRPr>
              <a:solidFill>
                <a:schemeClr val="dk1"/>
              </a:solidFill>
            </a:endParaRPr>
          </a:p>
          <a:p>
            <a:pPr indent="-298450" lvl="0" marL="457200" rtl="0" algn="l">
              <a:spcBef>
                <a:spcPts val="0"/>
              </a:spcBef>
              <a:spcAft>
                <a:spcPts val="0"/>
              </a:spcAft>
              <a:buClr>
                <a:schemeClr val="dk1"/>
              </a:buClr>
              <a:buSzPts val="1100"/>
              <a:buChar char="-"/>
            </a:pPr>
            <a:r>
              <a:rPr lang="en">
                <a:solidFill>
                  <a:schemeClr val="dk1"/>
                </a:solidFill>
              </a:rPr>
              <a:t>20 C is a safe operating temperature for electronics and satisfies our requirement for thermal control</a:t>
            </a:r>
            <a:endParaRPr>
              <a:solidFill>
                <a:schemeClr val="dk1"/>
              </a:solidFill>
            </a:endParaRPr>
          </a:p>
          <a:p>
            <a:pPr indent="-298450" lvl="0" marL="457200" rtl="0" algn="l">
              <a:spcBef>
                <a:spcPts val="0"/>
              </a:spcBef>
              <a:spcAft>
                <a:spcPts val="0"/>
              </a:spcAft>
              <a:buClr>
                <a:schemeClr val="dk1"/>
              </a:buClr>
              <a:buSzPts val="1100"/>
              <a:buChar char="-"/>
            </a:pPr>
            <a:r>
              <a:rPr lang="en">
                <a:solidFill>
                  <a:schemeClr val="dk1"/>
                </a:solidFill>
              </a:rPr>
              <a:t>turbulent water increases rate of heat loss, important to consider</a:t>
            </a:r>
            <a:endParaRPr>
              <a:solidFill>
                <a:schemeClr val="dk1"/>
              </a:solidFill>
            </a:endParaRPr>
          </a:p>
          <a:p>
            <a:pPr indent="0" lvl="0" marL="0" rtl="0" algn="l">
              <a:spcBef>
                <a:spcPts val="0"/>
              </a:spcBef>
              <a:spcAft>
                <a:spcPts val="0"/>
              </a:spcAft>
              <a:buClr>
                <a:schemeClr val="dk1"/>
              </a:buClr>
              <a:buSzPts val="1100"/>
              <a:buFont typeface="Arial"/>
              <a:buNone/>
            </a:pPr>
            <a:r>
              <a:t/>
            </a:r>
            <a:endParaRPr>
              <a:solidFill>
                <a:schemeClr val="dk1"/>
              </a:solidFill>
            </a:endParaRPr>
          </a:p>
          <a:p>
            <a:pPr indent="0" lvl="0" marL="0" rtl="0" algn="l">
              <a:spcBef>
                <a:spcPts val="0"/>
              </a:spcBef>
              <a:spcAft>
                <a:spcPts val="0"/>
              </a:spcAft>
              <a:buClr>
                <a:schemeClr val="dk1"/>
              </a:buClr>
              <a:buSzPts val="1100"/>
              <a:buFont typeface="Arial"/>
              <a:buNone/>
            </a:pPr>
            <a:r>
              <a:rPr lang="en">
                <a:solidFill>
                  <a:schemeClr val="dk1"/>
                </a:solidFill>
              </a:rPr>
              <a:t>Results</a:t>
            </a:r>
            <a:endParaRPr>
              <a:solidFill>
                <a:schemeClr val="dk1"/>
              </a:solidFill>
            </a:endParaRPr>
          </a:p>
          <a:p>
            <a:pPr indent="-298450" lvl="0" marL="457200" rtl="0" algn="l">
              <a:spcBef>
                <a:spcPts val="0"/>
              </a:spcBef>
              <a:spcAft>
                <a:spcPts val="0"/>
              </a:spcAft>
              <a:buClr>
                <a:schemeClr val="dk1"/>
              </a:buClr>
              <a:buSzPts val="1100"/>
              <a:buChar char="-"/>
            </a:pPr>
            <a:r>
              <a:rPr lang="en">
                <a:solidFill>
                  <a:schemeClr val="dk1"/>
                </a:solidFill>
              </a:rPr>
              <a:t>See appendix for calculations to support these numbers</a:t>
            </a:r>
            <a:endParaRPr>
              <a:solidFill>
                <a:schemeClr val="dk1"/>
              </a:solidFill>
            </a:endParaRPr>
          </a:p>
          <a:p>
            <a:pPr indent="-298450" lvl="0" marL="457200" rtl="0" algn="l">
              <a:spcBef>
                <a:spcPts val="0"/>
              </a:spcBef>
              <a:spcAft>
                <a:spcPts val="0"/>
              </a:spcAft>
              <a:buClr>
                <a:schemeClr val="dk1"/>
              </a:buClr>
              <a:buSzPts val="1100"/>
              <a:buChar char="-"/>
            </a:pPr>
            <a:r>
              <a:rPr lang="en">
                <a:solidFill>
                  <a:schemeClr val="dk1"/>
                </a:solidFill>
              </a:rPr>
              <a:t>100 watts of heating will be sufficient given the results </a:t>
            </a:r>
            <a:endParaRPr>
              <a:solidFill>
                <a:schemeClr val="dk1"/>
              </a:solidFill>
            </a:endParaRPr>
          </a:p>
          <a:p>
            <a:pPr indent="-298450" lvl="0" marL="457200" rtl="0" algn="l">
              <a:spcBef>
                <a:spcPts val="0"/>
              </a:spcBef>
              <a:spcAft>
                <a:spcPts val="0"/>
              </a:spcAft>
              <a:buClr>
                <a:schemeClr val="dk1"/>
              </a:buClr>
              <a:buSzPts val="1100"/>
              <a:buChar char="-"/>
            </a:pPr>
            <a:r>
              <a:rPr lang="en">
                <a:solidFill>
                  <a:schemeClr val="dk1"/>
                </a:solidFill>
              </a:rPr>
              <a:t>silicon heating pads can conform to the inside of the enclosure, and thermistors will be necessary for regulating temperature (they’re little things that stick to a surface and measure temperature)</a:t>
            </a:r>
            <a:endParaRPr>
              <a:solidFill>
                <a:schemeClr val="dk1"/>
              </a:solidFill>
            </a:endParaRPr>
          </a:p>
          <a:p>
            <a:pPr indent="-298450" lvl="0" marL="457200" rtl="0" algn="l">
              <a:spcBef>
                <a:spcPts val="0"/>
              </a:spcBef>
              <a:spcAft>
                <a:spcPts val="0"/>
              </a:spcAft>
              <a:buClr>
                <a:schemeClr val="dk1"/>
              </a:buClr>
              <a:buSzPts val="1100"/>
              <a:buChar char="-"/>
            </a:pPr>
            <a:r>
              <a:rPr lang="en">
                <a:solidFill>
                  <a:schemeClr val="dk1"/>
                </a:solidFill>
              </a:rPr>
              <a:t>these electronics are new additions, so they are not currently considered by electrical subteams for power draw and wiring. </a:t>
            </a: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4" name="Shape 154"/>
        <p:cNvGrpSpPr/>
        <p:nvPr/>
      </p:nvGrpSpPr>
      <p:grpSpPr>
        <a:xfrm>
          <a:off x="0" y="0"/>
          <a:ext cx="0" cy="0"/>
          <a:chOff x="0" y="0"/>
          <a:chExt cx="0" cy="0"/>
        </a:xfrm>
      </p:grpSpPr>
      <p:sp>
        <p:nvSpPr>
          <p:cNvPr id="155" name="Google Shape;155;g3acbaf4a7cb_0_36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56" name="Google Shape;156;g3acbaf4a7cb_0_36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7" name="Shape 167"/>
        <p:cNvGrpSpPr/>
        <p:nvPr/>
      </p:nvGrpSpPr>
      <p:grpSpPr>
        <a:xfrm>
          <a:off x="0" y="0"/>
          <a:ext cx="0" cy="0"/>
          <a:chOff x="0" y="0"/>
          <a:chExt cx="0" cy="0"/>
        </a:xfrm>
      </p:grpSpPr>
      <p:sp>
        <p:nvSpPr>
          <p:cNvPr id="168" name="Google Shape;168;g3acbaf4a7cb_0_36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69" name="Google Shape;169;g3acbaf4a7cb_0_36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lang="en">
                <a:solidFill>
                  <a:schemeClr val="dk1"/>
                </a:solidFill>
              </a:rPr>
              <a:t>Claw material dependent on rov frame strength. Currently thinking of a combination of stainless steel and HDPE. Stainless steel for the pivot points because it is very corrosion resistant and HDPE for the claw itself or something similar to reduce the weight of the ROV. Again, we can add more stainless steel the stronger out material is and with the reduction of the first arm, we can add more as well. </a:t>
            </a:r>
            <a:endParaRPr>
              <a:solidFill>
                <a:schemeClr val="dk1"/>
              </a:solidFill>
            </a:endParaRPr>
          </a:p>
          <a:p>
            <a:pPr indent="0" lvl="0" marL="0" rtl="0" algn="l">
              <a:spcBef>
                <a:spcPts val="0"/>
              </a:spcBef>
              <a:spcAft>
                <a:spcPts val="0"/>
              </a:spcAft>
              <a:buClr>
                <a:schemeClr val="dk1"/>
              </a:buClr>
              <a:buSzPts val="1100"/>
              <a:buFont typeface="Arial"/>
              <a:buNone/>
            </a:pPr>
            <a:r>
              <a:rPr lang="en">
                <a:solidFill>
                  <a:schemeClr val="dk1"/>
                </a:solidFill>
              </a:rPr>
              <a:t>Plate on the top is connected to the bottom of the robot. This plate was situation specific for last year’s competition because you could not touch the shipwreck; however, this can be adjusted to be apart of the robot if this same situation does not occur this year. The elbow, or hinge joint, would allow for upwards and downwards movement while the wrist joint would allow for either up and down movement or side to side movement (dependent on what we decide to make it based on the tasks and parts. In order to ensure the electronics are kept in the middle safe, we can add snake mesh or waterproof wrap in order to ensure flexibility and protection. (Shrink-wrap is also an option, but further research and finalized water temperature would have to be measured to see how it would affect the material and its flexibility). The arm pieces would also be adjusted in length according to the material we use (material strength), and how large the pieces, obstacles, are. The servo motor is also shown in a lot larger proportion that it </a:t>
            </a: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8" name="Shape 178"/>
        <p:cNvGrpSpPr/>
        <p:nvPr/>
      </p:nvGrpSpPr>
      <p:grpSpPr>
        <a:xfrm>
          <a:off x="0" y="0"/>
          <a:ext cx="0" cy="0"/>
          <a:chOff x="0" y="0"/>
          <a:chExt cx="0" cy="0"/>
        </a:xfrm>
      </p:grpSpPr>
      <p:sp>
        <p:nvSpPr>
          <p:cNvPr id="179" name="Google Shape;179;g3acbaf4a7cb_0_37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80" name="Google Shape;180;g3acbaf4a7cb_0_37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lang="en">
                <a:solidFill>
                  <a:schemeClr val="dk1"/>
                </a:solidFill>
              </a:rPr>
              <a:t>Dual compartment</a:t>
            </a:r>
            <a:endParaRPr>
              <a:solidFill>
                <a:schemeClr val="dk1"/>
              </a:solidFill>
            </a:endParaRPr>
          </a:p>
          <a:p>
            <a:pPr indent="-298450" lvl="0" marL="457200" rtl="0" algn="l">
              <a:spcBef>
                <a:spcPts val="0"/>
              </a:spcBef>
              <a:spcAft>
                <a:spcPts val="0"/>
              </a:spcAft>
              <a:buClr>
                <a:schemeClr val="dk1"/>
              </a:buClr>
              <a:buSzPts val="1100"/>
              <a:buChar char="-"/>
            </a:pPr>
            <a:r>
              <a:rPr lang="en">
                <a:solidFill>
                  <a:schemeClr val="dk1"/>
                </a:solidFill>
              </a:rPr>
              <a:t>Having a separating piece offers both pressure resistance (by supporting the tube) and failure mitigation (if one section leaks, the other is safe)</a:t>
            </a:r>
            <a:endParaRPr>
              <a:solidFill>
                <a:schemeClr val="dk1"/>
              </a:solidFill>
            </a:endParaRPr>
          </a:p>
          <a:p>
            <a:pPr indent="0" lvl="0" marL="0" rtl="0" algn="l">
              <a:spcBef>
                <a:spcPts val="0"/>
              </a:spcBef>
              <a:spcAft>
                <a:spcPts val="0"/>
              </a:spcAft>
              <a:buClr>
                <a:schemeClr val="dk1"/>
              </a:buClr>
              <a:buSzPts val="1100"/>
              <a:buFont typeface="Arial"/>
              <a:buNone/>
            </a:pPr>
            <a:r>
              <a:t/>
            </a:r>
            <a:endParaRPr>
              <a:solidFill>
                <a:schemeClr val="dk1"/>
              </a:solidFill>
            </a:endParaRPr>
          </a:p>
          <a:p>
            <a:pPr indent="0" lvl="0" marL="0" rtl="0" algn="l">
              <a:spcBef>
                <a:spcPts val="0"/>
              </a:spcBef>
              <a:spcAft>
                <a:spcPts val="0"/>
              </a:spcAft>
              <a:buClr>
                <a:schemeClr val="dk1"/>
              </a:buClr>
              <a:buSzPts val="1100"/>
              <a:buFont typeface="Arial"/>
              <a:buNone/>
            </a:pPr>
            <a:r>
              <a:rPr lang="en">
                <a:solidFill>
                  <a:schemeClr val="dk1"/>
                </a:solidFill>
              </a:rPr>
              <a:t>Electronics and buoyancy placement</a:t>
            </a:r>
            <a:endParaRPr>
              <a:solidFill>
                <a:schemeClr val="dk1"/>
              </a:solidFill>
            </a:endParaRPr>
          </a:p>
          <a:p>
            <a:pPr indent="-298450" lvl="0" marL="457200" rtl="0" algn="l">
              <a:spcBef>
                <a:spcPts val="0"/>
              </a:spcBef>
              <a:spcAft>
                <a:spcPts val="0"/>
              </a:spcAft>
              <a:buClr>
                <a:schemeClr val="dk1"/>
              </a:buClr>
              <a:buSzPts val="1100"/>
              <a:buChar char="-"/>
            </a:pPr>
            <a:r>
              <a:rPr lang="en">
                <a:solidFill>
                  <a:schemeClr val="dk1"/>
                </a:solidFill>
              </a:rPr>
              <a:t>CM = center mass, CB = center buoyancy. Electronics below offers optimal relationship between CM and CB (say that F&amp;P can elaborate during questions, lowkey check with them and make sure they have smth to say on this)</a:t>
            </a:r>
            <a:endParaRPr>
              <a:solidFill>
                <a:schemeClr val="dk1"/>
              </a:solidFill>
            </a:endParaRPr>
          </a:p>
          <a:p>
            <a:pPr indent="0" lvl="0" marL="457200" rtl="0" algn="l">
              <a:spcBef>
                <a:spcPts val="0"/>
              </a:spcBef>
              <a:spcAft>
                <a:spcPts val="0"/>
              </a:spcAft>
              <a:buClr>
                <a:schemeClr val="dk1"/>
              </a:buClr>
              <a:buSzPts val="1100"/>
              <a:buFont typeface="Arial"/>
              <a:buNone/>
            </a:pPr>
            <a:r>
              <a:t/>
            </a:r>
            <a:endParaRPr>
              <a:solidFill>
                <a:schemeClr val="dk1"/>
              </a:solidFill>
            </a:endParaRPr>
          </a:p>
          <a:p>
            <a:pPr indent="0" lvl="0" marL="0" rtl="0" algn="l">
              <a:spcBef>
                <a:spcPts val="0"/>
              </a:spcBef>
              <a:spcAft>
                <a:spcPts val="0"/>
              </a:spcAft>
              <a:buClr>
                <a:schemeClr val="dk1"/>
              </a:buClr>
              <a:buSzPts val="1100"/>
              <a:buFont typeface="Arial"/>
              <a:buNone/>
            </a:pPr>
            <a:r>
              <a:rPr lang="en">
                <a:solidFill>
                  <a:schemeClr val="dk1"/>
                </a:solidFill>
              </a:rPr>
              <a:t>Recovery ring on top</a:t>
            </a:r>
            <a:endParaRPr>
              <a:solidFill>
                <a:schemeClr val="dk1"/>
              </a:solidFill>
            </a:endParaRPr>
          </a:p>
          <a:p>
            <a:pPr indent="-298450" lvl="0" marL="457200" rtl="0" algn="l">
              <a:spcBef>
                <a:spcPts val="0"/>
              </a:spcBef>
              <a:spcAft>
                <a:spcPts val="0"/>
              </a:spcAft>
              <a:buClr>
                <a:schemeClr val="dk1"/>
              </a:buClr>
              <a:buSzPts val="1100"/>
              <a:buChar char="-"/>
            </a:pPr>
            <a:r>
              <a:rPr lang="en">
                <a:solidFill>
                  <a:schemeClr val="dk1"/>
                </a:solidFill>
              </a:rPr>
              <a:t>rules require a method of recovery to retrieve the device</a:t>
            </a:r>
            <a:endParaRPr>
              <a:solidFill>
                <a:schemeClr val="dk1"/>
              </a:solidFill>
            </a:endParaRPr>
          </a:p>
          <a:p>
            <a:pPr indent="0" lvl="0" marL="0" rtl="0" algn="l">
              <a:spcBef>
                <a:spcPts val="0"/>
              </a:spcBef>
              <a:spcAft>
                <a:spcPts val="0"/>
              </a:spcAft>
              <a:buClr>
                <a:schemeClr val="dk1"/>
              </a:buClr>
              <a:buSzPts val="1100"/>
              <a:buFont typeface="Arial"/>
              <a:buNone/>
            </a:pPr>
            <a:r>
              <a:t/>
            </a:r>
            <a:endParaRPr>
              <a:solidFill>
                <a:schemeClr val="dk1"/>
              </a:solidFill>
            </a:endParaRPr>
          </a:p>
          <a:p>
            <a:pPr indent="0" lvl="0" marL="0" rtl="0" algn="l">
              <a:spcBef>
                <a:spcPts val="0"/>
              </a:spcBef>
              <a:spcAft>
                <a:spcPts val="0"/>
              </a:spcAft>
              <a:buClr>
                <a:schemeClr val="dk1"/>
              </a:buClr>
              <a:buSzPts val="1100"/>
              <a:buFont typeface="Arial"/>
              <a:buNone/>
            </a:pPr>
            <a:r>
              <a:rPr lang="en">
                <a:solidFill>
                  <a:schemeClr val="dk1"/>
                </a:solidFill>
              </a:rPr>
              <a:t>Accessibility</a:t>
            </a:r>
            <a:endParaRPr>
              <a:solidFill>
                <a:schemeClr val="dk1"/>
              </a:solidFill>
            </a:endParaRPr>
          </a:p>
          <a:p>
            <a:pPr indent="-298450" lvl="0" marL="457200" rtl="0" algn="l">
              <a:spcBef>
                <a:spcPts val="0"/>
              </a:spcBef>
              <a:spcAft>
                <a:spcPts val="0"/>
              </a:spcAft>
              <a:buClr>
                <a:schemeClr val="dk1"/>
              </a:buClr>
              <a:buSzPts val="1100"/>
              <a:buChar char="-"/>
            </a:pPr>
            <a:r>
              <a:rPr lang="en">
                <a:solidFill>
                  <a:schemeClr val="dk1"/>
                </a:solidFill>
              </a:rPr>
              <a:t>the end caps will utilize a silicon sealing method for waterproofing and fulfil our requirement for the device to be accessible in a reusable manner. Willing to sacrifice performance to access compartments for maintenance</a:t>
            </a:r>
            <a:endParaRPr>
              <a:solidFill>
                <a:schemeClr val="dk1"/>
              </a:solidFill>
            </a:endParaRPr>
          </a:p>
          <a:p>
            <a:pPr indent="0" lvl="0" marL="0" rtl="0" algn="l">
              <a:spcBef>
                <a:spcPts val="0"/>
              </a:spcBef>
              <a:spcAft>
                <a:spcPts val="0"/>
              </a:spcAft>
              <a:buClr>
                <a:schemeClr val="dk1"/>
              </a:buClr>
              <a:buSzPts val="1100"/>
              <a:buFont typeface="Arial"/>
              <a:buNone/>
            </a:pPr>
            <a:r>
              <a:t/>
            </a:r>
            <a:endParaRPr>
              <a:solidFill>
                <a:schemeClr val="dk1"/>
              </a:solidFill>
            </a:endParaRPr>
          </a:p>
          <a:p>
            <a:pPr indent="0" lvl="0" marL="0" rtl="0" algn="l">
              <a:spcBef>
                <a:spcPts val="0"/>
              </a:spcBef>
              <a:spcAft>
                <a:spcPts val="0"/>
              </a:spcAft>
              <a:buClr>
                <a:schemeClr val="dk1"/>
              </a:buClr>
              <a:buSzPts val="1100"/>
              <a:buFont typeface="Arial"/>
              <a:buNone/>
            </a:pPr>
            <a:r>
              <a:rPr lang="en">
                <a:solidFill>
                  <a:schemeClr val="dk1"/>
                </a:solidFill>
              </a:rPr>
              <a:t>Dimensions</a:t>
            </a:r>
            <a:endParaRPr>
              <a:solidFill>
                <a:schemeClr val="dk1"/>
              </a:solidFill>
            </a:endParaRPr>
          </a:p>
          <a:p>
            <a:pPr indent="-298450" lvl="0" marL="457200" rtl="0" algn="l">
              <a:spcBef>
                <a:spcPts val="0"/>
              </a:spcBef>
              <a:spcAft>
                <a:spcPts val="0"/>
              </a:spcAft>
              <a:buClr>
                <a:schemeClr val="dk1"/>
              </a:buClr>
              <a:buSzPts val="1100"/>
              <a:buChar char="-"/>
            </a:pPr>
            <a:r>
              <a:rPr lang="en">
                <a:solidFill>
                  <a:schemeClr val="dk1"/>
                </a:solidFill>
              </a:rPr>
              <a:t>self explanatory </a:t>
            </a: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0" name="Shape 190"/>
        <p:cNvGrpSpPr/>
        <p:nvPr/>
      </p:nvGrpSpPr>
      <p:grpSpPr>
        <a:xfrm>
          <a:off x="0" y="0"/>
          <a:ext cx="0" cy="0"/>
          <a:chOff x="0" y="0"/>
          <a:chExt cx="0" cy="0"/>
        </a:xfrm>
      </p:grpSpPr>
      <p:sp>
        <p:nvSpPr>
          <p:cNvPr id="191" name="Google Shape;191;g3acbaf4a7cb_0_11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92" name="Google Shape;192;g3acbaf4a7cb_0_11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0" name="Shape 200"/>
        <p:cNvGrpSpPr/>
        <p:nvPr/>
      </p:nvGrpSpPr>
      <p:grpSpPr>
        <a:xfrm>
          <a:off x="0" y="0"/>
          <a:ext cx="0" cy="0"/>
          <a:chOff x="0" y="0"/>
          <a:chExt cx="0" cy="0"/>
        </a:xfrm>
      </p:grpSpPr>
      <p:sp>
        <p:nvSpPr>
          <p:cNvPr id="201" name="Google Shape;201;g3acbaf4a7cb_0_23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02" name="Google Shape;202;g3acbaf4a7cb_0_23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0" name="Shape 210"/>
        <p:cNvGrpSpPr/>
        <p:nvPr/>
      </p:nvGrpSpPr>
      <p:grpSpPr>
        <a:xfrm>
          <a:off x="0" y="0"/>
          <a:ext cx="0" cy="0"/>
          <a:chOff x="0" y="0"/>
          <a:chExt cx="0" cy="0"/>
        </a:xfrm>
      </p:grpSpPr>
      <p:sp>
        <p:nvSpPr>
          <p:cNvPr id="211" name="Google Shape;211;g3acbaf4a7cb_0_22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12" name="Google Shape;212;g3acbaf4a7cb_0_22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1" name="Shape 221"/>
        <p:cNvGrpSpPr/>
        <p:nvPr/>
      </p:nvGrpSpPr>
      <p:grpSpPr>
        <a:xfrm>
          <a:off x="0" y="0"/>
          <a:ext cx="0" cy="0"/>
          <a:chOff x="0" y="0"/>
          <a:chExt cx="0" cy="0"/>
        </a:xfrm>
      </p:grpSpPr>
      <p:sp>
        <p:nvSpPr>
          <p:cNvPr id="222" name="Google Shape;222;g3acbaf4a7cb_0_24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23" name="Google Shape;223;g3acbaf4a7cb_0_24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6" name="Shape 236"/>
        <p:cNvGrpSpPr/>
        <p:nvPr/>
      </p:nvGrpSpPr>
      <p:grpSpPr>
        <a:xfrm>
          <a:off x="0" y="0"/>
          <a:ext cx="0" cy="0"/>
          <a:chOff x="0" y="0"/>
          <a:chExt cx="0" cy="0"/>
        </a:xfrm>
      </p:grpSpPr>
      <p:sp>
        <p:nvSpPr>
          <p:cNvPr id="237" name="Google Shape;237;g3acbaf4a7cb_0_40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38" name="Google Shape;238;g3acbaf4a7cb_0_40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4" name="Shape 254"/>
        <p:cNvGrpSpPr/>
        <p:nvPr/>
      </p:nvGrpSpPr>
      <p:grpSpPr>
        <a:xfrm>
          <a:off x="0" y="0"/>
          <a:ext cx="0" cy="0"/>
          <a:chOff x="0" y="0"/>
          <a:chExt cx="0" cy="0"/>
        </a:xfrm>
      </p:grpSpPr>
      <p:sp>
        <p:nvSpPr>
          <p:cNvPr id="255" name="Google Shape;255;g3acbaf4a7cb_0_32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56" name="Google Shape;256;g3acbaf4a7cb_0_32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5" name="Shape 265"/>
        <p:cNvGrpSpPr/>
        <p:nvPr/>
      </p:nvGrpSpPr>
      <p:grpSpPr>
        <a:xfrm>
          <a:off x="0" y="0"/>
          <a:ext cx="0" cy="0"/>
          <a:chOff x="0" y="0"/>
          <a:chExt cx="0" cy="0"/>
        </a:xfrm>
      </p:grpSpPr>
      <p:sp>
        <p:nvSpPr>
          <p:cNvPr id="266" name="Google Shape;266;g3acbaf4a7cb_0_12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67" name="Google Shape;267;g3acbaf4a7cb_0_12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5" name="Shape 275"/>
        <p:cNvGrpSpPr/>
        <p:nvPr/>
      </p:nvGrpSpPr>
      <p:grpSpPr>
        <a:xfrm>
          <a:off x="0" y="0"/>
          <a:ext cx="0" cy="0"/>
          <a:chOff x="0" y="0"/>
          <a:chExt cx="0" cy="0"/>
        </a:xfrm>
      </p:grpSpPr>
      <p:sp>
        <p:nvSpPr>
          <p:cNvPr id="276" name="Google Shape;276;g3acbaf4a7cb_0_25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77" name="Google Shape;277;g3acbaf4a7cb_0_25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2" name="Shape 282"/>
        <p:cNvGrpSpPr/>
        <p:nvPr/>
      </p:nvGrpSpPr>
      <p:grpSpPr>
        <a:xfrm>
          <a:off x="0" y="0"/>
          <a:ext cx="0" cy="0"/>
          <a:chOff x="0" y="0"/>
          <a:chExt cx="0" cy="0"/>
        </a:xfrm>
      </p:grpSpPr>
      <p:sp>
        <p:nvSpPr>
          <p:cNvPr id="283" name="Google Shape;283;g3acbaf4a7cb_0_45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84" name="Google Shape;284;g3acbaf4a7cb_0_45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92" name="Shape 292"/>
        <p:cNvGrpSpPr/>
        <p:nvPr/>
      </p:nvGrpSpPr>
      <p:grpSpPr>
        <a:xfrm>
          <a:off x="0" y="0"/>
          <a:ext cx="0" cy="0"/>
          <a:chOff x="0" y="0"/>
          <a:chExt cx="0" cy="0"/>
        </a:xfrm>
      </p:grpSpPr>
      <p:sp>
        <p:nvSpPr>
          <p:cNvPr id="293" name="Google Shape;293;g3acbaf4a7cb_0_44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94" name="Google Shape;294;g3acbaf4a7cb_0_44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98" name="Shape 298"/>
        <p:cNvGrpSpPr/>
        <p:nvPr/>
      </p:nvGrpSpPr>
      <p:grpSpPr>
        <a:xfrm>
          <a:off x="0" y="0"/>
          <a:ext cx="0" cy="0"/>
          <a:chOff x="0" y="0"/>
          <a:chExt cx="0" cy="0"/>
        </a:xfrm>
      </p:grpSpPr>
      <p:sp>
        <p:nvSpPr>
          <p:cNvPr id="299" name="Google Shape;299;g3acbaf4a7cb_0_46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00" name="Google Shape;300;g3acbaf4a7cb_0_46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08" name="Shape 308"/>
        <p:cNvGrpSpPr/>
        <p:nvPr/>
      </p:nvGrpSpPr>
      <p:grpSpPr>
        <a:xfrm>
          <a:off x="0" y="0"/>
          <a:ext cx="0" cy="0"/>
          <a:chOff x="0" y="0"/>
          <a:chExt cx="0" cy="0"/>
        </a:xfrm>
      </p:grpSpPr>
      <p:sp>
        <p:nvSpPr>
          <p:cNvPr id="309" name="Google Shape;309;g3acbaf4a7cb_0_13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10" name="Google Shape;310;g3acbaf4a7cb_0_13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18" name="Shape 318"/>
        <p:cNvGrpSpPr/>
        <p:nvPr/>
      </p:nvGrpSpPr>
      <p:grpSpPr>
        <a:xfrm>
          <a:off x="0" y="0"/>
          <a:ext cx="0" cy="0"/>
          <a:chOff x="0" y="0"/>
          <a:chExt cx="0" cy="0"/>
        </a:xfrm>
      </p:grpSpPr>
      <p:sp>
        <p:nvSpPr>
          <p:cNvPr id="319" name="Google Shape;319;g3acbaf4a7cb_0_27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20" name="Google Shape;320;g3acbaf4a7cb_0_27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31" name="Shape 331"/>
        <p:cNvGrpSpPr/>
        <p:nvPr/>
      </p:nvGrpSpPr>
      <p:grpSpPr>
        <a:xfrm>
          <a:off x="0" y="0"/>
          <a:ext cx="0" cy="0"/>
          <a:chOff x="0" y="0"/>
          <a:chExt cx="0" cy="0"/>
        </a:xfrm>
      </p:grpSpPr>
      <p:sp>
        <p:nvSpPr>
          <p:cNvPr id="332" name="Google Shape;332;g3acbaf4a7cb_0_28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33" name="Google Shape;333;g3acbaf4a7cb_0_28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44" name="Shape 344"/>
        <p:cNvGrpSpPr/>
        <p:nvPr/>
      </p:nvGrpSpPr>
      <p:grpSpPr>
        <a:xfrm>
          <a:off x="0" y="0"/>
          <a:ext cx="0" cy="0"/>
          <a:chOff x="0" y="0"/>
          <a:chExt cx="0" cy="0"/>
        </a:xfrm>
      </p:grpSpPr>
      <p:sp>
        <p:nvSpPr>
          <p:cNvPr id="345" name="Google Shape;345;g3acbaf4a7cb_0_29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46" name="Google Shape;346;g3acbaf4a7cb_0_29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57" name="Shape 357"/>
        <p:cNvGrpSpPr/>
        <p:nvPr/>
      </p:nvGrpSpPr>
      <p:grpSpPr>
        <a:xfrm>
          <a:off x="0" y="0"/>
          <a:ext cx="0" cy="0"/>
          <a:chOff x="0" y="0"/>
          <a:chExt cx="0" cy="0"/>
        </a:xfrm>
      </p:grpSpPr>
      <p:sp>
        <p:nvSpPr>
          <p:cNvPr id="358" name="Google Shape;358;g3acbaf4a7cb_0_29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59" name="Google Shape;359;g3acbaf4a7cb_0_29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lang="en">
                <a:solidFill>
                  <a:schemeClr val="dk1"/>
                </a:solidFill>
              </a:rPr>
              <a:t>Having a dual camera system (auxiliary stereo). most commonly seen for ROVs due to good depth perception and optics. One for general navigation while the other is for more complex tasks like photogrammetry. Brio for general nav and ArduCam for complex tasks. will be connected to rasp pi</a:t>
            </a:r>
            <a:endParaRPr>
              <a:solidFill>
                <a:schemeClr val="dk1"/>
              </a:solidFill>
            </a:endParaRPr>
          </a:p>
          <a:p>
            <a:pPr indent="0" lvl="0" marL="0" rtl="0" algn="l">
              <a:spcBef>
                <a:spcPts val="0"/>
              </a:spcBef>
              <a:spcAft>
                <a:spcPts val="0"/>
              </a:spcAft>
              <a:buNone/>
            </a:pPr>
            <a:r>
              <a:t/>
            </a:r>
            <a:endParaRPr/>
          </a:p>
        </p:txBody>
      </p:sp>
    </p:spTree>
  </p:cSld>
  <p:clrMapOvr>
    <a:masterClrMapping/>
  </p:clrMapOvr>
</p:notes>
</file>

<file path=ppt/notesSlides/notesSlide2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71" name="Shape 371"/>
        <p:cNvGrpSpPr/>
        <p:nvPr/>
      </p:nvGrpSpPr>
      <p:grpSpPr>
        <a:xfrm>
          <a:off x="0" y="0"/>
          <a:ext cx="0" cy="0"/>
          <a:chOff x="0" y="0"/>
          <a:chExt cx="0" cy="0"/>
        </a:xfrm>
      </p:grpSpPr>
      <p:sp>
        <p:nvSpPr>
          <p:cNvPr id="372" name="Google Shape;372;g3acbaf4a7cb_0_14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73" name="Google Shape;373;g3acbaf4a7cb_0_14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81" name="Shape 381"/>
        <p:cNvGrpSpPr/>
        <p:nvPr/>
      </p:nvGrpSpPr>
      <p:grpSpPr>
        <a:xfrm>
          <a:off x="0" y="0"/>
          <a:ext cx="0" cy="0"/>
          <a:chOff x="0" y="0"/>
          <a:chExt cx="0" cy="0"/>
        </a:xfrm>
      </p:grpSpPr>
      <p:sp>
        <p:nvSpPr>
          <p:cNvPr id="382" name="Google Shape;382;g3acbaf4a7cb_0_30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83" name="Google Shape;383;g3acbaf4a7cb_0_30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93" name="Shape 393"/>
        <p:cNvGrpSpPr/>
        <p:nvPr/>
      </p:nvGrpSpPr>
      <p:grpSpPr>
        <a:xfrm>
          <a:off x="0" y="0"/>
          <a:ext cx="0" cy="0"/>
          <a:chOff x="0" y="0"/>
          <a:chExt cx="0" cy="0"/>
        </a:xfrm>
      </p:grpSpPr>
      <p:sp>
        <p:nvSpPr>
          <p:cNvPr id="394" name="Google Shape;394;g3acbaf4a7cb_0_49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95" name="Google Shape;395;g3acbaf4a7cb_0_49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05" name="Shape 405"/>
        <p:cNvGrpSpPr/>
        <p:nvPr/>
      </p:nvGrpSpPr>
      <p:grpSpPr>
        <a:xfrm>
          <a:off x="0" y="0"/>
          <a:ext cx="0" cy="0"/>
          <a:chOff x="0" y="0"/>
          <a:chExt cx="0" cy="0"/>
        </a:xfrm>
      </p:grpSpPr>
      <p:sp>
        <p:nvSpPr>
          <p:cNvPr id="406" name="Google Shape;406;g3acbaf4a7cb_0_50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07" name="Google Shape;407;g3acbaf4a7cb_0_50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17" name="Shape 417"/>
        <p:cNvGrpSpPr/>
        <p:nvPr/>
      </p:nvGrpSpPr>
      <p:grpSpPr>
        <a:xfrm>
          <a:off x="0" y="0"/>
          <a:ext cx="0" cy="0"/>
          <a:chOff x="0" y="0"/>
          <a:chExt cx="0" cy="0"/>
        </a:xfrm>
      </p:grpSpPr>
      <p:sp>
        <p:nvSpPr>
          <p:cNvPr id="418" name="Google Shape;418;g3acbaf4a7cb_0_31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19" name="Google Shape;419;g3acbaf4a7cb_0_31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29" name="Shape 429"/>
        <p:cNvGrpSpPr/>
        <p:nvPr/>
      </p:nvGrpSpPr>
      <p:grpSpPr>
        <a:xfrm>
          <a:off x="0" y="0"/>
          <a:ext cx="0" cy="0"/>
          <a:chOff x="0" y="0"/>
          <a:chExt cx="0" cy="0"/>
        </a:xfrm>
      </p:grpSpPr>
      <p:sp>
        <p:nvSpPr>
          <p:cNvPr id="430" name="Google Shape;430;g3226be82d05_0_3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31" name="Google Shape;431;g3226be82d05_0_3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40" name="Shape 440"/>
        <p:cNvGrpSpPr/>
        <p:nvPr/>
      </p:nvGrpSpPr>
      <p:grpSpPr>
        <a:xfrm>
          <a:off x="0" y="0"/>
          <a:ext cx="0" cy="0"/>
          <a:chOff x="0" y="0"/>
          <a:chExt cx="0" cy="0"/>
        </a:xfrm>
      </p:grpSpPr>
      <p:sp>
        <p:nvSpPr>
          <p:cNvPr id="441" name="Google Shape;441;g3acbaf4a7cb_0_52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42" name="Google Shape;442;g3acbaf4a7cb_0_52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49" name="Shape 449"/>
        <p:cNvGrpSpPr/>
        <p:nvPr/>
      </p:nvGrpSpPr>
      <p:grpSpPr>
        <a:xfrm>
          <a:off x="0" y="0"/>
          <a:ext cx="0" cy="0"/>
          <a:chOff x="0" y="0"/>
          <a:chExt cx="0" cy="0"/>
        </a:xfrm>
      </p:grpSpPr>
      <p:sp>
        <p:nvSpPr>
          <p:cNvPr id="450" name="Google Shape;450;g3acbaf4a7cb_0_57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51" name="Google Shape;451;g3acbaf4a7cb_0_57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59" name="Shape 459"/>
        <p:cNvGrpSpPr/>
        <p:nvPr/>
      </p:nvGrpSpPr>
      <p:grpSpPr>
        <a:xfrm>
          <a:off x="0" y="0"/>
          <a:ext cx="0" cy="0"/>
          <a:chOff x="0" y="0"/>
          <a:chExt cx="0" cy="0"/>
        </a:xfrm>
      </p:grpSpPr>
      <p:sp>
        <p:nvSpPr>
          <p:cNvPr id="460" name="Google Shape;460;g3acbaf4a7cb_0_58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61" name="Google Shape;461;g3acbaf4a7cb_0_58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9" name="Shape 9"/>
        <p:cNvGrpSpPr/>
        <p:nvPr/>
      </p:nvGrpSpPr>
      <p:grpSpPr>
        <a:xfrm>
          <a:off x="0" y="0"/>
          <a:ext cx="0" cy="0"/>
          <a:chOff x="0" y="0"/>
          <a:chExt cx="0" cy="0"/>
        </a:xfrm>
      </p:grpSpPr>
      <p:sp>
        <p:nvSpPr>
          <p:cNvPr id="10" name="Google Shape;10;p2"/>
          <p:cNvSpPr txBox="1"/>
          <p:nvPr>
            <p:ph type="ctrTitle"/>
          </p:nvPr>
        </p:nvSpPr>
        <p:spPr>
          <a:xfrm>
            <a:off x="311708" y="744575"/>
            <a:ext cx="8520600" cy="2052600"/>
          </a:xfrm>
          <a:prstGeom prst="rect">
            <a:avLst/>
          </a:prstGeom>
        </p:spPr>
        <p:txBody>
          <a:bodyPr anchorCtr="0" anchor="b" bIns="91425" lIns="91425" spcFirstLastPara="1" rIns="91425" wrap="square" tIns="91425">
            <a:normAutofit/>
          </a:bodyPr>
          <a:lstStyle>
            <a:lvl1pPr lvl="0" algn="ctr">
              <a:spcBef>
                <a:spcPts val="0"/>
              </a:spcBef>
              <a:spcAft>
                <a:spcPts val="0"/>
              </a:spcAft>
              <a:buSzPts val="5200"/>
              <a:buNone/>
              <a:defRPr sz="5200"/>
            </a:lvl1pPr>
            <a:lvl2pPr lvl="1" algn="ctr">
              <a:spcBef>
                <a:spcPts val="0"/>
              </a:spcBef>
              <a:spcAft>
                <a:spcPts val="0"/>
              </a:spcAft>
              <a:buSzPts val="5200"/>
              <a:buNone/>
              <a:defRPr sz="5200"/>
            </a:lvl2pPr>
            <a:lvl3pPr lvl="2" algn="ctr">
              <a:spcBef>
                <a:spcPts val="0"/>
              </a:spcBef>
              <a:spcAft>
                <a:spcPts val="0"/>
              </a:spcAft>
              <a:buSzPts val="5200"/>
              <a:buNone/>
              <a:defRPr sz="5200"/>
            </a:lvl3pPr>
            <a:lvl4pPr lvl="3" algn="ctr">
              <a:spcBef>
                <a:spcPts val="0"/>
              </a:spcBef>
              <a:spcAft>
                <a:spcPts val="0"/>
              </a:spcAft>
              <a:buSzPts val="5200"/>
              <a:buNone/>
              <a:defRPr sz="5200"/>
            </a:lvl4pPr>
            <a:lvl5pPr lvl="4" algn="ctr">
              <a:spcBef>
                <a:spcPts val="0"/>
              </a:spcBef>
              <a:spcAft>
                <a:spcPts val="0"/>
              </a:spcAft>
              <a:buSzPts val="5200"/>
              <a:buNone/>
              <a:defRPr sz="5200"/>
            </a:lvl5pPr>
            <a:lvl6pPr lvl="5" algn="ctr">
              <a:spcBef>
                <a:spcPts val="0"/>
              </a:spcBef>
              <a:spcAft>
                <a:spcPts val="0"/>
              </a:spcAft>
              <a:buSzPts val="5200"/>
              <a:buNone/>
              <a:defRPr sz="5200"/>
            </a:lvl6pPr>
            <a:lvl7pPr lvl="6" algn="ctr">
              <a:spcBef>
                <a:spcPts val="0"/>
              </a:spcBef>
              <a:spcAft>
                <a:spcPts val="0"/>
              </a:spcAft>
              <a:buSzPts val="5200"/>
              <a:buNone/>
              <a:defRPr sz="5200"/>
            </a:lvl7pPr>
            <a:lvl8pPr lvl="7" algn="ctr">
              <a:spcBef>
                <a:spcPts val="0"/>
              </a:spcBef>
              <a:spcAft>
                <a:spcPts val="0"/>
              </a:spcAft>
              <a:buSzPts val="5200"/>
              <a:buNone/>
              <a:defRPr sz="5200"/>
            </a:lvl8pPr>
            <a:lvl9pPr lvl="8" algn="ctr">
              <a:spcBef>
                <a:spcPts val="0"/>
              </a:spcBef>
              <a:spcAft>
                <a:spcPts val="0"/>
              </a:spcAft>
              <a:buSzPts val="5200"/>
              <a:buNone/>
              <a:defRPr sz="5200"/>
            </a:lvl9pPr>
          </a:lstStyle>
          <a:p/>
        </p:txBody>
      </p:sp>
      <p:sp>
        <p:nvSpPr>
          <p:cNvPr id="11" name="Google Shape;11;p2"/>
          <p:cNvSpPr txBox="1"/>
          <p:nvPr>
            <p:ph idx="1" type="subTitle"/>
          </p:nvPr>
        </p:nvSpPr>
        <p:spPr>
          <a:xfrm>
            <a:off x="311700" y="2834125"/>
            <a:ext cx="8520600" cy="7926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800"/>
              <a:buNone/>
              <a:defRPr sz="2800"/>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p:txBody>
      </p:sp>
      <p:sp>
        <p:nvSpPr>
          <p:cNvPr id="12" name="Google Shape;12;p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13" name="Shape 13"/>
        <p:cNvGrpSpPr/>
        <p:nvPr/>
      </p:nvGrpSpPr>
      <p:grpSpPr>
        <a:xfrm>
          <a:off x="0" y="0"/>
          <a:ext cx="0" cy="0"/>
          <a:chOff x="0" y="0"/>
          <a:chExt cx="0" cy="0"/>
        </a:xfrm>
      </p:grpSpPr>
      <p:sp>
        <p:nvSpPr>
          <p:cNvPr id="14" name="Google Shape;14;p3"/>
          <p:cNvSpPr txBox="1"/>
          <p:nvPr>
            <p:ph type="title"/>
          </p:nvPr>
        </p:nvSpPr>
        <p:spPr>
          <a:xfrm>
            <a:off x="311700" y="2150850"/>
            <a:ext cx="8520600" cy="841800"/>
          </a:xfrm>
          <a:prstGeom prst="rect">
            <a:avLst/>
          </a:prstGeom>
        </p:spPr>
        <p:txBody>
          <a:bodyPr anchorCtr="0" anchor="ctr" bIns="91425" lIns="91425" spcFirstLastPara="1" rIns="91425" wrap="square" tIns="91425">
            <a:normAutofit/>
          </a:bodyPr>
          <a:lstStyle>
            <a:lvl1pPr lvl="0" algn="ctr">
              <a:spcBef>
                <a:spcPts val="0"/>
              </a:spcBef>
              <a:spcAft>
                <a:spcPts val="0"/>
              </a:spcAft>
              <a:buSzPts val="3600"/>
              <a:buNone/>
              <a:defRPr sz="3600"/>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p:txBody>
      </p:sp>
      <p:sp>
        <p:nvSpPr>
          <p:cNvPr id="15" name="Google Shape;15;p3"/>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16" name="Shape 16"/>
        <p:cNvGrpSpPr/>
        <p:nvPr/>
      </p:nvGrpSpPr>
      <p:grpSpPr>
        <a:xfrm>
          <a:off x="0" y="0"/>
          <a:ext cx="0" cy="0"/>
          <a:chOff x="0" y="0"/>
          <a:chExt cx="0" cy="0"/>
        </a:xfrm>
      </p:grpSpPr>
      <p:sp>
        <p:nvSpPr>
          <p:cNvPr id="17" name="Google Shape;17;p4"/>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18" name="Google Shape;18;p4"/>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19" name="Google Shape;19;p4"/>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20" name="Shape 20"/>
        <p:cNvGrpSpPr/>
        <p:nvPr/>
      </p:nvGrpSpPr>
      <p:grpSpPr>
        <a:xfrm>
          <a:off x="0" y="0"/>
          <a:ext cx="0" cy="0"/>
          <a:chOff x="0" y="0"/>
          <a:chExt cx="0" cy="0"/>
        </a:xfrm>
      </p:grpSpPr>
      <p:sp>
        <p:nvSpPr>
          <p:cNvPr id="21" name="Google Shape;21;p5"/>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2" name="Google Shape;22;p5"/>
          <p:cNvSpPr txBox="1"/>
          <p:nvPr>
            <p:ph idx="1" type="body"/>
          </p:nvPr>
        </p:nvSpPr>
        <p:spPr>
          <a:xfrm>
            <a:off x="311700" y="1152475"/>
            <a:ext cx="3999900" cy="34164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3" name="Google Shape;23;p5"/>
          <p:cNvSpPr txBox="1"/>
          <p:nvPr>
            <p:ph idx="2" type="body"/>
          </p:nvPr>
        </p:nvSpPr>
        <p:spPr>
          <a:xfrm>
            <a:off x="4832400" y="1152475"/>
            <a:ext cx="3999900" cy="34164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4" name="Google Shape;24;p5"/>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25" name="Shape 25"/>
        <p:cNvGrpSpPr/>
        <p:nvPr/>
      </p:nvGrpSpPr>
      <p:grpSpPr>
        <a:xfrm>
          <a:off x="0" y="0"/>
          <a:ext cx="0" cy="0"/>
          <a:chOff x="0" y="0"/>
          <a:chExt cx="0" cy="0"/>
        </a:xfrm>
      </p:grpSpPr>
      <p:sp>
        <p:nvSpPr>
          <p:cNvPr id="26" name="Google Shape;26;p6"/>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7" name="Google Shape;27;p6"/>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28" name="Shape 28"/>
        <p:cNvGrpSpPr/>
        <p:nvPr/>
      </p:nvGrpSpPr>
      <p:grpSpPr>
        <a:xfrm>
          <a:off x="0" y="0"/>
          <a:ext cx="0" cy="0"/>
          <a:chOff x="0" y="0"/>
          <a:chExt cx="0" cy="0"/>
        </a:xfrm>
      </p:grpSpPr>
      <p:sp>
        <p:nvSpPr>
          <p:cNvPr id="29" name="Google Shape;29;p7"/>
          <p:cNvSpPr txBox="1"/>
          <p:nvPr>
            <p:ph type="title"/>
          </p:nvPr>
        </p:nvSpPr>
        <p:spPr>
          <a:xfrm>
            <a:off x="311700" y="555600"/>
            <a:ext cx="2808000" cy="755700"/>
          </a:xfrm>
          <a:prstGeom prst="rect">
            <a:avLst/>
          </a:prstGeom>
        </p:spPr>
        <p:txBody>
          <a:bodyPr anchorCtr="0" anchor="b" bIns="91425" lIns="91425" spcFirstLastPara="1" rIns="91425" wrap="square" tIns="91425">
            <a:norm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p:txBody>
      </p:sp>
      <p:sp>
        <p:nvSpPr>
          <p:cNvPr id="30" name="Google Shape;30;p7"/>
          <p:cNvSpPr txBox="1"/>
          <p:nvPr>
            <p:ph idx="1" type="body"/>
          </p:nvPr>
        </p:nvSpPr>
        <p:spPr>
          <a:xfrm>
            <a:off x="311700" y="1389600"/>
            <a:ext cx="2808000" cy="3179400"/>
          </a:xfrm>
          <a:prstGeom prst="rect">
            <a:avLst/>
          </a:prstGeom>
        </p:spPr>
        <p:txBody>
          <a:bodyPr anchorCtr="0" anchor="t" bIns="91425" lIns="91425" spcFirstLastPara="1" rIns="91425" wrap="square" tIns="91425">
            <a:normAutofit/>
          </a:bodyPr>
          <a:lstStyle>
            <a:lvl1pPr indent="-304800" lvl="0" marL="457200">
              <a:spcBef>
                <a:spcPts val="0"/>
              </a:spcBef>
              <a:spcAft>
                <a:spcPts val="0"/>
              </a:spcAft>
              <a:buSzPts val="1200"/>
              <a:buChar char="●"/>
              <a:defRPr sz="12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31" name="Google Shape;31;p7"/>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spTree>
      <p:nvGrpSpPr>
        <p:cNvPr id="32" name="Shape 32"/>
        <p:cNvGrpSpPr/>
        <p:nvPr/>
      </p:nvGrpSpPr>
      <p:grpSpPr>
        <a:xfrm>
          <a:off x="0" y="0"/>
          <a:ext cx="0" cy="0"/>
          <a:chOff x="0" y="0"/>
          <a:chExt cx="0" cy="0"/>
        </a:xfrm>
      </p:grpSpPr>
      <p:sp>
        <p:nvSpPr>
          <p:cNvPr id="33" name="Google Shape;33;p8"/>
          <p:cNvSpPr txBox="1"/>
          <p:nvPr>
            <p:ph type="title"/>
          </p:nvPr>
        </p:nvSpPr>
        <p:spPr>
          <a:xfrm>
            <a:off x="490250" y="450150"/>
            <a:ext cx="6367800" cy="4090800"/>
          </a:xfrm>
          <a:prstGeom prst="rect">
            <a:avLst/>
          </a:prstGeom>
        </p:spPr>
        <p:txBody>
          <a:bodyPr anchorCtr="0" anchor="ctr" bIns="91425" lIns="91425" spcFirstLastPara="1" rIns="91425" wrap="square" tIns="91425">
            <a:normAutofit/>
          </a:bodyPr>
          <a:lstStyle>
            <a:lvl1pPr lvl="0">
              <a:spcBef>
                <a:spcPts val="0"/>
              </a:spcBef>
              <a:spcAft>
                <a:spcPts val="0"/>
              </a:spcAft>
              <a:buSzPts val="4800"/>
              <a:buNone/>
              <a:defRPr sz="4800"/>
            </a:lvl1pPr>
            <a:lvl2pPr lvl="1">
              <a:spcBef>
                <a:spcPts val="0"/>
              </a:spcBef>
              <a:spcAft>
                <a:spcPts val="0"/>
              </a:spcAft>
              <a:buSzPts val="4800"/>
              <a:buNone/>
              <a:defRPr sz="4800"/>
            </a:lvl2pPr>
            <a:lvl3pPr lvl="2">
              <a:spcBef>
                <a:spcPts val="0"/>
              </a:spcBef>
              <a:spcAft>
                <a:spcPts val="0"/>
              </a:spcAft>
              <a:buSzPts val="4800"/>
              <a:buNone/>
              <a:defRPr sz="4800"/>
            </a:lvl3pPr>
            <a:lvl4pPr lvl="3">
              <a:spcBef>
                <a:spcPts val="0"/>
              </a:spcBef>
              <a:spcAft>
                <a:spcPts val="0"/>
              </a:spcAft>
              <a:buSzPts val="4800"/>
              <a:buNone/>
              <a:defRPr sz="4800"/>
            </a:lvl4pPr>
            <a:lvl5pPr lvl="4">
              <a:spcBef>
                <a:spcPts val="0"/>
              </a:spcBef>
              <a:spcAft>
                <a:spcPts val="0"/>
              </a:spcAft>
              <a:buSzPts val="4800"/>
              <a:buNone/>
              <a:defRPr sz="4800"/>
            </a:lvl5pPr>
            <a:lvl6pPr lvl="5">
              <a:spcBef>
                <a:spcPts val="0"/>
              </a:spcBef>
              <a:spcAft>
                <a:spcPts val="0"/>
              </a:spcAft>
              <a:buSzPts val="4800"/>
              <a:buNone/>
              <a:defRPr sz="4800"/>
            </a:lvl6pPr>
            <a:lvl7pPr lvl="6">
              <a:spcBef>
                <a:spcPts val="0"/>
              </a:spcBef>
              <a:spcAft>
                <a:spcPts val="0"/>
              </a:spcAft>
              <a:buSzPts val="4800"/>
              <a:buNone/>
              <a:defRPr sz="4800"/>
            </a:lvl7pPr>
            <a:lvl8pPr lvl="7">
              <a:spcBef>
                <a:spcPts val="0"/>
              </a:spcBef>
              <a:spcAft>
                <a:spcPts val="0"/>
              </a:spcAft>
              <a:buSzPts val="4800"/>
              <a:buNone/>
              <a:defRPr sz="4800"/>
            </a:lvl8pPr>
            <a:lvl9pPr lvl="8">
              <a:spcBef>
                <a:spcPts val="0"/>
              </a:spcBef>
              <a:spcAft>
                <a:spcPts val="0"/>
              </a:spcAft>
              <a:buSzPts val="4800"/>
              <a:buNone/>
              <a:defRPr sz="4800"/>
            </a:lvl9pPr>
          </a:lstStyle>
          <a:p/>
        </p:txBody>
      </p:sp>
      <p:sp>
        <p:nvSpPr>
          <p:cNvPr id="34" name="Google Shape;34;p8"/>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35" name="Shape 35"/>
        <p:cNvGrpSpPr/>
        <p:nvPr/>
      </p:nvGrpSpPr>
      <p:grpSpPr>
        <a:xfrm>
          <a:off x="0" y="0"/>
          <a:ext cx="0" cy="0"/>
          <a:chOff x="0" y="0"/>
          <a:chExt cx="0" cy="0"/>
        </a:xfrm>
      </p:grpSpPr>
      <p:sp>
        <p:nvSpPr>
          <p:cNvPr id="36" name="Google Shape;36;p9"/>
          <p:cNvSpPr/>
          <p:nvPr/>
        </p:nvSpPr>
        <p:spPr>
          <a:xfrm>
            <a:off x="4572000" y="-125"/>
            <a:ext cx="4572000" cy="51435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 name="Google Shape;37;p9"/>
          <p:cNvSpPr txBox="1"/>
          <p:nvPr>
            <p:ph type="title"/>
          </p:nvPr>
        </p:nvSpPr>
        <p:spPr>
          <a:xfrm>
            <a:off x="265500" y="1233175"/>
            <a:ext cx="4045200" cy="1482300"/>
          </a:xfrm>
          <a:prstGeom prst="rect">
            <a:avLst/>
          </a:prstGeom>
        </p:spPr>
        <p:txBody>
          <a:bodyPr anchorCtr="0" anchor="b" bIns="91425" lIns="91425" spcFirstLastPara="1" rIns="91425" wrap="square" tIns="91425">
            <a:normAutofit/>
          </a:bodyPr>
          <a:lstStyle>
            <a:lvl1pPr lvl="0" algn="ctr">
              <a:spcBef>
                <a:spcPts val="0"/>
              </a:spcBef>
              <a:spcAft>
                <a:spcPts val="0"/>
              </a:spcAft>
              <a:buSzPts val="4200"/>
              <a:buNone/>
              <a:defRPr sz="4200"/>
            </a:lvl1pPr>
            <a:lvl2pPr lvl="1" algn="ctr">
              <a:spcBef>
                <a:spcPts val="0"/>
              </a:spcBef>
              <a:spcAft>
                <a:spcPts val="0"/>
              </a:spcAft>
              <a:buSzPts val="4200"/>
              <a:buNone/>
              <a:defRPr sz="4200"/>
            </a:lvl2pPr>
            <a:lvl3pPr lvl="2" algn="ctr">
              <a:spcBef>
                <a:spcPts val="0"/>
              </a:spcBef>
              <a:spcAft>
                <a:spcPts val="0"/>
              </a:spcAft>
              <a:buSzPts val="4200"/>
              <a:buNone/>
              <a:defRPr sz="4200"/>
            </a:lvl3pPr>
            <a:lvl4pPr lvl="3" algn="ctr">
              <a:spcBef>
                <a:spcPts val="0"/>
              </a:spcBef>
              <a:spcAft>
                <a:spcPts val="0"/>
              </a:spcAft>
              <a:buSzPts val="4200"/>
              <a:buNone/>
              <a:defRPr sz="4200"/>
            </a:lvl4pPr>
            <a:lvl5pPr lvl="4" algn="ctr">
              <a:spcBef>
                <a:spcPts val="0"/>
              </a:spcBef>
              <a:spcAft>
                <a:spcPts val="0"/>
              </a:spcAft>
              <a:buSzPts val="4200"/>
              <a:buNone/>
              <a:defRPr sz="4200"/>
            </a:lvl5pPr>
            <a:lvl6pPr lvl="5" algn="ctr">
              <a:spcBef>
                <a:spcPts val="0"/>
              </a:spcBef>
              <a:spcAft>
                <a:spcPts val="0"/>
              </a:spcAft>
              <a:buSzPts val="4200"/>
              <a:buNone/>
              <a:defRPr sz="4200"/>
            </a:lvl6pPr>
            <a:lvl7pPr lvl="6" algn="ctr">
              <a:spcBef>
                <a:spcPts val="0"/>
              </a:spcBef>
              <a:spcAft>
                <a:spcPts val="0"/>
              </a:spcAft>
              <a:buSzPts val="4200"/>
              <a:buNone/>
              <a:defRPr sz="4200"/>
            </a:lvl7pPr>
            <a:lvl8pPr lvl="7" algn="ctr">
              <a:spcBef>
                <a:spcPts val="0"/>
              </a:spcBef>
              <a:spcAft>
                <a:spcPts val="0"/>
              </a:spcAft>
              <a:buSzPts val="4200"/>
              <a:buNone/>
              <a:defRPr sz="4200"/>
            </a:lvl8pPr>
            <a:lvl9pPr lvl="8" algn="ctr">
              <a:spcBef>
                <a:spcPts val="0"/>
              </a:spcBef>
              <a:spcAft>
                <a:spcPts val="0"/>
              </a:spcAft>
              <a:buSzPts val="4200"/>
              <a:buNone/>
              <a:defRPr sz="4200"/>
            </a:lvl9pPr>
          </a:lstStyle>
          <a:p/>
        </p:txBody>
      </p:sp>
      <p:sp>
        <p:nvSpPr>
          <p:cNvPr id="38" name="Google Shape;38;p9"/>
          <p:cNvSpPr txBox="1"/>
          <p:nvPr>
            <p:ph idx="1" type="subTitle"/>
          </p:nvPr>
        </p:nvSpPr>
        <p:spPr>
          <a:xfrm>
            <a:off x="265500" y="2803075"/>
            <a:ext cx="4045200" cy="12351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p:txBody>
      </p:sp>
      <p:sp>
        <p:nvSpPr>
          <p:cNvPr id="39" name="Google Shape;39;p9"/>
          <p:cNvSpPr txBox="1"/>
          <p:nvPr>
            <p:ph idx="2" type="body"/>
          </p:nvPr>
        </p:nvSpPr>
        <p:spPr>
          <a:xfrm>
            <a:off x="4939500" y="724075"/>
            <a:ext cx="3837000" cy="3695100"/>
          </a:xfrm>
          <a:prstGeom prst="rect">
            <a:avLst/>
          </a:prstGeom>
        </p:spPr>
        <p:txBody>
          <a:bodyPr anchorCtr="0" anchor="ctr"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40" name="Google Shape;40;p9"/>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41" name="Shape 41"/>
        <p:cNvGrpSpPr/>
        <p:nvPr/>
      </p:nvGrpSpPr>
      <p:grpSpPr>
        <a:xfrm>
          <a:off x="0" y="0"/>
          <a:ext cx="0" cy="0"/>
          <a:chOff x="0" y="0"/>
          <a:chExt cx="0" cy="0"/>
        </a:xfrm>
      </p:grpSpPr>
      <p:sp>
        <p:nvSpPr>
          <p:cNvPr id="42" name="Google Shape;42;p10"/>
          <p:cNvSpPr txBox="1"/>
          <p:nvPr>
            <p:ph idx="1" type="body"/>
          </p:nvPr>
        </p:nvSpPr>
        <p:spPr>
          <a:xfrm>
            <a:off x="311700" y="4230575"/>
            <a:ext cx="5998800" cy="605100"/>
          </a:xfrm>
          <a:prstGeom prst="rect">
            <a:avLst/>
          </a:prstGeom>
        </p:spPr>
        <p:txBody>
          <a:bodyPr anchorCtr="0" anchor="ctr" bIns="91425" lIns="91425" spcFirstLastPara="1" rIns="91425" wrap="square" tIns="91425">
            <a:normAutofit/>
          </a:bodyPr>
          <a:lstStyle>
            <a:lvl1pPr indent="-228600" lvl="0" marL="457200">
              <a:lnSpc>
                <a:spcPct val="100000"/>
              </a:lnSpc>
              <a:spcBef>
                <a:spcPts val="0"/>
              </a:spcBef>
              <a:spcAft>
                <a:spcPts val="0"/>
              </a:spcAft>
              <a:buSzPts val="1800"/>
              <a:buNone/>
              <a:defRPr/>
            </a:lvl1pPr>
          </a:lstStyle>
          <a:p/>
        </p:txBody>
      </p:sp>
      <p:sp>
        <p:nvSpPr>
          <p:cNvPr id="43" name="Google Shape;43;p10"/>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spTree>
      <p:nvGrpSpPr>
        <p:cNvPr id="44" name="Shape 44"/>
        <p:cNvGrpSpPr/>
        <p:nvPr/>
      </p:nvGrpSpPr>
      <p:grpSpPr>
        <a:xfrm>
          <a:off x="0" y="0"/>
          <a:ext cx="0" cy="0"/>
          <a:chOff x="0" y="0"/>
          <a:chExt cx="0" cy="0"/>
        </a:xfrm>
      </p:grpSpPr>
      <p:sp>
        <p:nvSpPr>
          <p:cNvPr id="45" name="Google Shape;45;p11"/>
          <p:cNvSpPr txBox="1"/>
          <p:nvPr>
            <p:ph hasCustomPrompt="1" type="title"/>
          </p:nvPr>
        </p:nvSpPr>
        <p:spPr>
          <a:xfrm>
            <a:off x="311700" y="1106125"/>
            <a:ext cx="8520600" cy="1963500"/>
          </a:xfrm>
          <a:prstGeom prst="rect">
            <a:avLst/>
          </a:prstGeom>
        </p:spPr>
        <p:txBody>
          <a:bodyPr anchorCtr="0" anchor="b" bIns="91425" lIns="91425" spcFirstLastPara="1" rIns="91425" wrap="square" tIns="91425">
            <a:normAutofit/>
          </a:bodyPr>
          <a:lstStyle>
            <a:lvl1pPr lvl="0" algn="ctr">
              <a:spcBef>
                <a:spcPts val="0"/>
              </a:spcBef>
              <a:spcAft>
                <a:spcPts val="0"/>
              </a:spcAft>
              <a:buSzPts val="12000"/>
              <a:buNone/>
              <a:defRPr sz="12000"/>
            </a:lvl1pPr>
            <a:lvl2pPr lvl="1" algn="ctr">
              <a:spcBef>
                <a:spcPts val="0"/>
              </a:spcBef>
              <a:spcAft>
                <a:spcPts val="0"/>
              </a:spcAft>
              <a:buSzPts val="12000"/>
              <a:buNone/>
              <a:defRPr sz="12000"/>
            </a:lvl2pPr>
            <a:lvl3pPr lvl="2" algn="ctr">
              <a:spcBef>
                <a:spcPts val="0"/>
              </a:spcBef>
              <a:spcAft>
                <a:spcPts val="0"/>
              </a:spcAft>
              <a:buSzPts val="12000"/>
              <a:buNone/>
              <a:defRPr sz="12000"/>
            </a:lvl3pPr>
            <a:lvl4pPr lvl="3" algn="ctr">
              <a:spcBef>
                <a:spcPts val="0"/>
              </a:spcBef>
              <a:spcAft>
                <a:spcPts val="0"/>
              </a:spcAft>
              <a:buSzPts val="12000"/>
              <a:buNone/>
              <a:defRPr sz="12000"/>
            </a:lvl4pPr>
            <a:lvl5pPr lvl="4" algn="ctr">
              <a:spcBef>
                <a:spcPts val="0"/>
              </a:spcBef>
              <a:spcAft>
                <a:spcPts val="0"/>
              </a:spcAft>
              <a:buSzPts val="12000"/>
              <a:buNone/>
              <a:defRPr sz="12000"/>
            </a:lvl5pPr>
            <a:lvl6pPr lvl="5" algn="ctr">
              <a:spcBef>
                <a:spcPts val="0"/>
              </a:spcBef>
              <a:spcAft>
                <a:spcPts val="0"/>
              </a:spcAft>
              <a:buSzPts val="12000"/>
              <a:buNone/>
              <a:defRPr sz="12000"/>
            </a:lvl6pPr>
            <a:lvl7pPr lvl="6" algn="ctr">
              <a:spcBef>
                <a:spcPts val="0"/>
              </a:spcBef>
              <a:spcAft>
                <a:spcPts val="0"/>
              </a:spcAft>
              <a:buSzPts val="12000"/>
              <a:buNone/>
              <a:defRPr sz="12000"/>
            </a:lvl7pPr>
            <a:lvl8pPr lvl="7" algn="ctr">
              <a:spcBef>
                <a:spcPts val="0"/>
              </a:spcBef>
              <a:spcAft>
                <a:spcPts val="0"/>
              </a:spcAft>
              <a:buSzPts val="12000"/>
              <a:buNone/>
              <a:defRPr sz="12000"/>
            </a:lvl8pPr>
            <a:lvl9pPr lvl="8" algn="ctr">
              <a:spcBef>
                <a:spcPts val="0"/>
              </a:spcBef>
              <a:spcAft>
                <a:spcPts val="0"/>
              </a:spcAft>
              <a:buSzPts val="12000"/>
              <a:buNone/>
              <a:defRPr sz="12000"/>
            </a:lvl9pPr>
          </a:lstStyle>
          <a:p>
            <a:r>
              <a:t>xx%</a:t>
            </a:r>
          </a:p>
        </p:txBody>
      </p:sp>
      <p:sp>
        <p:nvSpPr>
          <p:cNvPr id="46" name="Google Shape;46;p11"/>
          <p:cNvSpPr txBox="1"/>
          <p:nvPr>
            <p:ph idx="1" type="body"/>
          </p:nvPr>
        </p:nvSpPr>
        <p:spPr>
          <a:xfrm>
            <a:off x="311700" y="3152225"/>
            <a:ext cx="8520600" cy="1300800"/>
          </a:xfrm>
          <a:prstGeom prst="rect">
            <a:avLst/>
          </a:prstGeom>
        </p:spPr>
        <p:txBody>
          <a:bodyPr anchorCtr="0" anchor="t" bIns="91425" lIns="91425" spcFirstLastPara="1" rIns="91425" wrap="square" tIns="91425">
            <a:normAutofit/>
          </a:bodyPr>
          <a:lstStyle>
            <a:lvl1pPr indent="-342900" lvl="0" marL="457200" algn="ctr">
              <a:spcBef>
                <a:spcPts val="0"/>
              </a:spcBef>
              <a:spcAft>
                <a:spcPts val="0"/>
              </a:spcAft>
              <a:buSzPts val="1800"/>
              <a:buChar char="●"/>
              <a:defRPr/>
            </a:lvl1pPr>
            <a:lvl2pPr indent="-317500" lvl="1" marL="914400" algn="ctr">
              <a:spcBef>
                <a:spcPts val="0"/>
              </a:spcBef>
              <a:spcAft>
                <a:spcPts val="0"/>
              </a:spcAft>
              <a:buSzPts val="1400"/>
              <a:buChar char="○"/>
              <a:defRPr/>
            </a:lvl2pPr>
            <a:lvl3pPr indent="-317500" lvl="2" marL="1371600" algn="ctr">
              <a:spcBef>
                <a:spcPts val="0"/>
              </a:spcBef>
              <a:spcAft>
                <a:spcPts val="0"/>
              </a:spcAft>
              <a:buSzPts val="1400"/>
              <a:buChar char="■"/>
              <a:defRPr/>
            </a:lvl3pPr>
            <a:lvl4pPr indent="-317500" lvl="3" marL="1828800" algn="ctr">
              <a:spcBef>
                <a:spcPts val="0"/>
              </a:spcBef>
              <a:spcAft>
                <a:spcPts val="0"/>
              </a:spcAft>
              <a:buSzPts val="1400"/>
              <a:buChar char="●"/>
              <a:defRPr/>
            </a:lvl4pPr>
            <a:lvl5pPr indent="-317500" lvl="4" marL="2286000" algn="ctr">
              <a:spcBef>
                <a:spcPts val="0"/>
              </a:spcBef>
              <a:spcAft>
                <a:spcPts val="0"/>
              </a:spcAft>
              <a:buSzPts val="1400"/>
              <a:buChar char="○"/>
              <a:defRPr/>
            </a:lvl5pPr>
            <a:lvl6pPr indent="-317500" lvl="5" marL="2743200" algn="ctr">
              <a:spcBef>
                <a:spcPts val="0"/>
              </a:spcBef>
              <a:spcAft>
                <a:spcPts val="0"/>
              </a:spcAft>
              <a:buSzPts val="1400"/>
              <a:buChar char="■"/>
              <a:defRPr/>
            </a:lvl6pPr>
            <a:lvl7pPr indent="-317500" lvl="6" marL="3200400" algn="ctr">
              <a:spcBef>
                <a:spcPts val="0"/>
              </a:spcBef>
              <a:spcAft>
                <a:spcPts val="0"/>
              </a:spcAft>
              <a:buSzPts val="1400"/>
              <a:buChar char="●"/>
              <a:defRPr/>
            </a:lvl7pPr>
            <a:lvl8pPr indent="-317500" lvl="7" marL="3657600" algn="ctr">
              <a:spcBef>
                <a:spcPts val="0"/>
              </a:spcBef>
              <a:spcAft>
                <a:spcPts val="0"/>
              </a:spcAft>
              <a:buSzPts val="1400"/>
              <a:buChar char="○"/>
              <a:defRPr/>
            </a:lvl8pPr>
            <a:lvl9pPr indent="-317500" lvl="8" marL="4114800" algn="ctr">
              <a:spcBef>
                <a:spcPts val="0"/>
              </a:spcBef>
              <a:spcAft>
                <a:spcPts val="0"/>
              </a:spcAft>
              <a:buSzPts val="1400"/>
              <a:buChar char="■"/>
              <a:defRPr/>
            </a:lvl9pPr>
          </a:lstStyle>
          <a:p/>
        </p:txBody>
      </p:sp>
      <p:sp>
        <p:nvSpPr>
          <p:cNvPr id="47" name="Google Shape;47;p11"/>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48" name="Shape 48"/>
        <p:cNvGrpSpPr/>
        <p:nvPr/>
      </p:nvGrpSpPr>
      <p:grpSpPr>
        <a:xfrm>
          <a:off x="0" y="0"/>
          <a:ext cx="0" cy="0"/>
          <a:chOff x="0" y="0"/>
          <a:chExt cx="0" cy="0"/>
        </a:xfrm>
      </p:grpSpPr>
      <p:sp>
        <p:nvSpPr>
          <p:cNvPr id="49" name="Google Shape;49;p1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1.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solidFill>
          <a:schemeClr val="lt1"/>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a:bodyPr>
          <a:lstStyle>
            <a:lvl1pPr lvl="0">
              <a:spcBef>
                <a:spcPts val="0"/>
              </a:spcBef>
              <a:spcAft>
                <a:spcPts val="0"/>
              </a:spcAft>
              <a:buClr>
                <a:schemeClr val="dk1"/>
              </a:buClr>
              <a:buSzPts val="2800"/>
              <a:buNone/>
              <a:defRPr sz="2800">
                <a:solidFill>
                  <a:schemeClr val="dk1"/>
                </a:solidFill>
              </a:defRPr>
            </a:lvl1pPr>
            <a:lvl2pPr lvl="1">
              <a:spcBef>
                <a:spcPts val="0"/>
              </a:spcBef>
              <a:spcAft>
                <a:spcPts val="0"/>
              </a:spcAft>
              <a:buClr>
                <a:schemeClr val="dk1"/>
              </a:buClr>
              <a:buSzPts val="2800"/>
              <a:buNone/>
              <a:defRPr sz="2800">
                <a:solidFill>
                  <a:schemeClr val="dk1"/>
                </a:solidFill>
              </a:defRPr>
            </a:lvl2pPr>
            <a:lvl3pPr lvl="2">
              <a:spcBef>
                <a:spcPts val="0"/>
              </a:spcBef>
              <a:spcAft>
                <a:spcPts val="0"/>
              </a:spcAft>
              <a:buClr>
                <a:schemeClr val="dk1"/>
              </a:buClr>
              <a:buSzPts val="2800"/>
              <a:buNone/>
              <a:defRPr sz="2800">
                <a:solidFill>
                  <a:schemeClr val="dk1"/>
                </a:solidFill>
              </a:defRPr>
            </a:lvl3pPr>
            <a:lvl4pPr lvl="3">
              <a:spcBef>
                <a:spcPts val="0"/>
              </a:spcBef>
              <a:spcAft>
                <a:spcPts val="0"/>
              </a:spcAft>
              <a:buClr>
                <a:schemeClr val="dk1"/>
              </a:buClr>
              <a:buSzPts val="2800"/>
              <a:buNone/>
              <a:defRPr sz="2800">
                <a:solidFill>
                  <a:schemeClr val="dk1"/>
                </a:solidFill>
              </a:defRPr>
            </a:lvl4pPr>
            <a:lvl5pPr lvl="4">
              <a:spcBef>
                <a:spcPts val="0"/>
              </a:spcBef>
              <a:spcAft>
                <a:spcPts val="0"/>
              </a:spcAft>
              <a:buClr>
                <a:schemeClr val="dk1"/>
              </a:buClr>
              <a:buSzPts val="2800"/>
              <a:buNone/>
              <a:defRPr sz="2800">
                <a:solidFill>
                  <a:schemeClr val="dk1"/>
                </a:solidFill>
              </a:defRPr>
            </a:lvl5pPr>
            <a:lvl6pPr lvl="5">
              <a:spcBef>
                <a:spcPts val="0"/>
              </a:spcBef>
              <a:spcAft>
                <a:spcPts val="0"/>
              </a:spcAft>
              <a:buClr>
                <a:schemeClr val="dk1"/>
              </a:buClr>
              <a:buSzPts val="2800"/>
              <a:buNone/>
              <a:defRPr sz="2800">
                <a:solidFill>
                  <a:schemeClr val="dk1"/>
                </a:solidFill>
              </a:defRPr>
            </a:lvl6pPr>
            <a:lvl7pPr lvl="6">
              <a:spcBef>
                <a:spcPts val="0"/>
              </a:spcBef>
              <a:spcAft>
                <a:spcPts val="0"/>
              </a:spcAft>
              <a:buClr>
                <a:schemeClr val="dk1"/>
              </a:buClr>
              <a:buSzPts val="2800"/>
              <a:buNone/>
              <a:defRPr sz="2800">
                <a:solidFill>
                  <a:schemeClr val="dk1"/>
                </a:solidFill>
              </a:defRPr>
            </a:lvl7pPr>
            <a:lvl8pPr lvl="7">
              <a:spcBef>
                <a:spcPts val="0"/>
              </a:spcBef>
              <a:spcAft>
                <a:spcPts val="0"/>
              </a:spcAft>
              <a:buClr>
                <a:schemeClr val="dk1"/>
              </a:buClr>
              <a:buSzPts val="2800"/>
              <a:buNone/>
              <a:defRPr sz="2800">
                <a:solidFill>
                  <a:schemeClr val="dk1"/>
                </a:solidFill>
              </a:defRPr>
            </a:lvl8pPr>
            <a:lvl9pPr lvl="8">
              <a:spcBef>
                <a:spcPts val="0"/>
              </a:spcBef>
              <a:spcAft>
                <a:spcPts val="0"/>
              </a:spcAft>
              <a:buClr>
                <a:schemeClr val="dk1"/>
              </a:buClr>
              <a:buSzPts val="2800"/>
              <a:buNone/>
              <a:defRPr sz="2800">
                <a:solidFill>
                  <a:schemeClr val="dk1"/>
                </a:solidFill>
              </a:defRPr>
            </a:lvl9pPr>
          </a:lstStyle>
          <a:p/>
        </p:txBody>
      </p:sp>
      <p:sp>
        <p:nvSpPr>
          <p:cNvPr id="7" name="Google Shape;7;p1"/>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rmAutofit/>
          </a:bodyPr>
          <a:lstStyle>
            <a:lvl1pPr indent="-342900" lvl="0" marL="457200">
              <a:lnSpc>
                <a:spcPct val="115000"/>
              </a:lnSpc>
              <a:spcBef>
                <a:spcPts val="0"/>
              </a:spcBef>
              <a:spcAft>
                <a:spcPts val="0"/>
              </a:spcAft>
              <a:buClr>
                <a:schemeClr val="dk2"/>
              </a:buClr>
              <a:buSzPts val="1800"/>
              <a:buChar char="●"/>
              <a:defRPr sz="1800">
                <a:solidFill>
                  <a:schemeClr val="dk2"/>
                </a:solidFill>
              </a:defRPr>
            </a:lvl1pPr>
            <a:lvl2pPr indent="-317500" lvl="1" marL="914400">
              <a:lnSpc>
                <a:spcPct val="115000"/>
              </a:lnSpc>
              <a:spcBef>
                <a:spcPts val="0"/>
              </a:spcBef>
              <a:spcAft>
                <a:spcPts val="0"/>
              </a:spcAft>
              <a:buClr>
                <a:schemeClr val="dk2"/>
              </a:buClr>
              <a:buSzPts val="1400"/>
              <a:buChar char="○"/>
              <a:defRPr>
                <a:solidFill>
                  <a:schemeClr val="dk2"/>
                </a:solidFill>
              </a:defRPr>
            </a:lvl2pPr>
            <a:lvl3pPr indent="-317500" lvl="2" marL="1371600">
              <a:lnSpc>
                <a:spcPct val="115000"/>
              </a:lnSpc>
              <a:spcBef>
                <a:spcPts val="0"/>
              </a:spcBef>
              <a:spcAft>
                <a:spcPts val="0"/>
              </a:spcAft>
              <a:buClr>
                <a:schemeClr val="dk2"/>
              </a:buClr>
              <a:buSzPts val="1400"/>
              <a:buChar char="■"/>
              <a:defRPr>
                <a:solidFill>
                  <a:schemeClr val="dk2"/>
                </a:solidFill>
              </a:defRPr>
            </a:lvl3pPr>
            <a:lvl4pPr indent="-317500" lvl="3" marL="1828800">
              <a:lnSpc>
                <a:spcPct val="115000"/>
              </a:lnSpc>
              <a:spcBef>
                <a:spcPts val="0"/>
              </a:spcBef>
              <a:spcAft>
                <a:spcPts val="0"/>
              </a:spcAft>
              <a:buClr>
                <a:schemeClr val="dk2"/>
              </a:buClr>
              <a:buSzPts val="1400"/>
              <a:buChar char="●"/>
              <a:defRPr>
                <a:solidFill>
                  <a:schemeClr val="dk2"/>
                </a:solidFill>
              </a:defRPr>
            </a:lvl4pPr>
            <a:lvl5pPr indent="-317500" lvl="4" marL="2286000">
              <a:lnSpc>
                <a:spcPct val="115000"/>
              </a:lnSpc>
              <a:spcBef>
                <a:spcPts val="0"/>
              </a:spcBef>
              <a:spcAft>
                <a:spcPts val="0"/>
              </a:spcAft>
              <a:buClr>
                <a:schemeClr val="dk2"/>
              </a:buClr>
              <a:buSzPts val="1400"/>
              <a:buChar char="○"/>
              <a:defRPr>
                <a:solidFill>
                  <a:schemeClr val="dk2"/>
                </a:solidFill>
              </a:defRPr>
            </a:lvl5pPr>
            <a:lvl6pPr indent="-317500" lvl="5" marL="2743200">
              <a:lnSpc>
                <a:spcPct val="115000"/>
              </a:lnSpc>
              <a:spcBef>
                <a:spcPts val="0"/>
              </a:spcBef>
              <a:spcAft>
                <a:spcPts val="0"/>
              </a:spcAft>
              <a:buClr>
                <a:schemeClr val="dk2"/>
              </a:buClr>
              <a:buSzPts val="1400"/>
              <a:buChar char="■"/>
              <a:defRPr>
                <a:solidFill>
                  <a:schemeClr val="dk2"/>
                </a:solidFill>
              </a:defRPr>
            </a:lvl6pPr>
            <a:lvl7pPr indent="-317500" lvl="6" marL="3200400">
              <a:lnSpc>
                <a:spcPct val="115000"/>
              </a:lnSpc>
              <a:spcBef>
                <a:spcPts val="0"/>
              </a:spcBef>
              <a:spcAft>
                <a:spcPts val="0"/>
              </a:spcAft>
              <a:buClr>
                <a:schemeClr val="dk2"/>
              </a:buClr>
              <a:buSzPts val="1400"/>
              <a:buChar char="●"/>
              <a:defRPr>
                <a:solidFill>
                  <a:schemeClr val="dk2"/>
                </a:solidFill>
              </a:defRPr>
            </a:lvl7pPr>
            <a:lvl8pPr indent="-317500" lvl="7" marL="3657600">
              <a:lnSpc>
                <a:spcPct val="115000"/>
              </a:lnSpc>
              <a:spcBef>
                <a:spcPts val="0"/>
              </a:spcBef>
              <a:spcAft>
                <a:spcPts val="0"/>
              </a:spcAft>
              <a:buClr>
                <a:schemeClr val="dk2"/>
              </a:buClr>
              <a:buSzPts val="1400"/>
              <a:buChar char="○"/>
              <a:defRPr>
                <a:solidFill>
                  <a:schemeClr val="dk2"/>
                </a:solidFill>
              </a:defRPr>
            </a:lvl8pPr>
            <a:lvl9pPr indent="-317500" lvl="8" marL="4114800">
              <a:lnSpc>
                <a:spcPct val="115000"/>
              </a:lnSpc>
              <a:spcBef>
                <a:spcPts val="0"/>
              </a:spcBef>
              <a:spcAft>
                <a:spcPts val="0"/>
              </a:spcAft>
              <a:buClr>
                <a:schemeClr val="dk2"/>
              </a:buClr>
              <a:buSzPts val="1400"/>
              <a:buChar char="■"/>
              <a:defRPr>
                <a:solidFill>
                  <a:schemeClr val="dk2"/>
                </a:solidFill>
              </a:defRPr>
            </a:lvl9pPr>
          </a:lstStyle>
          <a:p/>
        </p:txBody>
      </p:sp>
      <p:sp>
        <p:nvSpPr>
          <p:cNvPr id="8" name="Google Shape;8;p1"/>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lvl="0" algn="r">
              <a:buNone/>
              <a:defRPr sz="1000">
                <a:solidFill>
                  <a:schemeClr val="dk2"/>
                </a:solidFill>
              </a:defRPr>
            </a:lvl1pPr>
            <a:lvl2pPr lvl="1" algn="r">
              <a:buNone/>
              <a:defRPr sz="1000">
                <a:solidFill>
                  <a:schemeClr val="dk2"/>
                </a:solidFill>
              </a:defRPr>
            </a:lvl2pPr>
            <a:lvl3pPr lvl="2" algn="r">
              <a:buNone/>
              <a:defRPr sz="1000">
                <a:solidFill>
                  <a:schemeClr val="dk2"/>
                </a:solidFill>
              </a:defRPr>
            </a:lvl3pPr>
            <a:lvl4pPr lvl="3" algn="r">
              <a:buNone/>
              <a:defRPr sz="1000">
                <a:solidFill>
                  <a:schemeClr val="dk2"/>
                </a:solidFill>
              </a:defRPr>
            </a:lvl4pPr>
            <a:lvl5pPr lvl="4" algn="r">
              <a:buNone/>
              <a:defRPr sz="1000">
                <a:solidFill>
                  <a:schemeClr val="dk2"/>
                </a:solidFill>
              </a:defRPr>
            </a:lvl5pPr>
            <a:lvl6pPr lvl="5" algn="r">
              <a:buNone/>
              <a:defRPr sz="1000">
                <a:solidFill>
                  <a:schemeClr val="dk2"/>
                </a:solidFill>
              </a:defRPr>
            </a:lvl6pPr>
            <a:lvl7pPr lvl="6" algn="r">
              <a:buNone/>
              <a:defRPr sz="1000">
                <a:solidFill>
                  <a:schemeClr val="dk2"/>
                </a:solidFill>
              </a:defRPr>
            </a:lvl7pPr>
            <a:lvl8pPr lvl="7" algn="r">
              <a:buNone/>
              <a:defRPr sz="1000">
                <a:solidFill>
                  <a:schemeClr val="dk2"/>
                </a:solidFill>
              </a:defRPr>
            </a:lvl8pPr>
            <a:lvl9pPr lvl="8" algn="r">
              <a:buNone/>
              <a:defRPr sz="1000">
                <a:solidFill>
                  <a:schemeClr val="dk2"/>
                </a:solidFill>
              </a:defRPr>
            </a:lvl9pPr>
          </a:lstStyle>
          <a:p>
            <a:pPr indent="0" lvl="0" marL="0" rtl="0" algn="r">
              <a:spcBef>
                <a:spcPts val="0"/>
              </a:spcBef>
              <a:spcAft>
                <a:spcPts val="0"/>
              </a:spcAft>
              <a:buNone/>
            </a:pPr>
            <a:fld id="{00000000-1234-1234-1234-123412341234}" type="slidenum">
              <a:rPr lang="en"/>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2.jpg"/><Relationship Id="rId4" Type="http://schemas.openxmlformats.org/officeDocument/2006/relationships/image" Target="../media/image12.png"/><Relationship Id="rId5" Type="http://schemas.openxmlformats.org/officeDocument/2006/relationships/image" Target="../media/image11.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xml"/><Relationship Id="rId3" Type="http://schemas.openxmlformats.org/officeDocument/2006/relationships/image" Target="../media/image12.png"/><Relationship Id="rId4" Type="http://schemas.openxmlformats.org/officeDocument/2006/relationships/image" Target="../media/image3.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xml"/><Relationship Id="rId3" Type="http://schemas.openxmlformats.org/officeDocument/2006/relationships/image" Target="../media/image12.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xml"/><Relationship Id="rId3" Type="http://schemas.openxmlformats.org/officeDocument/2006/relationships/image" Target="../media/image12.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xml"/><Relationship Id="rId3" Type="http://schemas.openxmlformats.org/officeDocument/2006/relationships/image" Target="../media/image1.png"/><Relationship Id="rId4" Type="http://schemas.openxmlformats.org/officeDocument/2006/relationships/image" Target="../media/image12.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xml"/><Relationship Id="rId3" Type="http://schemas.openxmlformats.org/officeDocument/2006/relationships/image" Target="../media/image12.png"/><Relationship Id="rId4" Type="http://schemas.openxmlformats.org/officeDocument/2006/relationships/image" Target="../media/image22.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xml"/><Relationship Id="rId3" Type="http://schemas.openxmlformats.org/officeDocument/2006/relationships/image" Target="../media/image12.png"/><Relationship Id="rId4" Type="http://schemas.openxmlformats.org/officeDocument/2006/relationships/image" Target="../media/image27.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xml"/><Relationship Id="rId3" Type="http://schemas.openxmlformats.org/officeDocument/2006/relationships/image" Target="../media/image12.png"/><Relationship Id="rId4" Type="http://schemas.openxmlformats.org/officeDocument/2006/relationships/image" Target="../media/image28.png"/><Relationship Id="rId5" Type="http://schemas.openxmlformats.org/officeDocument/2006/relationships/image" Target="../media/image14.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9.xml"/><Relationship Id="rId3" Type="http://schemas.openxmlformats.org/officeDocument/2006/relationships/image" Target="../media/image12.png"/><Relationship Id="rId4" Type="http://schemas.openxmlformats.org/officeDocument/2006/relationships/image" Target="../media/image43.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0.xml"/><Relationship Id="rId3" Type="http://schemas.openxmlformats.org/officeDocument/2006/relationships/image" Target="../media/image12.png"/><Relationship Id="rId4" Type="http://schemas.openxmlformats.org/officeDocument/2006/relationships/image" Target="../media/image5.png"/><Relationship Id="rId5" Type="http://schemas.openxmlformats.org/officeDocument/2006/relationships/image" Target="../media/image4.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1.xml"/><Relationship Id="rId3" Type="http://schemas.openxmlformats.org/officeDocument/2006/relationships/image" Target="../media/image12.png"/><Relationship Id="rId4" Type="http://schemas.openxmlformats.org/officeDocument/2006/relationships/image" Target="../media/image19.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2.xml"/><Relationship Id="rId3" Type="http://schemas.openxmlformats.org/officeDocument/2006/relationships/image" Target="../media/image12.png"/><Relationship Id="rId4" Type="http://schemas.openxmlformats.org/officeDocument/2006/relationships/image" Target="../media/image15.png"/><Relationship Id="rId5" Type="http://schemas.openxmlformats.org/officeDocument/2006/relationships/image" Target="../media/image24.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3.xml"/><Relationship Id="rId3" Type="http://schemas.openxmlformats.org/officeDocument/2006/relationships/image" Target="../media/image1.png"/><Relationship Id="rId4" Type="http://schemas.openxmlformats.org/officeDocument/2006/relationships/image" Target="../media/image12.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4.xml"/><Relationship Id="rId3" Type="http://schemas.openxmlformats.org/officeDocument/2006/relationships/image" Target="../media/image12.png"/><Relationship Id="rId4" Type="http://schemas.openxmlformats.org/officeDocument/2006/relationships/image" Target="../media/image29.jp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5.xml"/><Relationship Id="rId3" Type="http://schemas.openxmlformats.org/officeDocument/2006/relationships/image" Target="../media/image12.png"/><Relationship Id="rId4" Type="http://schemas.openxmlformats.org/officeDocument/2006/relationships/image" Target="../media/image9.jp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6.xml"/><Relationship Id="rId3" Type="http://schemas.openxmlformats.org/officeDocument/2006/relationships/image" Target="../media/image12.png"/><Relationship Id="rId4" Type="http://schemas.openxmlformats.org/officeDocument/2006/relationships/image" Target="../media/image10.png"/><Relationship Id="rId5" Type="http://schemas.openxmlformats.org/officeDocument/2006/relationships/image" Target="../media/image8.png"/><Relationship Id="rId6" Type="http://schemas.openxmlformats.org/officeDocument/2006/relationships/image" Target="../media/image7.png"/><Relationship Id="rId7" Type="http://schemas.openxmlformats.org/officeDocument/2006/relationships/image" Target="../media/image31.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7.xml"/><Relationship Id="rId3" Type="http://schemas.openxmlformats.org/officeDocument/2006/relationships/image" Target="../media/image12.png"/><Relationship Id="rId4" Type="http://schemas.openxmlformats.org/officeDocument/2006/relationships/image" Target="../media/image40.png"/><Relationship Id="rId5" Type="http://schemas.openxmlformats.org/officeDocument/2006/relationships/image" Target="../media/image45.png"/><Relationship Id="rId6" Type="http://schemas.openxmlformats.org/officeDocument/2006/relationships/image" Target="../media/image13.png"/><Relationship Id="rId7" Type="http://schemas.openxmlformats.org/officeDocument/2006/relationships/image" Target="../media/image21.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8.xml"/><Relationship Id="rId3" Type="http://schemas.openxmlformats.org/officeDocument/2006/relationships/image" Target="../media/image12.png"/><Relationship Id="rId4" Type="http://schemas.openxmlformats.org/officeDocument/2006/relationships/image" Target="../media/image38.pn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9.xml"/><Relationship Id="rId3" Type="http://schemas.openxmlformats.org/officeDocument/2006/relationships/image" Target="../media/image1.png"/><Relationship Id="rId4" Type="http://schemas.openxmlformats.org/officeDocument/2006/relationships/image" Target="../media/image12.pn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1.xml"/><Relationship Id="rId3" Type="http://schemas.openxmlformats.org/officeDocument/2006/relationships/image" Target="../media/image12.png"/><Relationship Id="rId4" Type="http://schemas.openxmlformats.org/officeDocument/2006/relationships/image" Target="../media/image41.png"/></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2.xml"/><Relationship Id="rId3" Type="http://schemas.openxmlformats.org/officeDocument/2006/relationships/image" Target="../media/image35.png"/></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3.xml"/><Relationship Id="rId3" Type="http://schemas.openxmlformats.org/officeDocument/2006/relationships/image" Target="../media/image12.png"/><Relationship Id="rId4" Type="http://schemas.openxmlformats.org/officeDocument/2006/relationships/image" Target="../media/image50.png"/></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4.xml"/><Relationship Id="rId3" Type="http://schemas.openxmlformats.org/officeDocument/2006/relationships/image" Target="../media/image1.png"/><Relationship Id="rId4" Type="http://schemas.openxmlformats.org/officeDocument/2006/relationships/image" Target="../media/image12.png"/></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5.xml"/><Relationship Id="rId3" Type="http://schemas.openxmlformats.org/officeDocument/2006/relationships/image" Target="../media/image12.png"/><Relationship Id="rId4" Type="http://schemas.openxmlformats.org/officeDocument/2006/relationships/image" Target="../media/image18.png"/><Relationship Id="rId5" Type="http://schemas.openxmlformats.org/officeDocument/2006/relationships/image" Target="../media/image16.png"/></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6.xml"/><Relationship Id="rId3" Type="http://schemas.openxmlformats.org/officeDocument/2006/relationships/image" Target="../media/image12.png"/><Relationship Id="rId4" Type="http://schemas.openxmlformats.org/officeDocument/2006/relationships/image" Target="../media/image20.png"/><Relationship Id="rId5" Type="http://schemas.openxmlformats.org/officeDocument/2006/relationships/image" Target="../media/image17.png"/><Relationship Id="rId6" Type="http://schemas.openxmlformats.org/officeDocument/2006/relationships/image" Target="../media/image25.png"/></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7.xml"/><Relationship Id="rId3" Type="http://schemas.openxmlformats.org/officeDocument/2006/relationships/image" Target="../media/image12.png"/><Relationship Id="rId4" Type="http://schemas.openxmlformats.org/officeDocument/2006/relationships/image" Target="../media/image51.png"/><Relationship Id="rId5" Type="http://schemas.openxmlformats.org/officeDocument/2006/relationships/image" Target="../media/image23.png"/></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8.xml"/><Relationship Id="rId3" Type="http://schemas.openxmlformats.org/officeDocument/2006/relationships/image" Target="../media/image12.png"/><Relationship Id="rId4" Type="http://schemas.openxmlformats.org/officeDocument/2006/relationships/image" Target="../media/image26.png"/><Relationship Id="rId5" Type="http://schemas.openxmlformats.org/officeDocument/2006/relationships/image" Target="../media/image39.png"/><Relationship Id="rId6" Type="http://schemas.openxmlformats.org/officeDocument/2006/relationships/image" Target="../media/image46.png"/></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9.xml"/><Relationship Id="rId3" Type="http://schemas.openxmlformats.org/officeDocument/2006/relationships/image" Target="../media/image1.png"/><Relationship Id="rId4" Type="http://schemas.openxmlformats.org/officeDocument/2006/relationships/image" Target="../media/image12.png"/></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0.xml"/><Relationship Id="rId3" Type="http://schemas.openxmlformats.org/officeDocument/2006/relationships/image" Target="../media/image12.png"/><Relationship Id="rId4" Type="http://schemas.openxmlformats.org/officeDocument/2006/relationships/image" Target="../media/image44.png"/><Relationship Id="rId5" Type="http://schemas.openxmlformats.org/officeDocument/2006/relationships/image" Target="../media/image48.png"/></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1.xml"/><Relationship Id="rId3" Type="http://schemas.openxmlformats.org/officeDocument/2006/relationships/image" Target="../media/image12.png"/><Relationship Id="rId4" Type="http://schemas.openxmlformats.org/officeDocument/2006/relationships/image" Target="../media/image36.png"/><Relationship Id="rId5" Type="http://schemas.openxmlformats.org/officeDocument/2006/relationships/image" Target="../media/image30.png"/></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2.xml"/><Relationship Id="rId3" Type="http://schemas.openxmlformats.org/officeDocument/2006/relationships/image" Target="../media/image12.png"/><Relationship Id="rId4" Type="http://schemas.openxmlformats.org/officeDocument/2006/relationships/image" Target="../media/image37.png"/><Relationship Id="rId5" Type="http://schemas.openxmlformats.org/officeDocument/2006/relationships/image" Target="../media/image33.png"/></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3.xml"/><Relationship Id="rId3" Type="http://schemas.openxmlformats.org/officeDocument/2006/relationships/image" Target="../media/image12.png"/><Relationship Id="rId4" Type="http://schemas.openxmlformats.org/officeDocument/2006/relationships/image" Target="../media/image32.png"/><Relationship Id="rId5" Type="http://schemas.openxmlformats.org/officeDocument/2006/relationships/image" Target="../media/image34.png"/></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4.xml"/><Relationship Id="rId3" Type="http://schemas.openxmlformats.org/officeDocument/2006/relationships/image" Target="../media/image1.png"/><Relationship Id="rId4" Type="http://schemas.openxmlformats.org/officeDocument/2006/relationships/image" Target="../media/image12.png"/></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5.xml"/><Relationship Id="rId3" Type="http://schemas.openxmlformats.org/officeDocument/2006/relationships/image" Target="../media/image12.png"/><Relationship Id="rId4" Type="http://schemas.openxmlformats.org/officeDocument/2006/relationships/image" Target="../media/image42.png"/></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6.xml"/><Relationship Id="rId3" Type="http://schemas.openxmlformats.org/officeDocument/2006/relationships/hyperlink" Target="https://docs.google.com/spreadsheets/d/13Sb-plQeWSAvOBzUxBtpeFL5Knh3YZKE/edit?usp=sharing&amp;ouid=106019899984132155279&amp;rtpof=true&amp;sd=true" TargetMode="External"/><Relationship Id="rId4" Type="http://schemas.openxmlformats.org/officeDocument/2006/relationships/hyperlink" Target="https://github.com/3lover/TAMU-MateROV" TargetMode="External"/><Relationship Id="rId5" Type="http://schemas.openxmlformats.org/officeDocument/2006/relationships/image" Target="../media/image12.png"/><Relationship Id="rId6" Type="http://schemas.openxmlformats.org/officeDocument/2006/relationships/hyperlink" Target="https://docs.google.com/presentation/d/11i2QsbjUBQXD1KpdW5D996HzfK-u_IbtbNsUVuDmje8/edit?usp=sharing" TargetMode="External"/><Relationship Id="rId7" Type="http://schemas.openxmlformats.org/officeDocument/2006/relationships/hyperlink" Target="https://docs.google.com/document/d/1XNE299L63b-dpCqDiJaWjMK25-1Y6N57GiESh_j6shU/edit?usp=sharing" TargetMode="Externa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7.xml"/><Relationship Id="rId3" Type="http://schemas.openxmlformats.org/officeDocument/2006/relationships/image" Target="../media/image47.png"/><Relationship Id="rId4" Type="http://schemas.openxmlformats.org/officeDocument/2006/relationships/image" Target="../media/image49.png"/></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3" name="Shape 53"/>
        <p:cNvGrpSpPr/>
        <p:nvPr/>
      </p:nvGrpSpPr>
      <p:grpSpPr>
        <a:xfrm>
          <a:off x="0" y="0"/>
          <a:ext cx="0" cy="0"/>
          <a:chOff x="0" y="0"/>
          <a:chExt cx="0" cy="0"/>
        </a:xfrm>
      </p:grpSpPr>
      <p:pic>
        <p:nvPicPr>
          <p:cNvPr id="54" name="Google Shape;54;p13"/>
          <p:cNvPicPr preferRelativeResize="0"/>
          <p:nvPr/>
        </p:nvPicPr>
        <p:blipFill>
          <a:blip r:embed="rId3">
            <a:alphaModFix/>
          </a:blip>
          <a:stretch>
            <a:fillRect/>
          </a:stretch>
        </p:blipFill>
        <p:spPr>
          <a:xfrm>
            <a:off x="0" y="0"/>
            <a:ext cx="9143990" cy="5143500"/>
          </a:xfrm>
          <a:prstGeom prst="rect">
            <a:avLst/>
          </a:prstGeom>
          <a:noFill/>
          <a:ln>
            <a:noFill/>
          </a:ln>
        </p:spPr>
      </p:pic>
      <p:sp>
        <p:nvSpPr>
          <p:cNvPr id="55" name="Google Shape;55;p13"/>
          <p:cNvSpPr txBox="1"/>
          <p:nvPr/>
        </p:nvSpPr>
        <p:spPr>
          <a:xfrm>
            <a:off x="1130750" y="1663650"/>
            <a:ext cx="5187300" cy="9081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4700">
                <a:solidFill>
                  <a:schemeClr val="lt1"/>
                </a:solidFill>
                <a:latin typeface="Balthazar"/>
                <a:ea typeface="Balthazar"/>
                <a:cs typeface="Balthazar"/>
                <a:sym typeface="Balthazar"/>
              </a:rPr>
              <a:t>Team Oceanus</a:t>
            </a:r>
            <a:endParaRPr sz="4700">
              <a:solidFill>
                <a:schemeClr val="lt1"/>
              </a:solidFill>
              <a:latin typeface="Balthazar"/>
              <a:ea typeface="Balthazar"/>
              <a:cs typeface="Balthazar"/>
              <a:sym typeface="Balthazar"/>
            </a:endParaRPr>
          </a:p>
        </p:txBody>
      </p:sp>
      <p:cxnSp>
        <p:nvCxnSpPr>
          <p:cNvPr id="56" name="Google Shape;56;p13"/>
          <p:cNvCxnSpPr/>
          <p:nvPr/>
        </p:nvCxnSpPr>
        <p:spPr>
          <a:xfrm flipH="1" rot="10800000">
            <a:off x="1186075" y="2388875"/>
            <a:ext cx="4811700" cy="32700"/>
          </a:xfrm>
          <a:prstGeom prst="straightConnector1">
            <a:avLst/>
          </a:prstGeom>
          <a:noFill/>
          <a:ln cap="flat" cmpd="sng" w="28575">
            <a:solidFill>
              <a:schemeClr val="lt1"/>
            </a:solidFill>
            <a:prstDash val="solid"/>
            <a:round/>
            <a:headEnd len="med" w="med" type="none"/>
            <a:tailEnd len="med" w="med" type="none"/>
          </a:ln>
        </p:spPr>
      </p:cxnSp>
      <p:sp>
        <p:nvSpPr>
          <p:cNvPr id="57" name="Google Shape;57;p13"/>
          <p:cNvSpPr txBox="1"/>
          <p:nvPr/>
        </p:nvSpPr>
        <p:spPr>
          <a:xfrm>
            <a:off x="1186075" y="2421575"/>
            <a:ext cx="3264300" cy="4617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1800">
                <a:solidFill>
                  <a:schemeClr val="lt1"/>
                </a:solidFill>
                <a:latin typeface="Oswald"/>
                <a:ea typeface="Oswald"/>
                <a:cs typeface="Oswald"/>
                <a:sym typeface="Oswald"/>
              </a:rPr>
              <a:t>End of Semester Presentation</a:t>
            </a:r>
            <a:endParaRPr sz="1800">
              <a:solidFill>
                <a:schemeClr val="lt1"/>
              </a:solidFill>
              <a:latin typeface="Oswald"/>
              <a:ea typeface="Oswald"/>
              <a:cs typeface="Oswald"/>
              <a:sym typeface="Oswald"/>
            </a:endParaRPr>
          </a:p>
        </p:txBody>
      </p:sp>
      <p:pic>
        <p:nvPicPr>
          <p:cNvPr id="58" name="Google Shape;58;p13"/>
          <p:cNvPicPr preferRelativeResize="0"/>
          <p:nvPr/>
        </p:nvPicPr>
        <p:blipFill>
          <a:blip r:embed="rId4">
            <a:alphaModFix/>
          </a:blip>
          <a:stretch>
            <a:fillRect/>
          </a:stretch>
        </p:blipFill>
        <p:spPr>
          <a:xfrm>
            <a:off x="6776600" y="996075"/>
            <a:ext cx="817326" cy="817326"/>
          </a:xfrm>
          <a:prstGeom prst="rect">
            <a:avLst/>
          </a:prstGeom>
          <a:noFill/>
          <a:ln>
            <a:noFill/>
          </a:ln>
        </p:spPr>
      </p:pic>
      <p:pic>
        <p:nvPicPr>
          <p:cNvPr id="59" name="Google Shape;59;p13" title="IMG_35131-removebg-preview.png"/>
          <p:cNvPicPr preferRelativeResize="0"/>
          <p:nvPr/>
        </p:nvPicPr>
        <p:blipFill rotWithShape="1">
          <a:blip r:embed="rId5">
            <a:alphaModFix/>
          </a:blip>
          <a:srcRect b="25914" l="0" r="0" t="7587"/>
          <a:stretch/>
        </p:blipFill>
        <p:spPr>
          <a:xfrm>
            <a:off x="5416462" y="1922675"/>
            <a:ext cx="3537600" cy="2385650"/>
          </a:xfrm>
          <a:prstGeom prst="rect">
            <a:avLst/>
          </a:prstGeom>
          <a:noFill/>
          <a:ln>
            <a:noFill/>
          </a:ln>
        </p:spPr>
      </p:pic>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dk1"/>
        </a:solidFill>
      </p:bgPr>
    </p:bg>
    <p:spTree>
      <p:nvGrpSpPr>
        <p:cNvPr id="63" name="Shape 63"/>
        <p:cNvGrpSpPr/>
        <p:nvPr/>
      </p:nvGrpSpPr>
      <p:grpSpPr>
        <a:xfrm>
          <a:off x="0" y="0"/>
          <a:ext cx="0" cy="0"/>
          <a:chOff x="0" y="0"/>
          <a:chExt cx="0" cy="0"/>
        </a:xfrm>
      </p:grpSpPr>
      <p:sp>
        <p:nvSpPr>
          <p:cNvPr id="64" name="Google Shape;64;p14"/>
          <p:cNvSpPr/>
          <p:nvPr/>
        </p:nvSpPr>
        <p:spPr>
          <a:xfrm>
            <a:off x="241775" y="270250"/>
            <a:ext cx="8662800" cy="4680300"/>
          </a:xfrm>
          <a:prstGeom prst="rect">
            <a:avLst/>
          </a:prstGeom>
          <a:solidFill>
            <a:srgbClr val="0A1735"/>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cxnSp>
        <p:nvCxnSpPr>
          <p:cNvPr id="65" name="Google Shape;65;p14"/>
          <p:cNvCxnSpPr/>
          <p:nvPr/>
        </p:nvCxnSpPr>
        <p:spPr>
          <a:xfrm>
            <a:off x="595650" y="915550"/>
            <a:ext cx="5331000" cy="1500"/>
          </a:xfrm>
          <a:prstGeom prst="straightConnector1">
            <a:avLst/>
          </a:prstGeom>
          <a:noFill/>
          <a:ln cap="flat" cmpd="sng" w="19050">
            <a:solidFill>
              <a:schemeClr val="lt1"/>
            </a:solidFill>
            <a:prstDash val="solid"/>
            <a:round/>
            <a:headEnd len="med" w="med" type="none"/>
            <a:tailEnd len="med" w="med" type="none"/>
          </a:ln>
        </p:spPr>
      </p:cxnSp>
      <p:sp>
        <p:nvSpPr>
          <p:cNvPr id="66" name="Google Shape;66;p14"/>
          <p:cNvSpPr txBox="1"/>
          <p:nvPr/>
        </p:nvSpPr>
        <p:spPr>
          <a:xfrm>
            <a:off x="519700" y="354700"/>
            <a:ext cx="5736000" cy="5001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3400">
                <a:solidFill>
                  <a:schemeClr val="lt1"/>
                </a:solidFill>
                <a:latin typeface="Balthazar"/>
                <a:ea typeface="Balthazar"/>
                <a:cs typeface="Balthazar"/>
                <a:sym typeface="Balthazar"/>
              </a:rPr>
              <a:t>Team Organization</a:t>
            </a:r>
            <a:endParaRPr sz="3400">
              <a:solidFill>
                <a:schemeClr val="lt1"/>
              </a:solidFill>
              <a:latin typeface="Balthazar"/>
              <a:ea typeface="Balthazar"/>
              <a:cs typeface="Balthazar"/>
              <a:sym typeface="Balthazar"/>
            </a:endParaRPr>
          </a:p>
        </p:txBody>
      </p:sp>
      <p:pic>
        <p:nvPicPr>
          <p:cNvPr id="67" name="Google Shape;67;p14"/>
          <p:cNvPicPr preferRelativeResize="0"/>
          <p:nvPr/>
        </p:nvPicPr>
        <p:blipFill>
          <a:blip r:embed="rId3">
            <a:alphaModFix/>
          </a:blip>
          <a:stretch>
            <a:fillRect/>
          </a:stretch>
        </p:blipFill>
        <p:spPr>
          <a:xfrm>
            <a:off x="8322900" y="403175"/>
            <a:ext cx="451625" cy="451625"/>
          </a:xfrm>
          <a:prstGeom prst="rect">
            <a:avLst/>
          </a:prstGeom>
          <a:noFill/>
          <a:ln>
            <a:noFill/>
          </a:ln>
        </p:spPr>
      </p:pic>
      <p:sp>
        <p:nvSpPr>
          <p:cNvPr id="68" name="Google Shape;68;p14"/>
          <p:cNvSpPr txBox="1"/>
          <p:nvPr/>
        </p:nvSpPr>
        <p:spPr>
          <a:xfrm>
            <a:off x="6161367" y="4585450"/>
            <a:ext cx="2743200" cy="365100"/>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r>
              <a:rPr lang="en" sz="2200">
                <a:solidFill>
                  <a:srgbClr val="FFFFFF"/>
                </a:solidFill>
                <a:latin typeface="Balthazar"/>
                <a:ea typeface="Balthazar"/>
                <a:cs typeface="Balthazar"/>
                <a:sym typeface="Balthazar"/>
              </a:rPr>
              <a:t>2</a:t>
            </a:r>
            <a:endParaRPr sz="2200">
              <a:solidFill>
                <a:srgbClr val="FFFFFF"/>
              </a:solidFill>
              <a:latin typeface="Balthazar"/>
              <a:ea typeface="Balthazar"/>
              <a:cs typeface="Balthazar"/>
              <a:sym typeface="Balthazar"/>
            </a:endParaRPr>
          </a:p>
        </p:txBody>
      </p:sp>
      <p:pic>
        <p:nvPicPr>
          <p:cNvPr id="69" name="Google Shape;69;p14"/>
          <p:cNvPicPr preferRelativeResize="0"/>
          <p:nvPr/>
        </p:nvPicPr>
        <p:blipFill rotWithShape="1">
          <a:blip r:embed="rId4">
            <a:alphaModFix/>
          </a:blip>
          <a:srcRect b="0" l="0" r="0" t="1264"/>
          <a:stretch/>
        </p:blipFill>
        <p:spPr>
          <a:xfrm>
            <a:off x="13000" y="64825"/>
            <a:ext cx="9118000" cy="5078674"/>
          </a:xfrm>
          <a:prstGeom prst="rect">
            <a:avLst/>
          </a:prstGeom>
          <a:noFill/>
          <a:ln>
            <a:noFill/>
          </a:ln>
        </p:spPr>
      </p:pic>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dk1"/>
        </a:solidFill>
      </p:bgPr>
    </p:bg>
    <p:spTree>
      <p:nvGrpSpPr>
        <p:cNvPr id="73" name="Shape 73"/>
        <p:cNvGrpSpPr/>
        <p:nvPr/>
      </p:nvGrpSpPr>
      <p:grpSpPr>
        <a:xfrm>
          <a:off x="0" y="0"/>
          <a:ext cx="0" cy="0"/>
          <a:chOff x="0" y="0"/>
          <a:chExt cx="0" cy="0"/>
        </a:xfrm>
      </p:grpSpPr>
      <p:sp>
        <p:nvSpPr>
          <p:cNvPr id="74" name="Google Shape;74;p15"/>
          <p:cNvSpPr/>
          <p:nvPr/>
        </p:nvSpPr>
        <p:spPr>
          <a:xfrm>
            <a:off x="241775" y="270250"/>
            <a:ext cx="8662800" cy="4680300"/>
          </a:xfrm>
          <a:prstGeom prst="rect">
            <a:avLst/>
          </a:prstGeom>
          <a:solidFill>
            <a:srgbClr val="0A1735"/>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cxnSp>
        <p:nvCxnSpPr>
          <p:cNvPr id="75" name="Google Shape;75;p15"/>
          <p:cNvCxnSpPr/>
          <p:nvPr/>
        </p:nvCxnSpPr>
        <p:spPr>
          <a:xfrm>
            <a:off x="595650" y="915550"/>
            <a:ext cx="5331000" cy="1500"/>
          </a:xfrm>
          <a:prstGeom prst="straightConnector1">
            <a:avLst/>
          </a:prstGeom>
          <a:noFill/>
          <a:ln cap="flat" cmpd="sng" w="19050">
            <a:solidFill>
              <a:schemeClr val="lt1"/>
            </a:solidFill>
            <a:prstDash val="solid"/>
            <a:round/>
            <a:headEnd len="med" w="med" type="none"/>
            <a:tailEnd len="med" w="med" type="none"/>
          </a:ln>
        </p:spPr>
      </p:cxnSp>
      <p:sp>
        <p:nvSpPr>
          <p:cNvPr id="76" name="Google Shape;76;p15"/>
          <p:cNvSpPr txBox="1"/>
          <p:nvPr/>
        </p:nvSpPr>
        <p:spPr>
          <a:xfrm>
            <a:off x="519700" y="354700"/>
            <a:ext cx="5736000" cy="5001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3400">
                <a:solidFill>
                  <a:schemeClr val="lt1"/>
                </a:solidFill>
                <a:latin typeface="Balthazar"/>
                <a:ea typeface="Balthazar"/>
                <a:cs typeface="Balthazar"/>
                <a:sym typeface="Balthazar"/>
              </a:rPr>
              <a:t>Timeline</a:t>
            </a:r>
            <a:endParaRPr sz="3400">
              <a:solidFill>
                <a:schemeClr val="lt1"/>
              </a:solidFill>
              <a:latin typeface="Balthazar"/>
              <a:ea typeface="Balthazar"/>
              <a:cs typeface="Balthazar"/>
              <a:sym typeface="Balthazar"/>
            </a:endParaRPr>
          </a:p>
        </p:txBody>
      </p:sp>
      <p:pic>
        <p:nvPicPr>
          <p:cNvPr id="77" name="Google Shape;77;p15"/>
          <p:cNvPicPr preferRelativeResize="0"/>
          <p:nvPr/>
        </p:nvPicPr>
        <p:blipFill>
          <a:blip r:embed="rId3">
            <a:alphaModFix/>
          </a:blip>
          <a:stretch>
            <a:fillRect/>
          </a:stretch>
        </p:blipFill>
        <p:spPr>
          <a:xfrm>
            <a:off x="8322900" y="403175"/>
            <a:ext cx="451625" cy="451625"/>
          </a:xfrm>
          <a:prstGeom prst="rect">
            <a:avLst/>
          </a:prstGeom>
          <a:noFill/>
          <a:ln>
            <a:noFill/>
          </a:ln>
        </p:spPr>
      </p:pic>
      <p:cxnSp>
        <p:nvCxnSpPr>
          <p:cNvPr id="78" name="Google Shape;78;p15"/>
          <p:cNvCxnSpPr/>
          <p:nvPr/>
        </p:nvCxnSpPr>
        <p:spPr>
          <a:xfrm>
            <a:off x="278700" y="2593317"/>
            <a:ext cx="8586600" cy="0"/>
          </a:xfrm>
          <a:prstGeom prst="straightConnector1">
            <a:avLst/>
          </a:prstGeom>
          <a:noFill/>
          <a:ln cap="flat" cmpd="sng" w="75750">
            <a:solidFill>
              <a:srgbClr val="17406D"/>
            </a:solidFill>
            <a:prstDash val="solid"/>
            <a:round/>
            <a:headEnd len="med" w="med" type="none"/>
            <a:tailEnd len="med" w="med" type="none"/>
          </a:ln>
        </p:spPr>
      </p:cxnSp>
      <p:cxnSp>
        <p:nvCxnSpPr>
          <p:cNvPr id="79" name="Google Shape;79;p15"/>
          <p:cNvCxnSpPr/>
          <p:nvPr/>
        </p:nvCxnSpPr>
        <p:spPr>
          <a:xfrm>
            <a:off x="1642425" y="1943917"/>
            <a:ext cx="0" cy="613200"/>
          </a:xfrm>
          <a:prstGeom prst="straightConnector1">
            <a:avLst/>
          </a:prstGeom>
          <a:noFill/>
          <a:ln cap="flat" cmpd="sng" w="50500">
            <a:solidFill>
              <a:srgbClr val="17406D"/>
            </a:solidFill>
            <a:prstDash val="solid"/>
            <a:round/>
            <a:headEnd len="med" w="med" type="none"/>
            <a:tailEnd len="med" w="med" type="none"/>
          </a:ln>
        </p:spPr>
      </p:cxnSp>
      <p:cxnSp>
        <p:nvCxnSpPr>
          <p:cNvPr id="80" name="Google Shape;80;p15"/>
          <p:cNvCxnSpPr/>
          <p:nvPr/>
        </p:nvCxnSpPr>
        <p:spPr>
          <a:xfrm>
            <a:off x="2984488" y="2557176"/>
            <a:ext cx="0" cy="642300"/>
          </a:xfrm>
          <a:prstGeom prst="straightConnector1">
            <a:avLst/>
          </a:prstGeom>
          <a:noFill/>
          <a:ln cap="flat" cmpd="sng" w="50500">
            <a:solidFill>
              <a:srgbClr val="17406D"/>
            </a:solidFill>
            <a:prstDash val="solid"/>
            <a:round/>
            <a:headEnd len="med" w="med" type="none"/>
            <a:tailEnd len="med" w="med" type="none"/>
          </a:ln>
        </p:spPr>
      </p:cxnSp>
      <p:sp>
        <p:nvSpPr>
          <p:cNvPr id="81" name="Google Shape;81;p15"/>
          <p:cNvSpPr/>
          <p:nvPr/>
        </p:nvSpPr>
        <p:spPr>
          <a:xfrm>
            <a:off x="1005505" y="1161037"/>
            <a:ext cx="1273800" cy="783000"/>
          </a:xfrm>
          <a:prstGeom prst="roundRect">
            <a:avLst>
              <a:gd fmla="val 16667" name="adj"/>
            </a:avLst>
          </a:prstGeom>
          <a:solidFill>
            <a:srgbClr val="FFFFFF"/>
          </a:solidFill>
          <a:ln cap="flat" cmpd="sng" w="6325">
            <a:solidFill>
              <a:srgbClr val="000000"/>
            </a:solidFill>
            <a:prstDash val="solid"/>
            <a:round/>
            <a:headEnd len="sm" w="sm" type="none"/>
            <a:tailEnd len="sm" w="sm" type="none"/>
          </a:ln>
        </p:spPr>
        <p:txBody>
          <a:bodyPr anchorCtr="0" anchor="ctr" bIns="60600" lIns="60600" spcFirstLastPara="1" rIns="60600" wrap="square" tIns="60600">
            <a:noAutofit/>
          </a:bodyPr>
          <a:lstStyle/>
          <a:p>
            <a:pPr indent="0" lvl="0" marL="0" marR="0" rtl="0" algn="ctr">
              <a:lnSpc>
                <a:spcPct val="100000"/>
              </a:lnSpc>
              <a:spcBef>
                <a:spcPts val="0"/>
              </a:spcBef>
              <a:spcAft>
                <a:spcPts val="0"/>
              </a:spcAft>
              <a:buClr>
                <a:srgbClr val="000000"/>
              </a:buClr>
              <a:buSzPts val="1259"/>
              <a:buFont typeface="Arial"/>
              <a:buNone/>
            </a:pPr>
            <a:r>
              <a:rPr b="1" lang="en" sz="1259"/>
              <a:t>Oct. 26th, 2025</a:t>
            </a:r>
            <a:endParaRPr b="1" sz="1259"/>
          </a:p>
          <a:p>
            <a:pPr indent="0" lvl="0" marL="0" marR="0" rtl="0" algn="ctr">
              <a:lnSpc>
                <a:spcPct val="100000"/>
              </a:lnSpc>
              <a:spcBef>
                <a:spcPts val="0"/>
              </a:spcBef>
              <a:spcAft>
                <a:spcPts val="0"/>
              </a:spcAft>
              <a:buClr>
                <a:srgbClr val="000000"/>
              </a:buClr>
              <a:buSzPts val="1259"/>
              <a:buFont typeface="Arial"/>
              <a:buNone/>
            </a:pPr>
            <a:r>
              <a:rPr lang="en" sz="1259"/>
              <a:t>Internal PDR</a:t>
            </a:r>
            <a:r>
              <a:rPr b="1" lang="en" sz="1259"/>
              <a:t> </a:t>
            </a:r>
            <a:endParaRPr b="1" sz="1259"/>
          </a:p>
        </p:txBody>
      </p:sp>
      <p:sp>
        <p:nvSpPr>
          <p:cNvPr id="82" name="Google Shape;82;p15"/>
          <p:cNvSpPr/>
          <p:nvPr/>
        </p:nvSpPr>
        <p:spPr>
          <a:xfrm>
            <a:off x="2347568" y="3199468"/>
            <a:ext cx="1273800" cy="783000"/>
          </a:xfrm>
          <a:prstGeom prst="roundRect">
            <a:avLst>
              <a:gd fmla="val 16667" name="adj"/>
            </a:avLst>
          </a:prstGeom>
          <a:solidFill>
            <a:srgbClr val="FFFFFF"/>
          </a:solidFill>
          <a:ln cap="flat" cmpd="sng" w="6325">
            <a:solidFill>
              <a:srgbClr val="000000"/>
            </a:solidFill>
            <a:prstDash val="solid"/>
            <a:round/>
            <a:headEnd len="sm" w="sm" type="none"/>
            <a:tailEnd len="sm" w="sm" type="none"/>
          </a:ln>
        </p:spPr>
        <p:txBody>
          <a:bodyPr anchorCtr="0" anchor="ctr" bIns="60600" lIns="60600" spcFirstLastPara="1" rIns="60600" wrap="square" tIns="60600">
            <a:noAutofit/>
          </a:bodyPr>
          <a:lstStyle/>
          <a:p>
            <a:pPr indent="0" lvl="0" marL="0" marR="0" rtl="0" algn="ctr">
              <a:lnSpc>
                <a:spcPct val="100000"/>
              </a:lnSpc>
              <a:spcBef>
                <a:spcPts val="0"/>
              </a:spcBef>
              <a:spcAft>
                <a:spcPts val="0"/>
              </a:spcAft>
              <a:buClr>
                <a:srgbClr val="000000"/>
              </a:buClr>
              <a:buSzPts val="1259"/>
              <a:buFont typeface="Arial"/>
              <a:buNone/>
            </a:pPr>
            <a:r>
              <a:rPr b="1" lang="en" sz="1259"/>
              <a:t>Nov. 16th, 2025 </a:t>
            </a:r>
            <a:endParaRPr b="1" sz="1259"/>
          </a:p>
          <a:p>
            <a:pPr indent="0" lvl="0" marL="0" marR="0" rtl="0" algn="ctr">
              <a:lnSpc>
                <a:spcPct val="100000"/>
              </a:lnSpc>
              <a:spcBef>
                <a:spcPts val="0"/>
              </a:spcBef>
              <a:spcAft>
                <a:spcPts val="0"/>
              </a:spcAft>
              <a:buClr>
                <a:srgbClr val="000000"/>
              </a:buClr>
              <a:buSzPts val="1259"/>
              <a:buFont typeface="Arial"/>
              <a:buNone/>
            </a:pPr>
            <a:r>
              <a:rPr lang="en" sz="1259"/>
              <a:t>External PDR</a:t>
            </a:r>
            <a:r>
              <a:rPr b="1" lang="en" sz="1259"/>
              <a:t> </a:t>
            </a:r>
            <a:endParaRPr b="1" sz="1259"/>
          </a:p>
        </p:txBody>
      </p:sp>
      <p:cxnSp>
        <p:nvCxnSpPr>
          <p:cNvPr id="83" name="Google Shape;83;p15"/>
          <p:cNvCxnSpPr/>
          <p:nvPr/>
        </p:nvCxnSpPr>
        <p:spPr>
          <a:xfrm>
            <a:off x="4456450" y="1929400"/>
            <a:ext cx="0" cy="642300"/>
          </a:xfrm>
          <a:prstGeom prst="straightConnector1">
            <a:avLst/>
          </a:prstGeom>
          <a:noFill/>
          <a:ln cap="flat" cmpd="sng" w="50500">
            <a:solidFill>
              <a:srgbClr val="17406D"/>
            </a:solidFill>
            <a:prstDash val="solid"/>
            <a:round/>
            <a:headEnd len="med" w="med" type="none"/>
            <a:tailEnd len="med" w="med" type="none"/>
          </a:ln>
        </p:spPr>
      </p:cxnSp>
      <p:sp>
        <p:nvSpPr>
          <p:cNvPr id="84" name="Google Shape;84;p15"/>
          <p:cNvSpPr/>
          <p:nvPr/>
        </p:nvSpPr>
        <p:spPr>
          <a:xfrm>
            <a:off x="3819530" y="1233071"/>
            <a:ext cx="1273800" cy="783000"/>
          </a:xfrm>
          <a:prstGeom prst="roundRect">
            <a:avLst>
              <a:gd fmla="val 16667" name="adj"/>
            </a:avLst>
          </a:prstGeom>
          <a:solidFill>
            <a:srgbClr val="FFFFFF"/>
          </a:solidFill>
          <a:ln cap="flat" cmpd="sng" w="6325">
            <a:solidFill>
              <a:srgbClr val="000000"/>
            </a:solidFill>
            <a:prstDash val="solid"/>
            <a:round/>
            <a:headEnd len="sm" w="sm" type="none"/>
            <a:tailEnd len="sm" w="sm" type="none"/>
          </a:ln>
        </p:spPr>
        <p:txBody>
          <a:bodyPr anchorCtr="0" anchor="ctr" bIns="60600" lIns="60600" spcFirstLastPara="1" rIns="60600" wrap="square" tIns="60600">
            <a:noAutofit/>
          </a:bodyPr>
          <a:lstStyle/>
          <a:p>
            <a:pPr indent="0" lvl="0" marL="0" marR="0" rtl="0" algn="ctr">
              <a:lnSpc>
                <a:spcPct val="100000"/>
              </a:lnSpc>
              <a:spcBef>
                <a:spcPts val="0"/>
              </a:spcBef>
              <a:spcAft>
                <a:spcPts val="0"/>
              </a:spcAft>
              <a:buClr>
                <a:srgbClr val="000000"/>
              </a:buClr>
              <a:buSzPts val="1259"/>
              <a:buFont typeface="Arial"/>
              <a:buNone/>
            </a:pPr>
            <a:r>
              <a:t/>
            </a:r>
            <a:endParaRPr b="1" sz="1259"/>
          </a:p>
          <a:p>
            <a:pPr indent="0" lvl="0" marL="0" marR="0" rtl="0" algn="ctr">
              <a:lnSpc>
                <a:spcPct val="100000"/>
              </a:lnSpc>
              <a:spcBef>
                <a:spcPts val="0"/>
              </a:spcBef>
              <a:spcAft>
                <a:spcPts val="0"/>
              </a:spcAft>
              <a:buClr>
                <a:srgbClr val="000000"/>
              </a:buClr>
              <a:buSzPts val="1259"/>
              <a:buFont typeface="Arial"/>
              <a:buNone/>
            </a:pPr>
            <a:r>
              <a:rPr b="1" lang="en" sz="1259"/>
              <a:t>Dec. 2nd,</a:t>
            </a:r>
            <a:endParaRPr b="1" sz="1259"/>
          </a:p>
          <a:p>
            <a:pPr indent="0" lvl="0" marL="0" marR="0" rtl="0" algn="ctr">
              <a:lnSpc>
                <a:spcPct val="100000"/>
              </a:lnSpc>
              <a:spcBef>
                <a:spcPts val="0"/>
              </a:spcBef>
              <a:spcAft>
                <a:spcPts val="0"/>
              </a:spcAft>
              <a:buClr>
                <a:srgbClr val="000000"/>
              </a:buClr>
              <a:buSzPts val="1259"/>
              <a:buFont typeface="Arial"/>
              <a:buNone/>
            </a:pPr>
            <a:r>
              <a:rPr b="1" lang="en" sz="1259"/>
              <a:t>2025</a:t>
            </a:r>
            <a:endParaRPr b="1" sz="1259"/>
          </a:p>
          <a:p>
            <a:pPr indent="0" lvl="0" marL="0" marR="0" rtl="0" algn="ctr">
              <a:lnSpc>
                <a:spcPct val="100000"/>
              </a:lnSpc>
              <a:spcBef>
                <a:spcPts val="0"/>
              </a:spcBef>
              <a:spcAft>
                <a:spcPts val="0"/>
              </a:spcAft>
              <a:buClr>
                <a:srgbClr val="000000"/>
              </a:buClr>
              <a:buSzPts val="1259"/>
              <a:buFont typeface="Arial"/>
              <a:buNone/>
            </a:pPr>
            <a:r>
              <a:rPr lang="en" sz="1259"/>
              <a:t>EoS</a:t>
            </a:r>
            <a:endParaRPr sz="1259"/>
          </a:p>
          <a:p>
            <a:pPr indent="0" lvl="0" marL="0" marR="0" rtl="0" algn="ctr">
              <a:lnSpc>
                <a:spcPct val="100000"/>
              </a:lnSpc>
              <a:spcBef>
                <a:spcPts val="0"/>
              </a:spcBef>
              <a:spcAft>
                <a:spcPts val="0"/>
              </a:spcAft>
              <a:buClr>
                <a:srgbClr val="000000"/>
              </a:buClr>
              <a:buSzPts val="1259"/>
              <a:buFont typeface="Arial"/>
              <a:buNone/>
            </a:pPr>
            <a:r>
              <a:t/>
            </a:r>
            <a:endParaRPr b="1" sz="1259"/>
          </a:p>
        </p:txBody>
      </p:sp>
      <p:cxnSp>
        <p:nvCxnSpPr>
          <p:cNvPr id="85" name="Google Shape;85;p15"/>
          <p:cNvCxnSpPr/>
          <p:nvPr/>
        </p:nvCxnSpPr>
        <p:spPr>
          <a:xfrm>
            <a:off x="6209803" y="2557176"/>
            <a:ext cx="0" cy="642300"/>
          </a:xfrm>
          <a:prstGeom prst="straightConnector1">
            <a:avLst/>
          </a:prstGeom>
          <a:noFill/>
          <a:ln cap="flat" cmpd="sng" w="50500">
            <a:solidFill>
              <a:srgbClr val="17406D"/>
            </a:solidFill>
            <a:prstDash val="solid"/>
            <a:round/>
            <a:headEnd len="med" w="med" type="none"/>
            <a:tailEnd len="med" w="med" type="none"/>
          </a:ln>
        </p:spPr>
      </p:cxnSp>
      <p:sp>
        <p:nvSpPr>
          <p:cNvPr id="86" name="Google Shape;86;p15"/>
          <p:cNvSpPr/>
          <p:nvPr/>
        </p:nvSpPr>
        <p:spPr>
          <a:xfrm>
            <a:off x="5536808" y="3199534"/>
            <a:ext cx="1273800" cy="642300"/>
          </a:xfrm>
          <a:prstGeom prst="roundRect">
            <a:avLst>
              <a:gd fmla="val 16667" name="adj"/>
            </a:avLst>
          </a:prstGeom>
          <a:solidFill>
            <a:srgbClr val="FFFFFF"/>
          </a:solidFill>
          <a:ln cap="flat" cmpd="sng" w="6325">
            <a:solidFill>
              <a:srgbClr val="000000"/>
            </a:solidFill>
            <a:prstDash val="solid"/>
            <a:round/>
            <a:headEnd len="sm" w="sm" type="none"/>
            <a:tailEnd len="sm" w="sm" type="none"/>
          </a:ln>
        </p:spPr>
        <p:txBody>
          <a:bodyPr anchorCtr="0" anchor="ctr" bIns="60600" lIns="60600" spcFirstLastPara="1" rIns="60600" wrap="square" tIns="60600">
            <a:noAutofit/>
          </a:bodyPr>
          <a:lstStyle/>
          <a:p>
            <a:pPr indent="0" lvl="0" marL="0" marR="0" rtl="0" algn="ctr">
              <a:lnSpc>
                <a:spcPct val="100000"/>
              </a:lnSpc>
              <a:spcBef>
                <a:spcPts val="0"/>
              </a:spcBef>
              <a:spcAft>
                <a:spcPts val="0"/>
              </a:spcAft>
              <a:buClr>
                <a:srgbClr val="000000"/>
              </a:buClr>
              <a:buSzPts val="1259"/>
              <a:buFont typeface="Arial"/>
              <a:buNone/>
            </a:pPr>
            <a:r>
              <a:t/>
            </a:r>
            <a:endParaRPr b="1" sz="1259"/>
          </a:p>
          <a:p>
            <a:pPr indent="0" lvl="0" marL="0" marR="0" rtl="0" algn="ctr">
              <a:lnSpc>
                <a:spcPct val="100000"/>
              </a:lnSpc>
              <a:spcBef>
                <a:spcPts val="0"/>
              </a:spcBef>
              <a:spcAft>
                <a:spcPts val="0"/>
              </a:spcAft>
              <a:buClr>
                <a:srgbClr val="000000"/>
              </a:buClr>
              <a:buSzPts val="1259"/>
              <a:buFont typeface="Arial"/>
              <a:buNone/>
            </a:pPr>
            <a:r>
              <a:rPr b="1" lang="en" sz="1259"/>
              <a:t>Dec. 2025,</a:t>
            </a:r>
            <a:endParaRPr b="1" sz="1259"/>
          </a:p>
          <a:p>
            <a:pPr indent="0" lvl="0" marL="0" marR="0" rtl="0" algn="ctr">
              <a:lnSpc>
                <a:spcPct val="100000"/>
              </a:lnSpc>
              <a:spcBef>
                <a:spcPts val="0"/>
              </a:spcBef>
              <a:spcAft>
                <a:spcPts val="0"/>
              </a:spcAft>
              <a:buClr>
                <a:srgbClr val="000000"/>
              </a:buClr>
              <a:buSzPts val="1259"/>
              <a:buFont typeface="Arial"/>
              <a:buNone/>
            </a:pPr>
            <a:r>
              <a:rPr lang="en" sz="1259"/>
              <a:t>Registration Opens</a:t>
            </a:r>
            <a:endParaRPr sz="1259"/>
          </a:p>
          <a:p>
            <a:pPr indent="0" lvl="0" marL="0" marR="0" rtl="0" algn="ctr">
              <a:lnSpc>
                <a:spcPct val="100000"/>
              </a:lnSpc>
              <a:spcBef>
                <a:spcPts val="0"/>
              </a:spcBef>
              <a:spcAft>
                <a:spcPts val="0"/>
              </a:spcAft>
              <a:buClr>
                <a:srgbClr val="000000"/>
              </a:buClr>
              <a:buSzPts val="1259"/>
              <a:buFont typeface="Arial"/>
              <a:buNone/>
            </a:pPr>
            <a:r>
              <a:rPr b="1" lang="en" sz="1259"/>
              <a:t> </a:t>
            </a:r>
            <a:endParaRPr b="1" sz="1259"/>
          </a:p>
        </p:txBody>
      </p:sp>
      <p:cxnSp>
        <p:nvCxnSpPr>
          <p:cNvPr id="87" name="Google Shape;87;p15"/>
          <p:cNvCxnSpPr/>
          <p:nvPr/>
        </p:nvCxnSpPr>
        <p:spPr>
          <a:xfrm>
            <a:off x="7616807" y="1929400"/>
            <a:ext cx="0" cy="642300"/>
          </a:xfrm>
          <a:prstGeom prst="straightConnector1">
            <a:avLst/>
          </a:prstGeom>
          <a:noFill/>
          <a:ln cap="flat" cmpd="sng" w="50500">
            <a:solidFill>
              <a:srgbClr val="17406D"/>
            </a:solidFill>
            <a:prstDash val="solid"/>
            <a:round/>
            <a:headEnd len="med" w="med" type="none"/>
            <a:tailEnd len="med" w="med" type="none"/>
          </a:ln>
        </p:spPr>
      </p:cxnSp>
      <p:sp>
        <p:nvSpPr>
          <p:cNvPr id="88" name="Google Shape;88;p15"/>
          <p:cNvSpPr/>
          <p:nvPr/>
        </p:nvSpPr>
        <p:spPr>
          <a:xfrm>
            <a:off x="6979887" y="1196996"/>
            <a:ext cx="1273800" cy="783000"/>
          </a:xfrm>
          <a:prstGeom prst="roundRect">
            <a:avLst>
              <a:gd fmla="val 16667" name="adj"/>
            </a:avLst>
          </a:prstGeom>
          <a:solidFill>
            <a:srgbClr val="FFFFFF"/>
          </a:solidFill>
          <a:ln cap="flat" cmpd="sng" w="6325">
            <a:solidFill>
              <a:srgbClr val="000000"/>
            </a:solidFill>
            <a:prstDash val="solid"/>
            <a:round/>
            <a:headEnd len="sm" w="sm" type="none"/>
            <a:tailEnd len="sm" w="sm" type="none"/>
          </a:ln>
        </p:spPr>
        <p:txBody>
          <a:bodyPr anchorCtr="0" anchor="ctr" bIns="60600" lIns="60600" spcFirstLastPara="1" rIns="60600" wrap="square" tIns="60600">
            <a:noAutofit/>
          </a:bodyPr>
          <a:lstStyle/>
          <a:p>
            <a:pPr indent="0" lvl="0" marL="0" marR="0" rtl="0" algn="ctr">
              <a:lnSpc>
                <a:spcPct val="100000"/>
              </a:lnSpc>
              <a:spcBef>
                <a:spcPts val="0"/>
              </a:spcBef>
              <a:spcAft>
                <a:spcPts val="0"/>
              </a:spcAft>
              <a:buClr>
                <a:srgbClr val="000000"/>
              </a:buClr>
              <a:buSzPts val="1259"/>
              <a:buFont typeface="Arial"/>
              <a:buNone/>
            </a:pPr>
            <a:r>
              <a:rPr b="1" lang="en" sz="1259"/>
              <a:t>January X, 2026</a:t>
            </a:r>
            <a:endParaRPr b="1" sz="1259"/>
          </a:p>
          <a:p>
            <a:pPr indent="0" lvl="0" marL="0" marR="0" rtl="0" algn="ctr">
              <a:lnSpc>
                <a:spcPct val="100000"/>
              </a:lnSpc>
              <a:spcBef>
                <a:spcPts val="0"/>
              </a:spcBef>
              <a:spcAft>
                <a:spcPts val="0"/>
              </a:spcAft>
              <a:buClr>
                <a:srgbClr val="000000"/>
              </a:buClr>
              <a:buSzPts val="1259"/>
              <a:buFont typeface="Arial"/>
              <a:buNone/>
            </a:pPr>
            <a:r>
              <a:rPr lang="en" sz="1259"/>
              <a:t>CDR</a:t>
            </a:r>
            <a:endParaRPr sz="1259"/>
          </a:p>
        </p:txBody>
      </p:sp>
      <p:sp>
        <p:nvSpPr>
          <p:cNvPr id="89" name="Google Shape;89;p15"/>
          <p:cNvSpPr txBox="1"/>
          <p:nvPr/>
        </p:nvSpPr>
        <p:spPr>
          <a:xfrm>
            <a:off x="6161367" y="4585450"/>
            <a:ext cx="2743200" cy="365100"/>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r>
              <a:rPr lang="en" sz="2200">
                <a:solidFill>
                  <a:srgbClr val="FFFFFF"/>
                </a:solidFill>
                <a:latin typeface="Balthazar"/>
                <a:ea typeface="Balthazar"/>
                <a:cs typeface="Balthazar"/>
                <a:sym typeface="Balthazar"/>
              </a:rPr>
              <a:t>3</a:t>
            </a:r>
            <a:endParaRPr sz="2200">
              <a:solidFill>
                <a:srgbClr val="FFFFFF"/>
              </a:solidFill>
              <a:latin typeface="Balthazar"/>
              <a:ea typeface="Balthazar"/>
              <a:cs typeface="Balthazar"/>
              <a:sym typeface="Balthazar"/>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dk1"/>
        </a:solidFill>
      </p:bgPr>
    </p:bg>
    <p:spTree>
      <p:nvGrpSpPr>
        <p:cNvPr id="93" name="Shape 93"/>
        <p:cNvGrpSpPr/>
        <p:nvPr/>
      </p:nvGrpSpPr>
      <p:grpSpPr>
        <a:xfrm>
          <a:off x="0" y="0"/>
          <a:ext cx="0" cy="0"/>
          <a:chOff x="0" y="0"/>
          <a:chExt cx="0" cy="0"/>
        </a:xfrm>
      </p:grpSpPr>
      <p:sp>
        <p:nvSpPr>
          <p:cNvPr id="94" name="Google Shape;94;p16"/>
          <p:cNvSpPr/>
          <p:nvPr/>
        </p:nvSpPr>
        <p:spPr>
          <a:xfrm>
            <a:off x="241775" y="270250"/>
            <a:ext cx="8662800" cy="4680300"/>
          </a:xfrm>
          <a:prstGeom prst="rect">
            <a:avLst/>
          </a:prstGeom>
          <a:solidFill>
            <a:srgbClr val="0A1735"/>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cxnSp>
        <p:nvCxnSpPr>
          <p:cNvPr id="95" name="Google Shape;95;p16"/>
          <p:cNvCxnSpPr/>
          <p:nvPr/>
        </p:nvCxnSpPr>
        <p:spPr>
          <a:xfrm>
            <a:off x="595650" y="915550"/>
            <a:ext cx="5331000" cy="1500"/>
          </a:xfrm>
          <a:prstGeom prst="straightConnector1">
            <a:avLst/>
          </a:prstGeom>
          <a:noFill/>
          <a:ln cap="flat" cmpd="sng" w="19050">
            <a:solidFill>
              <a:schemeClr val="lt1"/>
            </a:solidFill>
            <a:prstDash val="solid"/>
            <a:round/>
            <a:headEnd len="med" w="med" type="none"/>
            <a:tailEnd len="med" w="med" type="none"/>
          </a:ln>
        </p:spPr>
      </p:cxnSp>
      <p:sp>
        <p:nvSpPr>
          <p:cNvPr id="96" name="Google Shape;96;p16"/>
          <p:cNvSpPr txBox="1"/>
          <p:nvPr/>
        </p:nvSpPr>
        <p:spPr>
          <a:xfrm>
            <a:off x="519700" y="354700"/>
            <a:ext cx="5736000" cy="5001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lang="en" sz="3400">
                <a:solidFill>
                  <a:schemeClr val="lt1"/>
                </a:solidFill>
                <a:latin typeface="Balthazar"/>
                <a:ea typeface="Balthazar"/>
                <a:cs typeface="Balthazar"/>
                <a:sym typeface="Balthazar"/>
              </a:rPr>
              <a:t>2026 MATE ROV Competition</a:t>
            </a:r>
            <a:endParaRPr sz="3400">
              <a:solidFill>
                <a:schemeClr val="lt1"/>
              </a:solidFill>
              <a:latin typeface="Balthazar"/>
              <a:ea typeface="Balthazar"/>
              <a:cs typeface="Balthazar"/>
              <a:sym typeface="Balthazar"/>
            </a:endParaRPr>
          </a:p>
        </p:txBody>
      </p:sp>
      <p:sp>
        <p:nvSpPr>
          <p:cNvPr id="97" name="Google Shape;97;p16"/>
          <p:cNvSpPr txBox="1"/>
          <p:nvPr/>
        </p:nvSpPr>
        <p:spPr>
          <a:xfrm>
            <a:off x="241775" y="1302225"/>
            <a:ext cx="5331000" cy="5602800"/>
          </a:xfrm>
          <a:prstGeom prst="rect">
            <a:avLst/>
          </a:prstGeom>
          <a:noFill/>
          <a:ln>
            <a:noFill/>
          </a:ln>
        </p:spPr>
        <p:txBody>
          <a:bodyPr anchorCtr="0" anchor="t" bIns="91425" lIns="91425" spcFirstLastPara="1" rIns="91425" wrap="square" tIns="91425">
            <a:spAutoFit/>
          </a:bodyPr>
          <a:lstStyle/>
          <a:p>
            <a:pPr indent="-330200" lvl="0" marL="457200" rtl="0" algn="l">
              <a:spcBef>
                <a:spcPts val="0"/>
              </a:spcBef>
              <a:spcAft>
                <a:spcPts val="0"/>
              </a:spcAft>
              <a:buClr>
                <a:schemeClr val="lt1"/>
              </a:buClr>
              <a:buSzPts val="1600"/>
              <a:buFont typeface="Calibri"/>
              <a:buChar char="●"/>
            </a:pPr>
            <a:r>
              <a:rPr lang="en" sz="1600">
                <a:solidFill>
                  <a:schemeClr val="lt1"/>
                </a:solidFill>
                <a:latin typeface="Calibri"/>
                <a:ea typeface="Calibri"/>
                <a:cs typeface="Calibri"/>
                <a:sym typeface="Calibri"/>
              </a:rPr>
              <a:t>Operate between -2°C and 30</a:t>
            </a:r>
            <a:r>
              <a:rPr lang="en" sz="1600">
                <a:solidFill>
                  <a:schemeClr val="lt1"/>
                </a:solidFill>
                <a:latin typeface="Calibri"/>
                <a:ea typeface="Calibri"/>
                <a:cs typeface="Calibri"/>
                <a:sym typeface="Calibri"/>
              </a:rPr>
              <a:t>°C</a:t>
            </a:r>
            <a:endParaRPr sz="1600">
              <a:solidFill>
                <a:schemeClr val="lt1"/>
              </a:solidFill>
              <a:latin typeface="Calibri"/>
              <a:ea typeface="Calibri"/>
              <a:cs typeface="Calibri"/>
              <a:sym typeface="Calibri"/>
            </a:endParaRPr>
          </a:p>
          <a:p>
            <a:pPr indent="-330200" lvl="0" marL="457200" rtl="0" algn="l">
              <a:spcBef>
                <a:spcPts val="0"/>
              </a:spcBef>
              <a:spcAft>
                <a:spcPts val="0"/>
              </a:spcAft>
              <a:buClr>
                <a:schemeClr val="lt1"/>
              </a:buClr>
              <a:buSzPts val="1600"/>
              <a:buFont typeface="Calibri"/>
              <a:buChar char="●"/>
            </a:pPr>
            <a:r>
              <a:rPr lang="en" sz="1600">
                <a:solidFill>
                  <a:schemeClr val="lt1"/>
                </a:solidFill>
                <a:latin typeface="Calibri"/>
                <a:ea typeface="Calibri"/>
                <a:cs typeface="Calibri"/>
                <a:sym typeface="Calibri"/>
              </a:rPr>
              <a:t>ROV must be able to:</a:t>
            </a:r>
            <a:endParaRPr sz="1600">
              <a:solidFill>
                <a:schemeClr val="lt1"/>
              </a:solidFill>
              <a:latin typeface="Calibri"/>
              <a:ea typeface="Calibri"/>
              <a:cs typeface="Calibri"/>
              <a:sym typeface="Calibri"/>
            </a:endParaRPr>
          </a:p>
          <a:p>
            <a:pPr indent="-330200" lvl="1" marL="914400" rtl="0" algn="l">
              <a:spcBef>
                <a:spcPts val="0"/>
              </a:spcBef>
              <a:spcAft>
                <a:spcPts val="0"/>
              </a:spcAft>
              <a:buClr>
                <a:schemeClr val="lt1"/>
              </a:buClr>
              <a:buSzPts val="1600"/>
              <a:buFont typeface="Calibri"/>
              <a:buChar char="○"/>
            </a:pPr>
            <a:r>
              <a:rPr lang="en" sz="1600">
                <a:solidFill>
                  <a:schemeClr val="lt1"/>
                </a:solidFill>
                <a:latin typeface="Calibri"/>
                <a:ea typeface="Calibri"/>
                <a:cs typeface="Calibri"/>
                <a:sym typeface="Calibri"/>
              </a:rPr>
              <a:t>Collect data</a:t>
            </a:r>
            <a:endParaRPr sz="1600">
              <a:solidFill>
                <a:schemeClr val="lt1"/>
              </a:solidFill>
              <a:latin typeface="Calibri"/>
              <a:ea typeface="Calibri"/>
              <a:cs typeface="Calibri"/>
              <a:sym typeface="Calibri"/>
            </a:endParaRPr>
          </a:p>
          <a:p>
            <a:pPr indent="-330200" lvl="1" marL="914400" rtl="0" algn="l">
              <a:spcBef>
                <a:spcPts val="0"/>
              </a:spcBef>
              <a:spcAft>
                <a:spcPts val="0"/>
              </a:spcAft>
              <a:buClr>
                <a:schemeClr val="lt1"/>
              </a:buClr>
              <a:buSzPts val="1600"/>
              <a:buFont typeface="Calibri"/>
              <a:buChar char="○"/>
            </a:pPr>
            <a:r>
              <a:rPr lang="en" sz="1600">
                <a:solidFill>
                  <a:schemeClr val="lt1"/>
                </a:solidFill>
                <a:latin typeface="Calibri"/>
                <a:ea typeface="Calibri"/>
                <a:cs typeface="Calibri"/>
                <a:sym typeface="Calibri"/>
              </a:rPr>
              <a:t>Conduct physical sampling and manipulation</a:t>
            </a:r>
            <a:endParaRPr sz="1600">
              <a:solidFill>
                <a:schemeClr val="lt1"/>
              </a:solidFill>
              <a:latin typeface="Calibri"/>
              <a:ea typeface="Calibri"/>
              <a:cs typeface="Calibri"/>
              <a:sym typeface="Calibri"/>
            </a:endParaRPr>
          </a:p>
          <a:p>
            <a:pPr indent="-330200" lvl="1" marL="914400" rtl="0" algn="l">
              <a:spcBef>
                <a:spcPts val="0"/>
              </a:spcBef>
              <a:spcAft>
                <a:spcPts val="0"/>
              </a:spcAft>
              <a:buClr>
                <a:schemeClr val="lt1"/>
              </a:buClr>
              <a:buSzPts val="1600"/>
              <a:buFont typeface="Calibri"/>
              <a:buChar char="○"/>
            </a:pPr>
            <a:r>
              <a:rPr lang="en" sz="1600">
                <a:solidFill>
                  <a:schemeClr val="lt1"/>
                </a:solidFill>
                <a:latin typeface="Calibri"/>
                <a:ea typeface="Calibri"/>
                <a:cs typeface="Calibri"/>
                <a:sym typeface="Calibri"/>
              </a:rPr>
              <a:t>Capture visual footage </a:t>
            </a:r>
            <a:endParaRPr sz="1600">
              <a:solidFill>
                <a:schemeClr val="lt1"/>
              </a:solidFill>
              <a:latin typeface="Calibri"/>
              <a:ea typeface="Calibri"/>
              <a:cs typeface="Calibri"/>
              <a:sym typeface="Calibri"/>
            </a:endParaRPr>
          </a:p>
          <a:p>
            <a:pPr indent="-330200" lvl="0" marL="457200" rtl="0" algn="l">
              <a:spcBef>
                <a:spcPts val="0"/>
              </a:spcBef>
              <a:spcAft>
                <a:spcPts val="0"/>
              </a:spcAft>
              <a:buClr>
                <a:schemeClr val="lt1"/>
              </a:buClr>
              <a:buSzPts val="1600"/>
              <a:buFont typeface="Calibri"/>
              <a:buChar char="●"/>
            </a:pPr>
            <a:r>
              <a:rPr lang="en" sz="1600">
                <a:solidFill>
                  <a:schemeClr val="lt1"/>
                </a:solidFill>
                <a:latin typeface="Calibri"/>
                <a:ea typeface="Calibri"/>
                <a:cs typeface="Calibri"/>
                <a:sym typeface="Calibri"/>
              </a:rPr>
              <a:t>Autonomous Float capable of 2 depth profiles</a:t>
            </a:r>
            <a:endParaRPr sz="1600">
              <a:solidFill>
                <a:schemeClr val="lt1"/>
              </a:solidFill>
              <a:latin typeface="Calibri"/>
              <a:ea typeface="Calibri"/>
              <a:cs typeface="Calibri"/>
              <a:sym typeface="Calibri"/>
            </a:endParaRPr>
          </a:p>
          <a:p>
            <a:pPr indent="-330200" lvl="0" marL="457200" rtl="0" algn="l">
              <a:spcBef>
                <a:spcPts val="0"/>
              </a:spcBef>
              <a:spcAft>
                <a:spcPts val="0"/>
              </a:spcAft>
              <a:buClr>
                <a:schemeClr val="lt1"/>
              </a:buClr>
              <a:buSzPts val="1600"/>
              <a:buFont typeface="Calibri"/>
              <a:buChar char="●"/>
            </a:pPr>
            <a:r>
              <a:rPr lang="en" sz="1600">
                <a:solidFill>
                  <a:schemeClr val="lt1"/>
                </a:solidFill>
                <a:latin typeface="Calibri"/>
                <a:ea typeface="Calibri"/>
                <a:cs typeface="Calibri"/>
                <a:sym typeface="Calibri"/>
              </a:rPr>
              <a:t>ROV shall cost under $5,000</a:t>
            </a:r>
            <a:endParaRPr sz="1600">
              <a:solidFill>
                <a:schemeClr val="lt1"/>
              </a:solidFill>
              <a:latin typeface="Calibri"/>
              <a:ea typeface="Calibri"/>
              <a:cs typeface="Calibri"/>
              <a:sym typeface="Calibri"/>
            </a:endParaRPr>
          </a:p>
          <a:p>
            <a:pPr indent="-330200" lvl="0" marL="457200" rtl="0" algn="l">
              <a:spcBef>
                <a:spcPts val="0"/>
              </a:spcBef>
              <a:spcAft>
                <a:spcPts val="0"/>
              </a:spcAft>
              <a:buClr>
                <a:schemeClr val="lt1"/>
              </a:buClr>
              <a:buSzPts val="1600"/>
              <a:buFont typeface="Calibri"/>
              <a:buChar char="●"/>
            </a:pPr>
            <a:r>
              <a:rPr lang="en" sz="1600">
                <a:solidFill>
                  <a:schemeClr val="lt1"/>
                </a:solidFill>
                <a:latin typeface="Calibri"/>
                <a:ea typeface="Calibri"/>
                <a:cs typeface="Calibri"/>
                <a:sym typeface="Calibri"/>
              </a:rPr>
              <a:t>ROV shall be powered by 48 or 12 V</a:t>
            </a:r>
            <a:endParaRPr sz="1600">
              <a:solidFill>
                <a:schemeClr val="lt1"/>
              </a:solidFill>
              <a:latin typeface="Calibri"/>
              <a:ea typeface="Calibri"/>
              <a:cs typeface="Calibri"/>
              <a:sym typeface="Calibri"/>
            </a:endParaRPr>
          </a:p>
          <a:p>
            <a:pPr indent="-330200" lvl="0" marL="457200" rtl="0" algn="l">
              <a:spcBef>
                <a:spcPts val="0"/>
              </a:spcBef>
              <a:spcAft>
                <a:spcPts val="0"/>
              </a:spcAft>
              <a:buClr>
                <a:schemeClr val="lt1"/>
              </a:buClr>
              <a:buSzPts val="1600"/>
              <a:buFont typeface="Calibri"/>
              <a:buChar char="●"/>
            </a:pPr>
            <a:r>
              <a:rPr lang="en" sz="1600">
                <a:solidFill>
                  <a:schemeClr val="lt1"/>
                </a:solidFill>
                <a:latin typeface="Calibri"/>
                <a:ea typeface="Calibri"/>
                <a:cs typeface="Calibri"/>
                <a:sym typeface="Calibri"/>
              </a:rPr>
              <a:t>ROV shall include at least 1 camera </a:t>
            </a:r>
            <a:endParaRPr sz="1600">
              <a:solidFill>
                <a:schemeClr val="lt1"/>
              </a:solidFill>
              <a:latin typeface="Calibri"/>
              <a:ea typeface="Calibri"/>
              <a:cs typeface="Calibri"/>
              <a:sym typeface="Calibri"/>
            </a:endParaRPr>
          </a:p>
          <a:p>
            <a:pPr indent="-330200" lvl="0" marL="457200" rtl="0" algn="l">
              <a:spcBef>
                <a:spcPts val="0"/>
              </a:spcBef>
              <a:spcAft>
                <a:spcPts val="0"/>
              </a:spcAft>
              <a:buClr>
                <a:schemeClr val="lt1"/>
              </a:buClr>
              <a:buSzPts val="1600"/>
              <a:buFont typeface="Calibri"/>
              <a:buChar char="●"/>
            </a:pPr>
            <a:r>
              <a:rPr lang="en" sz="1600">
                <a:solidFill>
                  <a:schemeClr val="lt1"/>
                </a:solidFill>
                <a:latin typeface="Calibri"/>
                <a:ea typeface="Calibri"/>
                <a:cs typeface="Calibri"/>
                <a:sym typeface="Calibri"/>
              </a:rPr>
              <a:t>ROV shall be under 35 kg </a:t>
            </a:r>
            <a:endParaRPr sz="1600">
              <a:solidFill>
                <a:schemeClr val="lt1"/>
              </a:solidFill>
              <a:latin typeface="Calibri"/>
              <a:ea typeface="Calibri"/>
              <a:cs typeface="Calibri"/>
              <a:sym typeface="Calibri"/>
            </a:endParaRPr>
          </a:p>
          <a:p>
            <a:pPr indent="-330200" lvl="0" marL="457200" rtl="0" algn="l">
              <a:spcBef>
                <a:spcPts val="0"/>
              </a:spcBef>
              <a:spcAft>
                <a:spcPts val="0"/>
              </a:spcAft>
              <a:buClr>
                <a:schemeClr val="lt1"/>
              </a:buClr>
              <a:buSzPts val="1600"/>
              <a:buFont typeface="Calibri"/>
              <a:buChar char="●"/>
            </a:pPr>
            <a:r>
              <a:rPr lang="en" sz="1600">
                <a:solidFill>
                  <a:schemeClr val="lt1"/>
                </a:solidFill>
                <a:latin typeface="Calibri"/>
                <a:ea typeface="Calibri"/>
                <a:cs typeface="Calibri"/>
                <a:sym typeface="Calibri"/>
              </a:rPr>
              <a:t>ROV shall pass through 1 x 1 m launch opening</a:t>
            </a:r>
            <a:endParaRPr sz="1600">
              <a:solidFill>
                <a:schemeClr val="lt1"/>
              </a:solidFill>
              <a:latin typeface="Calibri"/>
              <a:ea typeface="Calibri"/>
              <a:cs typeface="Calibri"/>
              <a:sym typeface="Calibri"/>
            </a:endParaRPr>
          </a:p>
          <a:p>
            <a:pPr indent="-330200" lvl="0" marL="457200" rtl="0" algn="l">
              <a:spcBef>
                <a:spcPts val="0"/>
              </a:spcBef>
              <a:spcAft>
                <a:spcPts val="0"/>
              </a:spcAft>
              <a:buClr>
                <a:schemeClr val="lt1"/>
              </a:buClr>
              <a:buSzPts val="1600"/>
              <a:buFont typeface="Calibri"/>
              <a:buChar char="●"/>
            </a:pPr>
            <a:r>
              <a:rPr lang="en" sz="1600">
                <a:solidFill>
                  <a:schemeClr val="lt1"/>
                </a:solidFill>
                <a:latin typeface="Calibri"/>
                <a:ea typeface="Calibri"/>
                <a:cs typeface="Calibri"/>
                <a:sym typeface="Calibri"/>
              </a:rPr>
              <a:t>ROV may use pneumatics and/or hydraulics </a:t>
            </a:r>
            <a:endParaRPr sz="1600">
              <a:solidFill>
                <a:schemeClr val="lt1"/>
              </a:solidFill>
              <a:latin typeface="Calibri"/>
              <a:ea typeface="Calibri"/>
              <a:cs typeface="Calibri"/>
              <a:sym typeface="Calibri"/>
            </a:endParaRPr>
          </a:p>
          <a:p>
            <a:pPr indent="0" lvl="0" marL="0" rtl="0" algn="l">
              <a:spcBef>
                <a:spcPts val="0"/>
              </a:spcBef>
              <a:spcAft>
                <a:spcPts val="0"/>
              </a:spcAft>
              <a:buNone/>
            </a:pPr>
            <a:r>
              <a:t/>
            </a:r>
            <a:endParaRPr sz="1600">
              <a:solidFill>
                <a:schemeClr val="lt1"/>
              </a:solidFill>
              <a:latin typeface="Calibri"/>
              <a:ea typeface="Calibri"/>
              <a:cs typeface="Calibri"/>
              <a:sym typeface="Calibri"/>
            </a:endParaRPr>
          </a:p>
          <a:p>
            <a:pPr indent="0" lvl="0" marL="0" rtl="0" algn="l">
              <a:spcBef>
                <a:spcPts val="0"/>
              </a:spcBef>
              <a:spcAft>
                <a:spcPts val="0"/>
              </a:spcAft>
              <a:buNone/>
            </a:pPr>
            <a:r>
              <a:t/>
            </a:r>
            <a:endParaRPr sz="1600">
              <a:solidFill>
                <a:schemeClr val="lt1"/>
              </a:solidFill>
              <a:latin typeface="Calibri"/>
              <a:ea typeface="Calibri"/>
              <a:cs typeface="Calibri"/>
              <a:sym typeface="Calibri"/>
            </a:endParaRPr>
          </a:p>
          <a:p>
            <a:pPr indent="0" lvl="0" marL="0" rtl="0" algn="l">
              <a:spcBef>
                <a:spcPts val="0"/>
              </a:spcBef>
              <a:spcAft>
                <a:spcPts val="0"/>
              </a:spcAft>
              <a:buNone/>
            </a:pPr>
            <a:r>
              <a:t/>
            </a:r>
            <a:endParaRPr sz="1600">
              <a:solidFill>
                <a:schemeClr val="lt1"/>
              </a:solidFill>
              <a:latin typeface="Calibri"/>
              <a:ea typeface="Calibri"/>
              <a:cs typeface="Calibri"/>
              <a:sym typeface="Calibri"/>
            </a:endParaRPr>
          </a:p>
          <a:p>
            <a:pPr indent="0" lvl="0" marL="0" rtl="0" algn="l">
              <a:spcBef>
                <a:spcPts val="0"/>
              </a:spcBef>
              <a:spcAft>
                <a:spcPts val="0"/>
              </a:spcAft>
              <a:buNone/>
            </a:pPr>
            <a:r>
              <a:t/>
            </a:r>
            <a:endParaRPr sz="1600">
              <a:solidFill>
                <a:schemeClr val="lt1"/>
              </a:solidFill>
              <a:latin typeface="Calibri"/>
              <a:ea typeface="Calibri"/>
              <a:cs typeface="Calibri"/>
              <a:sym typeface="Calibri"/>
            </a:endParaRPr>
          </a:p>
          <a:p>
            <a:pPr indent="0" lvl="0" marL="0" rtl="0" algn="l">
              <a:spcBef>
                <a:spcPts val="0"/>
              </a:spcBef>
              <a:spcAft>
                <a:spcPts val="0"/>
              </a:spcAft>
              <a:buNone/>
            </a:pPr>
            <a:r>
              <a:t/>
            </a:r>
            <a:endParaRPr sz="1600">
              <a:solidFill>
                <a:schemeClr val="lt1"/>
              </a:solidFill>
              <a:latin typeface="Calibri"/>
              <a:ea typeface="Calibri"/>
              <a:cs typeface="Calibri"/>
              <a:sym typeface="Calibri"/>
            </a:endParaRPr>
          </a:p>
          <a:p>
            <a:pPr indent="0" lvl="0" marL="0" rtl="0" algn="l">
              <a:spcBef>
                <a:spcPts val="0"/>
              </a:spcBef>
              <a:spcAft>
                <a:spcPts val="0"/>
              </a:spcAft>
              <a:buNone/>
            </a:pPr>
            <a:r>
              <a:t/>
            </a:r>
            <a:endParaRPr sz="1600">
              <a:solidFill>
                <a:schemeClr val="lt1"/>
              </a:solidFill>
              <a:latin typeface="Calibri"/>
              <a:ea typeface="Calibri"/>
              <a:cs typeface="Calibri"/>
              <a:sym typeface="Calibri"/>
            </a:endParaRPr>
          </a:p>
          <a:p>
            <a:pPr indent="0" lvl="0" marL="0" rtl="0" algn="l">
              <a:spcBef>
                <a:spcPts val="0"/>
              </a:spcBef>
              <a:spcAft>
                <a:spcPts val="0"/>
              </a:spcAft>
              <a:buNone/>
            </a:pPr>
            <a:r>
              <a:t/>
            </a:r>
            <a:endParaRPr sz="1600">
              <a:solidFill>
                <a:schemeClr val="lt1"/>
              </a:solidFill>
              <a:latin typeface="Calibri"/>
              <a:ea typeface="Calibri"/>
              <a:cs typeface="Calibri"/>
              <a:sym typeface="Calibri"/>
            </a:endParaRPr>
          </a:p>
          <a:p>
            <a:pPr indent="0" lvl="0" marL="0" rtl="0" algn="l">
              <a:spcBef>
                <a:spcPts val="0"/>
              </a:spcBef>
              <a:spcAft>
                <a:spcPts val="0"/>
              </a:spcAft>
              <a:buNone/>
            </a:pPr>
            <a:r>
              <a:t/>
            </a:r>
            <a:endParaRPr sz="1600">
              <a:solidFill>
                <a:schemeClr val="lt1"/>
              </a:solidFill>
              <a:latin typeface="Calibri"/>
              <a:ea typeface="Calibri"/>
              <a:cs typeface="Calibri"/>
              <a:sym typeface="Calibri"/>
            </a:endParaRPr>
          </a:p>
          <a:p>
            <a:pPr indent="0" lvl="0" marL="0" rtl="0" algn="l">
              <a:spcBef>
                <a:spcPts val="0"/>
              </a:spcBef>
              <a:spcAft>
                <a:spcPts val="0"/>
              </a:spcAft>
              <a:buNone/>
            </a:pPr>
            <a:r>
              <a:t/>
            </a:r>
            <a:endParaRPr sz="1600">
              <a:solidFill>
                <a:schemeClr val="lt1"/>
              </a:solidFill>
              <a:latin typeface="Calibri"/>
              <a:ea typeface="Calibri"/>
              <a:cs typeface="Calibri"/>
              <a:sym typeface="Calibri"/>
            </a:endParaRPr>
          </a:p>
          <a:p>
            <a:pPr indent="0" lvl="0" marL="0" rtl="0" algn="l">
              <a:spcBef>
                <a:spcPts val="0"/>
              </a:spcBef>
              <a:spcAft>
                <a:spcPts val="0"/>
              </a:spcAft>
              <a:buNone/>
            </a:pPr>
            <a:r>
              <a:t/>
            </a:r>
            <a:endParaRPr sz="1600">
              <a:solidFill>
                <a:schemeClr val="lt1"/>
              </a:solidFill>
              <a:latin typeface="Calibri"/>
              <a:ea typeface="Calibri"/>
              <a:cs typeface="Calibri"/>
              <a:sym typeface="Calibri"/>
            </a:endParaRPr>
          </a:p>
        </p:txBody>
      </p:sp>
      <p:pic>
        <p:nvPicPr>
          <p:cNvPr id="98" name="Google Shape;98;p16"/>
          <p:cNvPicPr preferRelativeResize="0"/>
          <p:nvPr/>
        </p:nvPicPr>
        <p:blipFill>
          <a:blip r:embed="rId3">
            <a:alphaModFix/>
          </a:blip>
          <a:stretch>
            <a:fillRect/>
          </a:stretch>
        </p:blipFill>
        <p:spPr>
          <a:xfrm>
            <a:off x="8322900" y="403175"/>
            <a:ext cx="451625" cy="451625"/>
          </a:xfrm>
          <a:prstGeom prst="rect">
            <a:avLst/>
          </a:prstGeom>
          <a:noFill/>
          <a:ln>
            <a:noFill/>
          </a:ln>
        </p:spPr>
      </p:pic>
      <p:sp>
        <p:nvSpPr>
          <p:cNvPr id="99" name="Google Shape;99;p16"/>
          <p:cNvSpPr txBox="1"/>
          <p:nvPr/>
        </p:nvSpPr>
        <p:spPr>
          <a:xfrm>
            <a:off x="241775" y="2811712"/>
            <a:ext cx="5331000" cy="26475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t/>
            </a:r>
            <a:endParaRPr sz="1600">
              <a:solidFill>
                <a:schemeClr val="lt1"/>
              </a:solidFill>
              <a:latin typeface="Calibri"/>
              <a:ea typeface="Calibri"/>
              <a:cs typeface="Calibri"/>
              <a:sym typeface="Calibri"/>
            </a:endParaRPr>
          </a:p>
          <a:p>
            <a:pPr indent="0" lvl="0" marL="0" rtl="0" algn="l">
              <a:spcBef>
                <a:spcPts val="0"/>
              </a:spcBef>
              <a:spcAft>
                <a:spcPts val="0"/>
              </a:spcAft>
              <a:buNone/>
            </a:pPr>
            <a:r>
              <a:t/>
            </a:r>
            <a:endParaRPr sz="1600">
              <a:solidFill>
                <a:schemeClr val="lt1"/>
              </a:solidFill>
              <a:latin typeface="Calibri"/>
              <a:ea typeface="Calibri"/>
              <a:cs typeface="Calibri"/>
              <a:sym typeface="Calibri"/>
            </a:endParaRPr>
          </a:p>
          <a:p>
            <a:pPr indent="0" lvl="0" marL="0" rtl="0" algn="l">
              <a:spcBef>
                <a:spcPts val="0"/>
              </a:spcBef>
              <a:spcAft>
                <a:spcPts val="0"/>
              </a:spcAft>
              <a:buNone/>
            </a:pPr>
            <a:r>
              <a:t/>
            </a:r>
            <a:endParaRPr sz="1600">
              <a:solidFill>
                <a:schemeClr val="lt1"/>
              </a:solidFill>
              <a:latin typeface="Calibri"/>
              <a:ea typeface="Calibri"/>
              <a:cs typeface="Calibri"/>
              <a:sym typeface="Calibri"/>
            </a:endParaRPr>
          </a:p>
          <a:p>
            <a:pPr indent="0" lvl="0" marL="0" rtl="0" algn="l">
              <a:spcBef>
                <a:spcPts val="0"/>
              </a:spcBef>
              <a:spcAft>
                <a:spcPts val="0"/>
              </a:spcAft>
              <a:buNone/>
            </a:pPr>
            <a:r>
              <a:t/>
            </a:r>
            <a:endParaRPr sz="1600">
              <a:solidFill>
                <a:schemeClr val="lt1"/>
              </a:solidFill>
              <a:latin typeface="Calibri"/>
              <a:ea typeface="Calibri"/>
              <a:cs typeface="Calibri"/>
              <a:sym typeface="Calibri"/>
            </a:endParaRPr>
          </a:p>
          <a:p>
            <a:pPr indent="0" lvl="0" marL="0" rtl="0" algn="l">
              <a:spcBef>
                <a:spcPts val="0"/>
              </a:spcBef>
              <a:spcAft>
                <a:spcPts val="0"/>
              </a:spcAft>
              <a:buNone/>
            </a:pPr>
            <a:r>
              <a:t/>
            </a:r>
            <a:endParaRPr sz="1600">
              <a:solidFill>
                <a:schemeClr val="lt1"/>
              </a:solidFill>
              <a:latin typeface="Calibri"/>
              <a:ea typeface="Calibri"/>
              <a:cs typeface="Calibri"/>
              <a:sym typeface="Calibri"/>
            </a:endParaRPr>
          </a:p>
          <a:p>
            <a:pPr indent="0" lvl="0" marL="0" rtl="0" algn="l">
              <a:spcBef>
                <a:spcPts val="0"/>
              </a:spcBef>
              <a:spcAft>
                <a:spcPts val="0"/>
              </a:spcAft>
              <a:buNone/>
            </a:pPr>
            <a:r>
              <a:t/>
            </a:r>
            <a:endParaRPr sz="1600">
              <a:solidFill>
                <a:schemeClr val="lt1"/>
              </a:solidFill>
              <a:latin typeface="Calibri"/>
              <a:ea typeface="Calibri"/>
              <a:cs typeface="Calibri"/>
              <a:sym typeface="Calibri"/>
            </a:endParaRPr>
          </a:p>
          <a:p>
            <a:pPr indent="0" lvl="0" marL="0" rtl="0" algn="l">
              <a:spcBef>
                <a:spcPts val="0"/>
              </a:spcBef>
              <a:spcAft>
                <a:spcPts val="0"/>
              </a:spcAft>
              <a:buNone/>
            </a:pPr>
            <a:r>
              <a:t/>
            </a:r>
            <a:endParaRPr sz="1600">
              <a:solidFill>
                <a:schemeClr val="lt1"/>
              </a:solidFill>
              <a:latin typeface="Calibri"/>
              <a:ea typeface="Calibri"/>
              <a:cs typeface="Calibri"/>
              <a:sym typeface="Calibri"/>
            </a:endParaRPr>
          </a:p>
          <a:p>
            <a:pPr indent="0" lvl="0" marL="0" rtl="0" algn="l">
              <a:spcBef>
                <a:spcPts val="0"/>
              </a:spcBef>
              <a:spcAft>
                <a:spcPts val="0"/>
              </a:spcAft>
              <a:buNone/>
            </a:pPr>
            <a:r>
              <a:t/>
            </a:r>
            <a:endParaRPr sz="1600">
              <a:solidFill>
                <a:schemeClr val="lt1"/>
              </a:solidFill>
              <a:latin typeface="Calibri"/>
              <a:ea typeface="Calibri"/>
              <a:cs typeface="Calibri"/>
              <a:sym typeface="Calibri"/>
            </a:endParaRPr>
          </a:p>
          <a:p>
            <a:pPr indent="0" lvl="0" marL="0" rtl="0" algn="l">
              <a:spcBef>
                <a:spcPts val="0"/>
              </a:spcBef>
              <a:spcAft>
                <a:spcPts val="0"/>
              </a:spcAft>
              <a:buNone/>
            </a:pPr>
            <a:r>
              <a:t/>
            </a:r>
            <a:endParaRPr sz="1600">
              <a:solidFill>
                <a:schemeClr val="lt1"/>
              </a:solidFill>
              <a:latin typeface="Calibri"/>
              <a:ea typeface="Calibri"/>
              <a:cs typeface="Calibri"/>
              <a:sym typeface="Calibri"/>
            </a:endParaRPr>
          </a:p>
          <a:p>
            <a:pPr indent="0" lvl="0" marL="0" rtl="0" algn="l">
              <a:spcBef>
                <a:spcPts val="0"/>
              </a:spcBef>
              <a:spcAft>
                <a:spcPts val="0"/>
              </a:spcAft>
              <a:buNone/>
            </a:pPr>
            <a:r>
              <a:t/>
            </a:r>
            <a:endParaRPr sz="1600">
              <a:solidFill>
                <a:schemeClr val="lt1"/>
              </a:solidFill>
              <a:latin typeface="Calibri"/>
              <a:ea typeface="Calibri"/>
              <a:cs typeface="Calibri"/>
              <a:sym typeface="Calibri"/>
            </a:endParaRPr>
          </a:p>
        </p:txBody>
      </p:sp>
      <p:sp>
        <p:nvSpPr>
          <p:cNvPr id="100" name="Google Shape;100;p16"/>
          <p:cNvSpPr txBox="1"/>
          <p:nvPr/>
        </p:nvSpPr>
        <p:spPr>
          <a:xfrm>
            <a:off x="6161367" y="4585450"/>
            <a:ext cx="2743200" cy="365100"/>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r>
              <a:rPr lang="en" sz="2200">
                <a:solidFill>
                  <a:srgbClr val="FFFFFF"/>
                </a:solidFill>
                <a:latin typeface="Balthazar"/>
                <a:ea typeface="Balthazar"/>
                <a:cs typeface="Balthazar"/>
                <a:sym typeface="Balthazar"/>
              </a:rPr>
              <a:t>4</a:t>
            </a:r>
            <a:endParaRPr sz="2200">
              <a:solidFill>
                <a:srgbClr val="FFFFFF"/>
              </a:solidFill>
              <a:latin typeface="Balthazar"/>
              <a:ea typeface="Balthazar"/>
              <a:cs typeface="Balthazar"/>
              <a:sym typeface="Balthazar"/>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dk1"/>
        </a:solidFill>
      </p:bgPr>
    </p:bg>
    <p:spTree>
      <p:nvGrpSpPr>
        <p:cNvPr id="104" name="Shape 104"/>
        <p:cNvGrpSpPr/>
        <p:nvPr/>
      </p:nvGrpSpPr>
      <p:grpSpPr>
        <a:xfrm>
          <a:off x="0" y="0"/>
          <a:ext cx="0" cy="0"/>
          <a:chOff x="0" y="0"/>
          <a:chExt cx="0" cy="0"/>
        </a:xfrm>
      </p:grpSpPr>
      <p:sp>
        <p:nvSpPr>
          <p:cNvPr id="105" name="Google Shape;105;p17"/>
          <p:cNvSpPr/>
          <p:nvPr/>
        </p:nvSpPr>
        <p:spPr>
          <a:xfrm>
            <a:off x="241775" y="270250"/>
            <a:ext cx="8662800" cy="4680300"/>
          </a:xfrm>
          <a:prstGeom prst="rect">
            <a:avLst/>
          </a:prstGeom>
          <a:solidFill>
            <a:srgbClr val="0A1735"/>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06" name="Google Shape;106;p17"/>
          <p:cNvSpPr txBox="1"/>
          <p:nvPr/>
        </p:nvSpPr>
        <p:spPr>
          <a:xfrm>
            <a:off x="241775" y="2071650"/>
            <a:ext cx="8662800" cy="5001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lang="en" sz="3400">
                <a:solidFill>
                  <a:schemeClr val="lt1"/>
                </a:solidFill>
                <a:latin typeface="Balthazar"/>
                <a:ea typeface="Balthazar"/>
                <a:cs typeface="Balthazar"/>
                <a:sym typeface="Balthazar"/>
              </a:rPr>
              <a:t>Thermals, Mechanisms, Structures (TMS)</a:t>
            </a:r>
            <a:endParaRPr sz="3400">
              <a:solidFill>
                <a:schemeClr val="lt1"/>
              </a:solidFill>
              <a:latin typeface="Balthazar"/>
              <a:ea typeface="Balthazar"/>
              <a:cs typeface="Balthazar"/>
              <a:sym typeface="Balthazar"/>
            </a:endParaRPr>
          </a:p>
          <a:p>
            <a:pPr indent="0" lvl="0" marL="0" rtl="0" algn="ctr">
              <a:spcBef>
                <a:spcPts val="0"/>
              </a:spcBef>
              <a:spcAft>
                <a:spcPts val="0"/>
              </a:spcAft>
              <a:buNone/>
            </a:pPr>
            <a:r>
              <a:t/>
            </a:r>
            <a:endParaRPr sz="3400">
              <a:solidFill>
                <a:schemeClr val="lt1"/>
              </a:solidFill>
              <a:latin typeface="Balthazar"/>
              <a:ea typeface="Balthazar"/>
              <a:cs typeface="Balthazar"/>
              <a:sym typeface="Balthazar"/>
            </a:endParaRPr>
          </a:p>
        </p:txBody>
      </p:sp>
      <p:cxnSp>
        <p:nvCxnSpPr>
          <p:cNvPr id="107" name="Google Shape;107;p17"/>
          <p:cNvCxnSpPr/>
          <p:nvPr/>
        </p:nvCxnSpPr>
        <p:spPr>
          <a:xfrm>
            <a:off x="2557950" y="2663425"/>
            <a:ext cx="3889200" cy="0"/>
          </a:xfrm>
          <a:prstGeom prst="straightConnector1">
            <a:avLst/>
          </a:prstGeom>
          <a:noFill/>
          <a:ln cap="flat" cmpd="sng" w="19050">
            <a:solidFill>
              <a:schemeClr val="lt1"/>
            </a:solidFill>
            <a:prstDash val="solid"/>
            <a:round/>
            <a:headEnd len="med" w="med" type="none"/>
            <a:tailEnd len="med" w="med" type="none"/>
          </a:ln>
        </p:spPr>
      </p:cxnSp>
      <p:pic>
        <p:nvPicPr>
          <p:cNvPr id="108" name="Google Shape;108;p17"/>
          <p:cNvPicPr preferRelativeResize="0"/>
          <p:nvPr/>
        </p:nvPicPr>
        <p:blipFill>
          <a:blip r:embed="rId3">
            <a:alphaModFix/>
          </a:blip>
          <a:stretch>
            <a:fillRect/>
          </a:stretch>
        </p:blipFill>
        <p:spPr>
          <a:xfrm>
            <a:off x="4823625" y="2988175"/>
            <a:ext cx="4080949" cy="1962375"/>
          </a:xfrm>
          <a:prstGeom prst="rect">
            <a:avLst/>
          </a:prstGeom>
          <a:noFill/>
          <a:ln>
            <a:noFill/>
          </a:ln>
        </p:spPr>
      </p:pic>
      <p:pic>
        <p:nvPicPr>
          <p:cNvPr id="109" name="Google Shape;109;p17"/>
          <p:cNvPicPr preferRelativeResize="0"/>
          <p:nvPr/>
        </p:nvPicPr>
        <p:blipFill>
          <a:blip r:embed="rId3">
            <a:alphaModFix/>
          </a:blip>
          <a:stretch>
            <a:fillRect/>
          </a:stretch>
        </p:blipFill>
        <p:spPr>
          <a:xfrm rot="10800000">
            <a:off x="241775" y="270250"/>
            <a:ext cx="4080949" cy="1962375"/>
          </a:xfrm>
          <a:prstGeom prst="rect">
            <a:avLst/>
          </a:prstGeom>
          <a:noFill/>
          <a:ln>
            <a:noFill/>
          </a:ln>
        </p:spPr>
      </p:pic>
      <p:pic>
        <p:nvPicPr>
          <p:cNvPr id="110" name="Google Shape;110;p17"/>
          <p:cNvPicPr preferRelativeResize="0"/>
          <p:nvPr/>
        </p:nvPicPr>
        <p:blipFill>
          <a:blip r:embed="rId4">
            <a:alphaModFix/>
          </a:blip>
          <a:stretch>
            <a:fillRect/>
          </a:stretch>
        </p:blipFill>
        <p:spPr>
          <a:xfrm>
            <a:off x="8322900" y="414650"/>
            <a:ext cx="451625" cy="451625"/>
          </a:xfrm>
          <a:prstGeom prst="rect">
            <a:avLst/>
          </a:prstGeom>
          <a:noFill/>
          <a:ln>
            <a:noFill/>
          </a:ln>
        </p:spPr>
      </p:pic>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dk1"/>
        </a:solidFill>
      </p:bgPr>
    </p:bg>
    <p:spTree>
      <p:nvGrpSpPr>
        <p:cNvPr id="114" name="Shape 114"/>
        <p:cNvGrpSpPr/>
        <p:nvPr/>
      </p:nvGrpSpPr>
      <p:grpSpPr>
        <a:xfrm>
          <a:off x="0" y="0"/>
          <a:ext cx="0" cy="0"/>
          <a:chOff x="0" y="0"/>
          <a:chExt cx="0" cy="0"/>
        </a:xfrm>
      </p:grpSpPr>
      <p:sp>
        <p:nvSpPr>
          <p:cNvPr id="115" name="Google Shape;115;p18"/>
          <p:cNvSpPr/>
          <p:nvPr/>
        </p:nvSpPr>
        <p:spPr>
          <a:xfrm>
            <a:off x="241775" y="270250"/>
            <a:ext cx="8662800" cy="4680300"/>
          </a:xfrm>
          <a:prstGeom prst="rect">
            <a:avLst/>
          </a:prstGeom>
          <a:solidFill>
            <a:srgbClr val="0A1735"/>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cxnSp>
        <p:nvCxnSpPr>
          <p:cNvPr id="116" name="Google Shape;116;p18"/>
          <p:cNvCxnSpPr/>
          <p:nvPr/>
        </p:nvCxnSpPr>
        <p:spPr>
          <a:xfrm>
            <a:off x="595650" y="915550"/>
            <a:ext cx="5331000" cy="1500"/>
          </a:xfrm>
          <a:prstGeom prst="straightConnector1">
            <a:avLst/>
          </a:prstGeom>
          <a:noFill/>
          <a:ln cap="flat" cmpd="sng" w="19050">
            <a:solidFill>
              <a:schemeClr val="lt1"/>
            </a:solidFill>
            <a:prstDash val="solid"/>
            <a:round/>
            <a:headEnd len="med" w="med" type="none"/>
            <a:tailEnd len="med" w="med" type="none"/>
          </a:ln>
        </p:spPr>
      </p:cxnSp>
      <p:sp>
        <p:nvSpPr>
          <p:cNvPr id="117" name="Google Shape;117;p18"/>
          <p:cNvSpPr txBox="1"/>
          <p:nvPr/>
        </p:nvSpPr>
        <p:spPr>
          <a:xfrm>
            <a:off x="519700" y="354700"/>
            <a:ext cx="5736000" cy="5001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3400">
                <a:solidFill>
                  <a:schemeClr val="lt1"/>
                </a:solidFill>
                <a:latin typeface="Balthazar"/>
                <a:ea typeface="Balthazar"/>
                <a:cs typeface="Balthazar"/>
                <a:sym typeface="Balthazar"/>
              </a:rPr>
              <a:t>Material/Design Justification</a:t>
            </a:r>
            <a:endParaRPr sz="3400">
              <a:solidFill>
                <a:schemeClr val="lt1"/>
              </a:solidFill>
              <a:latin typeface="Balthazar"/>
              <a:ea typeface="Balthazar"/>
              <a:cs typeface="Balthazar"/>
              <a:sym typeface="Balthazar"/>
            </a:endParaRPr>
          </a:p>
          <a:p>
            <a:pPr indent="0" lvl="0" marL="0" rtl="0" algn="l">
              <a:spcBef>
                <a:spcPts val="0"/>
              </a:spcBef>
              <a:spcAft>
                <a:spcPts val="0"/>
              </a:spcAft>
              <a:buNone/>
            </a:pPr>
            <a:r>
              <a:t/>
            </a:r>
            <a:endParaRPr sz="3400">
              <a:solidFill>
                <a:schemeClr val="lt1"/>
              </a:solidFill>
              <a:latin typeface="Balthazar"/>
              <a:ea typeface="Balthazar"/>
              <a:cs typeface="Balthazar"/>
              <a:sym typeface="Balthazar"/>
            </a:endParaRPr>
          </a:p>
        </p:txBody>
      </p:sp>
      <p:pic>
        <p:nvPicPr>
          <p:cNvPr id="118" name="Google Shape;118;p18"/>
          <p:cNvPicPr preferRelativeResize="0"/>
          <p:nvPr/>
        </p:nvPicPr>
        <p:blipFill>
          <a:blip r:embed="rId3">
            <a:alphaModFix/>
          </a:blip>
          <a:stretch>
            <a:fillRect/>
          </a:stretch>
        </p:blipFill>
        <p:spPr>
          <a:xfrm>
            <a:off x="8322900" y="403175"/>
            <a:ext cx="451625" cy="451625"/>
          </a:xfrm>
          <a:prstGeom prst="rect">
            <a:avLst/>
          </a:prstGeom>
          <a:noFill/>
          <a:ln>
            <a:noFill/>
          </a:ln>
        </p:spPr>
      </p:pic>
      <p:sp>
        <p:nvSpPr>
          <p:cNvPr id="119" name="Google Shape;119;p18"/>
          <p:cNvSpPr txBox="1"/>
          <p:nvPr/>
        </p:nvSpPr>
        <p:spPr>
          <a:xfrm>
            <a:off x="6161367" y="4585450"/>
            <a:ext cx="2743200" cy="365100"/>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r>
              <a:rPr lang="en" sz="2200">
                <a:solidFill>
                  <a:srgbClr val="FFFFFF"/>
                </a:solidFill>
                <a:latin typeface="Balthazar"/>
                <a:ea typeface="Balthazar"/>
                <a:cs typeface="Balthazar"/>
                <a:sym typeface="Balthazar"/>
              </a:rPr>
              <a:t>6</a:t>
            </a:r>
            <a:endParaRPr sz="2200">
              <a:solidFill>
                <a:srgbClr val="FFFFFF"/>
              </a:solidFill>
              <a:latin typeface="Balthazar"/>
              <a:ea typeface="Balthazar"/>
              <a:cs typeface="Balthazar"/>
              <a:sym typeface="Balthazar"/>
            </a:endParaRPr>
          </a:p>
        </p:txBody>
      </p:sp>
      <p:pic>
        <p:nvPicPr>
          <p:cNvPr id="120" name="Google Shape;120;p18"/>
          <p:cNvPicPr preferRelativeResize="0"/>
          <p:nvPr/>
        </p:nvPicPr>
        <p:blipFill rotWithShape="1">
          <a:blip r:embed="rId4">
            <a:alphaModFix/>
          </a:blip>
          <a:srcRect b="0" l="0" r="0" t="10650"/>
          <a:stretch/>
        </p:blipFill>
        <p:spPr>
          <a:xfrm>
            <a:off x="2162600" y="1149425"/>
            <a:ext cx="4821150" cy="3525576"/>
          </a:xfrm>
          <a:prstGeom prst="rect">
            <a:avLst/>
          </a:prstGeom>
          <a:noFill/>
          <a:ln>
            <a:noFill/>
          </a:ln>
        </p:spPr>
      </p:pic>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dk1"/>
        </a:solidFill>
      </p:bgPr>
    </p:bg>
    <p:spTree>
      <p:nvGrpSpPr>
        <p:cNvPr id="124" name="Shape 124"/>
        <p:cNvGrpSpPr/>
        <p:nvPr/>
      </p:nvGrpSpPr>
      <p:grpSpPr>
        <a:xfrm>
          <a:off x="0" y="0"/>
          <a:ext cx="0" cy="0"/>
          <a:chOff x="0" y="0"/>
          <a:chExt cx="0" cy="0"/>
        </a:xfrm>
      </p:grpSpPr>
      <p:sp>
        <p:nvSpPr>
          <p:cNvPr id="125" name="Google Shape;125;p19"/>
          <p:cNvSpPr/>
          <p:nvPr/>
        </p:nvSpPr>
        <p:spPr>
          <a:xfrm>
            <a:off x="241775" y="270250"/>
            <a:ext cx="8662800" cy="4680300"/>
          </a:xfrm>
          <a:prstGeom prst="rect">
            <a:avLst/>
          </a:prstGeom>
          <a:solidFill>
            <a:srgbClr val="0A1735"/>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cxnSp>
        <p:nvCxnSpPr>
          <p:cNvPr id="126" name="Google Shape;126;p19"/>
          <p:cNvCxnSpPr/>
          <p:nvPr/>
        </p:nvCxnSpPr>
        <p:spPr>
          <a:xfrm>
            <a:off x="595650" y="915550"/>
            <a:ext cx="5331000" cy="1500"/>
          </a:xfrm>
          <a:prstGeom prst="straightConnector1">
            <a:avLst/>
          </a:prstGeom>
          <a:noFill/>
          <a:ln cap="flat" cmpd="sng" w="19050">
            <a:solidFill>
              <a:schemeClr val="lt1"/>
            </a:solidFill>
            <a:prstDash val="solid"/>
            <a:round/>
            <a:headEnd len="med" w="med" type="none"/>
            <a:tailEnd len="med" w="med" type="none"/>
          </a:ln>
        </p:spPr>
      </p:cxnSp>
      <p:sp>
        <p:nvSpPr>
          <p:cNvPr id="127" name="Google Shape;127;p19"/>
          <p:cNvSpPr txBox="1"/>
          <p:nvPr/>
        </p:nvSpPr>
        <p:spPr>
          <a:xfrm>
            <a:off x="519700" y="354700"/>
            <a:ext cx="5736000" cy="5001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3400">
                <a:solidFill>
                  <a:schemeClr val="lt1"/>
                </a:solidFill>
                <a:latin typeface="Balthazar"/>
                <a:ea typeface="Balthazar"/>
                <a:cs typeface="Balthazar"/>
                <a:sym typeface="Balthazar"/>
              </a:rPr>
              <a:t>Material/Design Justification</a:t>
            </a:r>
            <a:endParaRPr sz="3400">
              <a:solidFill>
                <a:schemeClr val="lt1"/>
              </a:solidFill>
              <a:latin typeface="Balthazar"/>
              <a:ea typeface="Balthazar"/>
              <a:cs typeface="Balthazar"/>
              <a:sym typeface="Balthazar"/>
            </a:endParaRPr>
          </a:p>
          <a:p>
            <a:pPr indent="0" lvl="0" marL="0" rtl="0" algn="l">
              <a:spcBef>
                <a:spcPts val="0"/>
              </a:spcBef>
              <a:spcAft>
                <a:spcPts val="0"/>
              </a:spcAft>
              <a:buNone/>
            </a:pPr>
            <a:r>
              <a:t/>
            </a:r>
            <a:endParaRPr sz="3400">
              <a:solidFill>
                <a:schemeClr val="lt1"/>
              </a:solidFill>
              <a:latin typeface="Balthazar"/>
              <a:ea typeface="Balthazar"/>
              <a:cs typeface="Balthazar"/>
              <a:sym typeface="Balthazar"/>
            </a:endParaRPr>
          </a:p>
        </p:txBody>
      </p:sp>
      <p:pic>
        <p:nvPicPr>
          <p:cNvPr id="128" name="Google Shape;128;p19"/>
          <p:cNvPicPr preferRelativeResize="0"/>
          <p:nvPr/>
        </p:nvPicPr>
        <p:blipFill>
          <a:blip r:embed="rId3">
            <a:alphaModFix/>
          </a:blip>
          <a:stretch>
            <a:fillRect/>
          </a:stretch>
        </p:blipFill>
        <p:spPr>
          <a:xfrm>
            <a:off x="8322900" y="403175"/>
            <a:ext cx="451625" cy="451625"/>
          </a:xfrm>
          <a:prstGeom prst="rect">
            <a:avLst/>
          </a:prstGeom>
          <a:noFill/>
          <a:ln>
            <a:noFill/>
          </a:ln>
        </p:spPr>
      </p:pic>
      <p:sp>
        <p:nvSpPr>
          <p:cNvPr id="129" name="Google Shape;129;p19"/>
          <p:cNvSpPr txBox="1"/>
          <p:nvPr/>
        </p:nvSpPr>
        <p:spPr>
          <a:xfrm>
            <a:off x="6161367" y="4585450"/>
            <a:ext cx="2743200" cy="365100"/>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r>
              <a:rPr lang="en" sz="2200">
                <a:solidFill>
                  <a:srgbClr val="FFFFFF"/>
                </a:solidFill>
                <a:latin typeface="Balthazar"/>
                <a:ea typeface="Balthazar"/>
                <a:cs typeface="Balthazar"/>
                <a:sym typeface="Balthazar"/>
              </a:rPr>
              <a:t>7</a:t>
            </a:r>
            <a:endParaRPr sz="2200">
              <a:solidFill>
                <a:srgbClr val="FFFFFF"/>
              </a:solidFill>
              <a:latin typeface="Balthazar"/>
              <a:ea typeface="Balthazar"/>
              <a:cs typeface="Balthazar"/>
              <a:sym typeface="Balthazar"/>
            </a:endParaRPr>
          </a:p>
        </p:txBody>
      </p:sp>
      <p:pic>
        <p:nvPicPr>
          <p:cNvPr id="130" name="Google Shape;130;p19"/>
          <p:cNvPicPr preferRelativeResize="0"/>
          <p:nvPr/>
        </p:nvPicPr>
        <p:blipFill>
          <a:blip r:embed="rId4">
            <a:alphaModFix/>
          </a:blip>
          <a:stretch>
            <a:fillRect/>
          </a:stretch>
        </p:blipFill>
        <p:spPr>
          <a:xfrm>
            <a:off x="1509802" y="1109825"/>
            <a:ext cx="6126749" cy="3564326"/>
          </a:xfrm>
          <a:prstGeom prst="rect">
            <a:avLst/>
          </a:prstGeom>
          <a:noFill/>
          <a:ln>
            <a:noFill/>
          </a:ln>
        </p:spPr>
      </p:pic>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dk1"/>
        </a:solidFill>
      </p:bgPr>
    </p:bg>
    <p:spTree>
      <p:nvGrpSpPr>
        <p:cNvPr id="134" name="Shape 134"/>
        <p:cNvGrpSpPr/>
        <p:nvPr/>
      </p:nvGrpSpPr>
      <p:grpSpPr>
        <a:xfrm>
          <a:off x="0" y="0"/>
          <a:ext cx="0" cy="0"/>
          <a:chOff x="0" y="0"/>
          <a:chExt cx="0" cy="0"/>
        </a:xfrm>
      </p:grpSpPr>
      <p:sp>
        <p:nvSpPr>
          <p:cNvPr id="135" name="Google Shape;135;p20"/>
          <p:cNvSpPr/>
          <p:nvPr/>
        </p:nvSpPr>
        <p:spPr>
          <a:xfrm>
            <a:off x="241775" y="270250"/>
            <a:ext cx="8662800" cy="4680300"/>
          </a:xfrm>
          <a:prstGeom prst="rect">
            <a:avLst/>
          </a:prstGeom>
          <a:solidFill>
            <a:srgbClr val="0A1735"/>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cxnSp>
        <p:nvCxnSpPr>
          <p:cNvPr id="136" name="Google Shape;136;p20"/>
          <p:cNvCxnSpPr/>
          <p:nvPr/>
        </p:nvCxnSpPr>
        <p:spPr>
          <a:xfrm>
            <a:off x="595650" y="915550"/>
            <a:ext cx="5331000" cy="1500"/>
          </a:xfrm>
          <a:prstGeom prst="straightConnector1">
            <a:avLst/>
          </a:prstGeom>
          <a:noFill/>
          <a:ln cap="flat" cmpd="sng" w="19050">
            <a:solidFill>
              <a:schemeClr val="lt1"/>
            </a:solidFill>
            <a:prstDash val="solid"/>
            <a:round/>
            <a:headEnd len="med" w="med" type="none"/>
            <a:tailEnd len="med" w="med" type="none"/>
          </a:ln>
        </p:spPr>
      </p:cxnSp>
      <p:sp>
        <p:nvSpPr>
          <p:cNvPr id="137" name="Google Shape;137;p20"/>
          <p:cNvSpPr txBox="1"/>
          <p:nvPr/>
        </p:nvSpPr>
        <p:spPr>
          <a:xfrm>
            <a:off x="519700" y="354700"/>
            <a:ext cx="5736000" cy="5001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3400">
                <a:solidFill>
                  <a:schemeClr val="lt1"/>
                </a:solidFill>
                <a:latin typeface="Balthazar"/>
                <a:ea typeface="Balthazar"/>
                <a:cs typeface="Balthazar"/>
                <a:sym typeface="Balthazar"/>
              </a:rPr>
              <a:t>Prototype Chassis</a:t>
            </a:r>
            <a:endParaRPr sz="3400">
              <a:solidFill>
                <a:schemeClr val="lt1"/>
              </a:solidFill>
              <a:latin typeface="Balthazar"/>
              <a:ea typeface="Balthazar"/>
              <a:cs typeface="Balthazar"/>
              <a:sym typeface="Balthazar"/>
            </a:endParaRPr>
          </a:p>
          <a:p>
            <a:pPr indent="0" lvl="0" marL="0" rtl="0" algn="l">
              <a:spcBef>
                <a:spcPts val="0"/>
              </a:spcBef>
              <a:spcAft>
                <a:spcPts val="0"/>
              </a:spcAft>
              <a:buNone/>
            </a:pPr>
            <a:r>
              <a:t/>
            </a:r>
            <a:endParaRPr sz="3400">
              <a:solidFill>
                <a:schemeClr val="lt1"/>
              </a:solidFill>
              <a:latin typeface="Balthazar"/>
              <a:ea typeface="Balthazar"/>
              <a:cs typeface="Balthazar"/>
              <a:sym typeface="Balthazar"/>
            </a:endParaRPr>
          </a:p>
        </p:txBody>
      </p:sp>
      <p:pic>
        <p:nvPicPr>
          <p:cNvPr id="138" name="Google Shape;138;p20"/>
          <p:cNvPicPr preferRelativeResize="0"/>
          <p:nvPr/>
        </p:nvPicPr>
        <p:blipFill>
          <a:blip r:embed="rId3">
            <a:alphaModFix/>
          </a:blip>
          <a:stretch>
            <a:fillRect/>
          </a:stretch>
        </p:blipFill>
        <p:spPr>
          <a:xfrm>
            <a:off x="8322900" y="403175"/>
            <a:ext cx="451625" cy="451625"/>
          </a:xfrm>
          <a:prstGeom prst="rect">
            <a:avLst/>
          </a:prstGeom>
          <a:noFill/>
          <a:ln>
            <a:noFill/>
          </a:ln>
        </p:spPr>
      </p:pic>
      <p:pic>
        <p:nvPicPr>
          <p:cNvPr id="139" name="Google Shape;139;p20"/>
          <p:cNvPicPr preferRelativeResize="0"/>
          <p:nvPr/>
        </p:nvPicPr>
        <p:blipFill rotWithShape="1">
          <a:blip r:embed="rId4">
            <a:alphaModFix/>
          </a:blip>
          <a:srcRect b="0" l="9633" r="0" t="0"/>
          <a:stretch/>
        </p:blipFill>
        <p:spPr>
          <a:xfrm>
            <a:off x="5348000" y="1028125"/>
            <a:ext cx="2564099" cy="1895699"/>
          </a:xfrm>
          <a:prstGeom prst="rect">
            <a:avLst/>
          </a:prstGeom>
          <a:noFill/>
          <a:ln>
            <a:noFill/>
          </a:ln>
        </p:spPr>
      </p:pic>
      <p:sp>
        <p:nvSpPr>
          <p:cNvPr id="140" name="Google Shape;140;p20"/>
          <p:cNvSpPr txBox="1"/>
          <p:nvPr/>
        </p:nvSpPr>
        <p:spPr>
          <a:xfrm>
            <a:off x="6161367" y="4585450"/>
            <a:ext cx="2743200" cy="365100"/>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r>
              <a:rPr lang="en" sz="2200">
                <a:solidFill>
                  <a:srgbClr val="FFFFFF"/>
                </a:solidFill>
                <a:latin typeface="Balthazar"/>
                <a:ea typeface="Balthazar"/>
                <a:cs typeface="Balthazar"/>
                <a:sym typeface="Balthazar"/>
              </a:rPr>
              <a:t>8</a:t>
            </a:r>
            <a:endParaRPr sz="2200">
              <a:solidFill>
                <a:srgbClr val="FFFFFF"/>
              </a:solidFill>
              <a:latin typeface="Balthazar"/>
              <a:ea typeface="Balthazar"/>
              <a:cs typeface="Balthazar"/>
              <a:sym typeface="Balthazar"/>
            </a:endParaRPr>
          </a:p>
        </p:txBody>
      </p:sp>
      <p:sp>
        <p:nvSpPr>
          <p:cNvPr id="141" name="Google Shape;141;p20"/>
          <p:cNvSpPr txBox="1"/>
          <p:nvPr/>
        </p:nvSpPr>
        <p:spPr>
          <a:xfrm>
            <a:off x="592400" y="1194025"/>
            <a:ext cx="4755600" cy="4371300"/>
          </a:xfrm>
          <a:prstGeom prst="rect">
            <a:avLst/>
          </a:prstGeom>
          <a:noFill/>
          <a:ln>
            <a:noFill/>
          </a:ln>
        </p:spPr>
        <p:txBody>
          <a:bodyPr anchorCtr="0" anchor="t" bIns="91425" lIns="91425" spcFirstLastPara="1" rIns="91425" wrap="square" tIns="91425">
            <a:spAutoFit/>
          </a:bodyPr>
          <a:lstStyle/>
          <a:p>
            <a:pPr indent="-355600" lvl="0" marL="457200" rtl="0" algn="l">
              <a:spcBef>
                <a:spcPts val="0"/>
              </a:spcBef>
              <a:spcAft>
                <a:spcPts val="0"/>
              </a:spcAft>
              <a:buClr>
                <a:schemeClr val="lt1"/>
              </a:buClr>
              <a:buSzPts val="2000"/>
              <a:buFont typeface="Calibri"/>
              <a:buChar char="●"/>
            </a:pPr>
            <a:r>
              <a:rPr lang="en" sz="2000">
                <a:solidFill>
                  <a:schemeClr val="lt1"/>
                </a:solidFill>
                <a:latin typeface="Calibri"/>
                <a:ea typeface="Calibri"/>
                <a:cs typeface="Calibri"/>
                <a:sym typeface="Calibri"/>
              </a:rPr>
              <a:t>Open Frame</a:t>
            </a:r>
            <a:endParaRPr sz="2000">
              <a:solidFill>
                <a:schemeClr val="lt1"/>
              </a:solidFill>
              <a:latin typeface="Calibri"/>
              <a:ea typeface="Calibri"/>
              <a:cs typeface="Calibri"/>
              <a:sym typeface="Calibri"/>
            </a:endParaRPr>
          </a:p>
          <a:p>
            <a:pPr indent="-355600" lvl="0" marL="457200" rtl="0" algn="l">
              <a:spcBef>
                <a:spcPts val="0"/>
              </a:spcBef>
              <a:spcAft>
                <a:spcPts val="0"/>
              </a:spcAft>
              <a:buClr>
                <a:schemeClr val="lt1"/>
              </a:buClr>
              <a:buSzPts val="2000"/>
              <a:buFont typeface="Calibri"/>
              <a:buChar char="●"/>
            </a:pPr>
            <a:r>
              <a:rPr lang="en" sz="2000">
                <a:solidFill>
                  <a:schemeClr val="lt1"/>
                </a:solidFill>
                <a:latin typeface="Calibri"/>
                <a:ea typeface="Calibri"/>
                <a:cs typeface="Calibri"/>
                <a:sym typeface="Calibri"/>
              </a:rPr>
              <a:t>Sonar Mounting Plate </a:t>
            </a:r>
            <a:endParaRPr sz="2000">
              <a:solidFill>
                <a:schemeClr val="lt1"/>
              </a:solidFill>
              <a:latin typeface="Calibri"/>
              <a:ea typeface="Calibri"/>
              <a:cs typeface="Calibri"/>
              <a:sym typeface="Calibri"/>
            </a:endParaRPr>
          </a:p>
          <a:p>
            <a:pPr indent="-355600" lvl="0" marL="457200" rtl="0" algn="l">
              <a:spcBef>
                <a:spcPts val="0"/>
              </a:spcBef>
              <a:spcAft>
                <a:spcPts val="0"/>
              </a:spcAft>
              <a:buClr>
                <a:schemeClr val="lt1"/>
              </a:buClr>
              <a:buSzPts val="2000"/>
              <a:buFont typeface="Calibri"/>
              <a:buChar char="●"/>
            </a:pPr>
            <a:r>
              <a:rPr lang="en" sz="2000">
                <a:solidFill>
                  <a:schemeClr val="lt1"/>
                </a:solidFill>
                <a:latin typeface="Calibri"/>
                <a:ea typeface="Calibri"/>
                <a:cs typeface="Calibri"/>
                <a:sym typeface="Calibri"/>
              </a:rPr>
              <a:t>Surface Area for Subteam Integration</a:t>
            </a:r>
            <a:endParaRPr sz="2000">
              <a:solidFill>
                <a:schemeClr val="lt1"/>
              </a:solidFill>
              <a:latin typeface="Calibri"/>
              <a:ea typeface="Calibri"/>
              <a:cs typeface="Calibri"/>
              <a:sym typeface="Calibri"/>
            </a:endParaRPr>
          </a:p>
          <a:p>
            <a:pPr indent="-355600" lvl="0" marL="457200" rtl="0" algn="l">
              <a:spcBef>
                <a:spcPts val="0"/>
              </a:spcBef>
              <a:spcAft>
                <a:spcPts val="0"/>
              </a:spcAft>
              <a:buClr>
                <a:schemeClr val="lt1"/>
              </a:buClr>
              <a:buSzPts val="2000"/>
              <a:buFont typeface="Calibri"/>
              <a:buChar char="●"/>
            </a:pPr>
            <a:r>
              <a:rPr lang="en" sz="2000">
                <a:solidFill>
                  <a:schemeClr val="lt1"/>
                </a:solidFill>
                <a:latin typeface="Calibri"/>
                <a:ea typeface="Calibri"/>
                <a:cs typeface="Calibri"/>
                <a:sym typeface="Calibri"/>
              </a:rPr>
              <a:t>Structural</a:t>
            </a:r>
            <a:r>
              <a:rPr lang="en" sz="2000">
                <a:solidFill>
                  <a:schemeClr val="lt1"/>
                </a:solidFill>
                <a:latin typeface="Calibri"/>
                <a:ea typeface="Calibri"/>
                <a:cs typeface="Calibri"/>
                <a:sym typeface="Calibri"/>
              </a:rPr>
              <a:t> Integrity</a:t>
            </a:r>
            <a:endParaRPr sz="2000">
              <a:solidFill>
                <a:schemeClr val="lt1"/>
              </a:solidFill>
              <a:latin typeface="Calibri"/>
              <a:ea typeface="Calibri"/>
              <a:cs typeface="Calibri"/>
              <a:sym typeface="Calibri"/>
            </a:endParaRPr>
          </a:p>
          <a:p>
            <a:pPr indent="0" lvl="0" marL="0" rtl="0" algn="l">
              <a:spcBef>
                <a:spcPts val="0"/>
              </a:spcBef>
              <a:spcAft>
                <a:spcPts val="0"/>
              </a:spcAft>
              <a:buNone/>
            </a:pPr>
            <a:r>
              <a:t/>
            </a:r>
            <a:endParaRPr sz="1600">
              <a:solidFill>
                <a:schemeClr val="lt1"/>
              </a:solidFill>
              <a:latin typeface="Calibri"/>
              <a:ea typeface="Calibri"/>
              <a:cs typeface="Calibri"/>
              <a:sym typeface="Calibri"/>
            </a:endParaRPr>
          </a:p>
          <a:p>
            <a:pPr indent="0" lvl="0" marL="0" rtl="0" algn="l">
              <a:spcBef>
                <a:spcPts val="0"/>
              </a:spcBef>
              <a:spcAft>
                <a:spcPts val="0"/>
              </a:spcAft>
              <a:buNone/>
            </a:pPr>
            <a:r>
              <a:t/>
            </a:r>
            <a:endParaRPr sz="1600">
              <a:solidFill>
                <a:schemeClr val="lt1"/>
              </a:solidFill>
              <a:latin typeface="Calibri"/>
              <a:ea typeface="Calibri"/>
              <a:cs typeface="Calibri"/>
              <a:sym typeface="Calibri"/>
            </a:endParaRPr>
          </a:p>
          <a:p>
            <a:pPr indent="0" lvl="0" marL="0" rtl="0" algn="l">
              <a:spcBef>
                <a:spcPts val="0"/>
              </a:spcBef>
              <a:spcAft>
                <a:spcPts val="0"/>
              </a:spcAft>
              <a:buNone/>
            </a:pPr>
            <a:r>
              <a:t/>
            </a:r>
            <a:endParaRPr sz="1600">
              <a:solidFill>
                <a:schemeClr val="lt1"/>
              </a:solidFill>
              <a:latin typeface="Calibri"/>
              <a:ea typeface="Calibri"/>
              <a:cs typeface="Calibri"/>
              <a:sym typeface="Calibri"/>
            </a:endParaRPr>
          </a:p>
          <a:p>
            <a:pPr indent="0" lvl="0" marL="0" rtl="0" algn="l">
              <a:spcBef>
                <a:spcPts val="0"/>
              </a:spcBef>
              <a:spcAft>
                <a:spcPts val="0"/>
              </a:spcAft>
              <a:buNone/>
            </a:pPr>
            <a:r>
              <a:t/>
            </a:r>
            <a:endParaRPr sz="1600">
              <a:solidFill>
                <a:schemeClr val="lt1"/>
              </a:solidFill>
              <a:latin typeface="Calibri"/>
              <a:ea typeface="Calibri"/>
              <a:cs typeface="Calibri"/>
              <a:sym typeface="Calibri"/>
            </a:endParaRPr>
          </a:p>
          <a:p>
            <a:pPr indent="0" lvl="0" marL="0" rtl="0" algn="l">
              <a:spcBef>
                <a:spcPts val="0"/>
              </a:spcBef>
              <a:spcAft>
                <a:spcPts val="0"/>
              </a:spcAft>
              <a:buNone/>
            </a:pPr>
            <a:r>
              <a:t/>
            </a:r>
            <a:endParaRPr sz="1600">
              <a:solidFill>
                <a:schemeClr val="lt1"/>
              </a:solidFill>
              <a:latin typeface="Calibri"/>
              <a:ea typeface="Calibri"/>
              <a:cs typeface="Calibri"/>
              <a:sym typeface="Calibri"/>
            </a:endParaRPr>
          </a:p>
          <a:p>
            <a:pPr indent="0" lvl="0" marL="0" rtl="0" algn="l">
              <a:spcBef>
                <a:spcPts val="0"/>
              </a:spcBef>
              <a:spcAft>
                <a:spcPts val="0"/>
              </a:spcAft>
              <a:buNone/>
            </a:pPr>
            <a:r>
              <a:t/>
            </a:r>
            <a:endParaRPr sz="1600">
              <a:solidFill>
                <a:schemeClr val="lt1"/>
              </a:solidFill>
              <a:latin typeface="Calibri"/>
              <a:ea typeface="Calibri"/>
              <a:cs typeface="Calibri"/>
              <a:sym typeface="Calibri"/>
            </a:endParaRPr>
          </a:p>
          <a:p>
            <a:pPr indent="0" lvl="0" marL="0" rtl="0" algn="l">
              <a:spcBef>
                <a:spcPts val="0"/>
              </a:spcBef>
              <a:spcAft>
                <a:spcPts val="0"/>
              </a:spcAft>
              <a:buNone/>
            </a:pPr>
            <a:r>
              <a:t/>
            </a:r>
            <a:endParaRPr sz="1600">
              <a:solidFill>
                <a:schemeClr val="lt1"/>
              </a:solidFill>
              <a:latin typeface="Calibri"/>
              <a:ea typeface="Calibri"/>
              <a:cs typeface="Calibri"/>
              <a:sym typeface="Calibri"/>
            </a:endParaRPr>
          </a:p>
          <a:p>
            <a:pPr indent="0" lvl="0" marL="0" rtl="0" algn="l">
              <a:spcBef>
                <a:spcPts val="0"/>
              </a:spcBef>
              <a:spcAft>
                <a:spcPts val="0"/>
              </a:spcAft>
              <a:buNone/>
            </a:pPr>
            <a:r>
              <a:t/>
            </a:r>
            <a:endParaRPr sz="1600">
              <a:solidFill>
                <a:schemeClr val="lt1"/>
              </a:solidFill>
              <a:latin typeface="Calibri"/>
              <a:ea typeface="Calibri"/>
              <a:cs typeface="Calibri"/>
              <a:sym typeface="Calibri"/>
            </a:endParaRPr>
          </a:p>
          <a:p>
            <a:pPr indent="0" lvl="0" marL="0" rtl="0" algn="l">
              <a:spcBef>
                <a:spcPts val="0"/>
              </a:spcBef>
              <a:spcAft>
                <a:spcPts val="0"/>
              </a:spcAft>
              <a:buNone/>
            </a:pPr>
            <a:r>
              <a:t/>
            </a:r>
            <a:endParaRPr sz="1600">
              <a:solidFill>
                <a:schemeClr val="lt1"/>
              </a:solidFill>
              <a:latin typeface="Calibri"/>
              <a:ea typeface="Calibri"/>
              <a:cs typeface="Calibri"/>
              <a:sym typeface="Calibri"/>
            </a:endParaRPr>
          </a:p>
          <a:p>
            <a:pPr indent="0" lvl="0" marL="0" rtl="0" algn="l">
              <a:spcBef>
                <a:spcPts val="0"/>
              </a:spcBef>
              <a:spcAft>
                <a:spcPts val="0"/>
              </a:spcAft>
              <a:buNone/>
            </a:pPr>
            <a:r>
              <a:t/>
            </a:r>
            <a:endParaRPr sz="1600">
              <a:solidFill>
                <a:schemeClr val="lt1"/>
              </a:solidFill>
              <a:latin typeface="Calibri"/>
              <a:ea typeface="Calibri"/>
              <a:cs typeface="Calibri"/>
              <a:sym typeface="Calibri"/>
            </a:endParaRPr>
          </a:p>
          <a:p>
            <a:pPr indent="0" lvl="0" marL="0" rtl="0" algn="l">
              <a:spcBef>
                <a:spcPts val="0"/>
              </a:spcBef>
              <a:spcAft>
                <a:spcPts val="0"/>
              </a:spcAft>
              <a:buNone/>
            </a:pPr>
            <a:r>
              <a:t/>
            </a:r>
            <a:endParaRPr sz="1600">
              <a:solidFill>
                <a:schemeClr val="lt1"/>
              </a:solidFill>
              <a:latin typeface="Calibri"/>
              <a:ea typeface="Calibri"/>
              <a:cs typeface="Calibri"/>
              <a:sym typeface="Calibri"/>
            </a:endParaRPr>
          </a:p>
          <a:p>
            <a:pPr indent="0" lvl="0" marL="0" rtl="0" algn="l">
              <a:spcBef>
                <a:spcPts val="0"/>
              </a:spcBef>
              <a:spcAft>
                <a:spcPts val="0"/>
              </a:spcAft>
              <a:buNone/>
            </a:pPr>
            <a:r>
              <a:t/>
            </a:r>
            <a:endParaRPr sz="1600">
              <a:solidFill>
                <a:schemeClr val="lt1"/>
              </a:solidFill>
              <a:latin typeface="Calibri"/>
              <a:ea typeface="Calibri"/>
              <a:cs typeface="Calibri"/>
              <a:sym typeface="Calibri"/>
            </a:endParaRPr>
          </a:p>
        </p:txBody>
      </p:sp>
      <p:pic>
        <p:nvPicPr>
          <p:cNvPr id="142" name="Google Shape;142;p20"/>
          <p:cNvPicPr preferRelativeResize="0"/>
          <p:nvPr/>
        </p:nvPicPr>
        <p:blipFill rotWithShape="1">
          <a:blip r:embed="rId5">
            <a:alphaModFix/>
          </a:blip>
          <a:srcRect b="9290" l="6503" r="48555" t="27165"/>
          <a:stretch/>
        </p:blipFill>
        <p:spPr>
          <a:xfrm>
            <a:off x="5348000" y="2923825"/>
            <a:ext cx="2564100" cy="1446625"/>
          </a:xfrm>
          <a:prstGeom prst="rect">
            <a:avLst/>
          </a:prstGeom>
          <a:noFill/>
          <a:ln>
            <a:noFill/>
          </a:ln>
        </p:spPr>
      </p:pic>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dk1"/>
        </a:solidFill>
      </p:bgPr>
    </p:bg>
    <p:spTree>
      <p:nvGrpSpPr>
        <p:cNvPr id="146" name="Shape 146"/>
        <p:cNvGrpSpPr/>
        <p:nvPr/>
      </p:nvGrpSpPr>
      <p:grpSpPr>
        <a:xfrm>
          <a:off x="0" y="0"/>
          <a:ext cx="0" cy="0"/>
          <a:chOff x="0" y="0"/>
          <a:chExt cx="0" cy="0"/>
        </a:xfrm>
      </p:grpSpPr>
      <p:sp>
        <p:nvSpPr>
          <p:cNvPr id="147" name="Google Shape;147;p21"/>
          <p:cNvSpPr/>
          <p:nvPr/>
        </p:nvSpPr>
        <p:spPr>
          <a:xfrm>
            <a:off x="241775" y="270250"/>
            <a:ext cx="8662800" cy="4680300"/>
          </a:xfrm>
          <a:prstGeom prst="rect">
            <a:avLst/>
          </a:prstGeom>
          <a:solidFill>
            <a:srgbClr val="0A1735"/>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cxnSp>
        <p:nvCxnSpPr>
          <p:cNvPr id="148" name="Google Shape;148;p21"/>
          <p:cNvCxnSpPr/>
          <p:nvPr/>
        </p:nvCxnSpPr>
        <p:spPr>
          <a:xfrm>
            <a:off x="595650" y="915550"/>
            <a:ext cx="5331000" cy="1500"/>
          </a:xfrm>
          <a:prstGeom prst="straightConnector1">
            <a:avLst/>
          </a:prstGeom>
          <a:noFill/>
          <a:ln cap="flat" cmpd="sng" w="19050">
            <a:solidFill>
              <a:schemeClr val="lt1"/>
            </a:solidFill>
            <a:prstDash val="solid"/>
            <a:round/>
            <a:headEnd len="med" w="med" type="none"/>
            <a:tailEnd len="med" w="med" type="none"/>
          </a:ln>
        </p:spPr>
      </p:cxnSp>
      <p:sp>
        <p:nvSpPr>
          <p:cNvPr id="149" name="Google Shape;149;p21"/>
          <p:cNvSpPr txBox="1"/>
          <p:nvPr/>
        </p:nvSpPr>
        <p:spPr>
          <a:xfrm>
            <a:off x="519700" y="354700"/>
            <a:ext cx="5065500" cy="5001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3400">
                <a:solidFill>
                  <a:schemeClr val="lt1"/>
                </a:solidFill>
                <a:latin typeface="Balthazar"/>
                <a:ea typeface="Balthazar"/>
                <a:cs typeface="Balthazar"/>
                <a:sym typeface="Balthazar"/>
              </a:rPr>
              <a:t>ROV/Float Electronics Housing - Thermal Regulation</a:t>
            </a:r>
            <a:endParaRPr sz="3400">
              <a:solidFill>
                <a:schemeClr val="lt1"/>
              </a:solidFill>
              <a:latin typeface="Balthazar"/>
              <a:ea typeface="Balthazar"/>
              <a:cs typeface="Balthazar"/>
              <a:sym typeface="Balthazar"/>
            </a:endParaRPr>
          </a:p>
          <a:p>
            <a:pPr indent="0" lvl="0" marL="0" rtl="0" algn="l">
              <a:spcBef>
                <a:spcPts val="0"/>
              </a:spcBef>
              <a:spcAft>
                <a:spcPts val="0"/>
              </a:spcAft>
              <a:buNone/>
            </a:pPr>
            <a:r>
              <a:t/>
            </a:r>
            <a:endParaRPr sz="3400">
              <a:solidFill>
                <a:schemeClr val="lt1"/>
              </a:solidFill>
              <a:latin typeface="Balthazar"/>
              <a:ea typeface="Balthazar"/>
              <a:cs typeface="Balthazar"/>
              <a:sym typeface="Balthazar"/>
            </a:endParaRPr>
          </a:p>
        </p:txBody>
      </p:sp>
      <p:sp>
        <p:nvSpPr>
          <p:cNvPr id="150" name="Google Shape;150;p21"/>
          <p:cNvSpPr txBox="1"/>
          <p:nvPr/>
        </p:nvSpPr>
        <p:spPr>
          <a:xfrm>
            <a:off x="4067325" y="1573500"/>
            <a:ext cx="4165500" cy="3632700"/>
          </a:xfrm>
          <a:prstGeom prst="rect">
            <a:avLst/>
          </a:prstGeom>
          <a:noFill/>
          <a:ln>
            <a:noFill/>
          </a:ln>
        </p:spPr>
        <p:txBody>
          <a:bodyPr anchorCtr="0" anchor="t" bIns="91425" lIns="91425" spcFirstLastPara="1" rIns="91425" wrap="square" tIns="91425">
            <a:spAutoFit/>
          </a:bodyPr>
          <a:lstStyle/>
          <a:p>
            <a:pPr indent="-330200" lvl="0" marL="457200" rtl="0" algn="l">
              <a:spcBef>
                <a:spcPts val="0"/>
              </a:spcBef>
              <a:spcAft>
                <a:spcPts val="0"/>
              </a:spcAft>
              <a:buClr>
                <a:schemeClr val="lt1"/>
              </a:buClr>
              <a:buSzPts val="1600"/>
              <a:buFont typeface="Calibri"/>
              <a:buChar char="●"/>
            </a:pPr>
            <a:r>
              <a:rPr lang="en" sz="1600">
                <a:solidFill>
                  <a:schemeClr val="lt1"/>
                </a:solidFill>
                <a:latin typeface="Calibri"/>
                <a:ea typeface="Calibri"/>
                <a:cs typeface="Calibri"/>
                <a:sym typeface="Calibri"/>
              </a:rPr>
              <a:t>Assumptions</a:t>
            </a:r>
            <a:endParaRPr sz="1600">
              <a:solidFill>
                <a:schemeClr val="lt1"/>
              </a:solidFill>
              <a:latin typeface="Calibri"/>
              <a:ea typeface="Calibri"/>
              <a:cs typeface="Calibri"/>
              <a:sym typeface="Calibri"/>
            </a:endParaRPr>
          </a:p>
          <a:p>
            <a:pPr indent="-330200" lvl="1" marL="914400" rtl="0" algn="l">
              <a:spcBef>
                <a:spcPts val="0"/>
              </a:spcBef>
              <a:spcAft>
                <a:spcPts val="0"/>
              </a:spcAft>
              <a:buClr>
                <a:schemeClr val="lt1"/>
              </a:buClr>
              <a:buSzPts val="1600"/>
              <a:buFont typeface="Calibri"/>
              <a:buChar char="○"/>
            </a:pPr>
            <a:r>
              <a:rPr lang="en" sz="1600">
                <a:solidFill>
                  <a:schemeClr val="lt1"/>
                </a:solidFill>
                <a:latin typeface="Calibri"/>
                <a:ea typeface="Calibri"/>
                <a:cs typeface="Calibri"/>
                <a:sym typeface="Calibri"/>
              </a:rPr>
              <a:t>-25 C ambient environment</a:t>
            </a:r>
            <a:endParaRPr sz="1600">
              <a:solidFill>
                <a:schemeClr val="lt1"/>
              </a:solidFill>
              <a:latin typeface="Calibri"/>
              <a:ea typeface="Calibri"/>
              <a:cs typeface="Calibri"/>
              <a:sym typeface="Calibri"/>
            </a:endParaRPr>
          </a:p>
          <a:p>
            <a:pPr indent="-330200" lvl="1" marL="914400" rtl="0" algn="l">
              <a:spcBef>
                <a:spcPts val="0"/>
              </a:spcBef>
              <a:spcAft>
                <a:spcPts val="0"/>
              </a:spcAft>
              <a:buClr>
                <a:schemeClr val="lt1"/>
              </a:buClr>
              <a:buSzPts val="1600"/>
              <a:buFont typeface="Calibri"/>
              <a:buChar char="○"/>
            </a:pPr>
            <a:r>
              <a:rPr lang="en" sz="1600">
                <a:solidFill>
                  <a:schemeClr val="lt1"/>
                </a:solidFill>
                <a:latin typeface="Calibri"/>
                <a:ea typeface="Calibri"/>
                <a:cs typeface="Calibri"/>
                <a:sym typeface="Calibri"/>
              </a:rPr>
              <a:t>20 C internal target temperature</a:t>
            </a:r>
            <a:endParaRPr sz="1600">
              <a:solidFill>
                <a:schemeClr val="lt1"/>
              </a:solidFill>
              <a:latin typeface="Calibri"/>
              <a:ea typeface="Calibri"/>
              <a:cs typeface="Calibri"/>
              <a:sym typeface="Calibri"/>
            </a:endParaRPr>
          </a:p>
          <a:p>
            <a:pPr indent="-330200" lvl="1" marL="914400" rtl="0" algn="l">
              <a:spcBef>
                <a:spcPts val="0"/>
              </a:spcBef>
              <a:spcAft>
                <a:spcPts val="0"/>
              </a:spcAft>
              <a:buClr>
                <a:schemeClr val="lt1"/>
              </a:buClr>
              <a:buSzPts val="1600"/>
              <a:buFont typeface="Calibri"/>
              <a:buChar char="○"/>
            </a:pPr>
            <a:r>
              <a:rPr lang="en" sz="1600">
                <a:solidFill>
                  <a:schemeClr val="lt1"/>
                </a:solidFill>
                <a:latin typeface="Calibri"/>
                <a:ea typeface="Calibri"/>
                <a:cs typeface="Calibri"/>
                <a:sym typeface="Calibri"/>
              </a:rPr>
              <a:t>Turbulent waters</a:t>
            </a:r>
            <a:endParaRPr sz="1600">
              <a:solidFill>
                <a:schemeClr val="lt1"/>
              </a:solidFill>
              <a:latin typeface="Calibri"/>
              <a:ea typeface="Calibri"/>
              <a:cs typeface="Calibri"/>
              <a:sym typeface="Calibri"/>
            </a:endParaRPr>
          </a:p>
          <a:p>
            <a:pPr indent="0" lvl="0" marL="0" rtl="0" algn="l">
              <a:spcBef>
                <a:spcPts val="0"/>
              </a:spcBef>
              <a:spcAft>
                <a:spcPts val="0"/>
              </a:spcAft>
              <a:buNone/>
            </a:pPr>
            <a:r>
              <a:t/>
            </a:r>
            <a:endParaRPr sz="1600">
              <a:solidFill>
                <a:schemeClr val="lt1"/>
              </a:solidFill>
              <a:latin typeface="Calibri"/>
              <a:ea typeface="Calibri"/>
              <a:cs typeface="Calibri"/>
              <a:sym typeface="Calibri"/>
            </a:endParaRPr>
          </a:p>
          <a:p>
            <a:pPr indent="-330200" lvl="0" marL="457200" rtl="0" algn="l">
              <a:spcBef>
                <a:spcPts val="0"/>
              </a:spcBef>
              <a:spcAft>
                <a:spcPts val="0"/>
              </a:spcAft>
              <a:buClr>
                <a:schemeClr val="lt1"/>
              </a:buClr>
              <a:buSzPts val="1600"/>
              <a:buFont typeface="Calibri"/>
              <a:buChar char="●"/>
            </a:pPr>
            <a:r>
              <a:rPr lang="en" sz="1600">
                <a:solidFill>
                  <a:schemeClr val="lt1"/>
                </a:solidFill>
                <a:latin typeface="Calibri"/>
                <a:ea typeface="Calibri"/>
                <a:cs typeface="Calibri"/>
                <a:sym typeface="Calibri"/>
              </a:rPr>
              <a:t>Results (Appendix C)</a:t>
            </a:r>
            <a:endParaRPr sz="1600">
              <a:solidFill>
                <a:schemeClr val="lt1"/>
              </a:solidFill>
              <a:latin typeface="Calibri"/>
              <a:ea typeface="Calibri"/>
              <a:cs typeface="Calibri"/>
              <a:sym typeface="Calibri"/>
            </a:endParaRPr>
          </a:p>
          <a:p>
            <a:pPr indent="-330200" lvl="1" marL="914400" rtl="0" algn="l">
              <a:spcBef>
                <a:spcPts val="0"/>
              </a:spcBef>
              <a:spcAft>
                <a:spcPts val="0"/>
              </a:spcAft>
              <a:buClr>
                <a:schemeClr val="lt1"/>
              </a:buClr>
              <a:buSzPts val="1600"/>
              <a:buFont typeface="Calibri"/>
              <a:buChar char="○"/>
            </a:pPr>
            <a:r>
              <a:rPr lang="en" sz="1600">
                <a:solidFill>
                  <a:schemeClr val="lt1"/>
                </a:solidFill>
                <a:latin typeface="Calibri"/>
                <a:ea typeface="Calibri"/>
                <a:cs typeface="Calibri"/>
                <a:sym typeface="Calibri"/>
              </a:rPr>
              <a:t>~60 Watts of heating needed</a:t>
            </a:r>
            <a:endParaRPr sz="1600">
              <a:solidFill>
                <a:schemeClr val="lt1"/>
              </a:solidFill>
              <a:latin typeface="Calibri"/>
              <a:ea typeface="Calibri"/>
              <a:cs typeface="Calibri"/>
              <a:sym typeface="Calibri"/>
            </a:endParaRPr>
          </a:p>
          <a:p>
            <a:pPr indent="0" lvl="0" marL="914400" rtl="0" algn="l">
              <a:spcBef>
                <a:spcPts val="0"/>
              </a:spcBef>
              <a:spcAft>
                <a:spcPts val="0"/>
              </a:spcAft>
              <a:buNone/>
            </a:pPr>
            <a:r>
              <a:rPr lang="en" sz="1600">
                <a:solidFill>
                  <a:schemeClr val="lt1"/>
                </a:solidFill>
                <a:latin typeface="Calibri"/>
                <a:ea typeface="Calibri"/>
                <a:cs typeface="Calibri"/>
                <a:sym typeface="Calibri"/>
              </a:rPr>
              <a:t>(hand calculations)</a:t>
            </a:r>
            <a:endParaRPr sz="1600">
              <a:solidFill>
                <a:schemeClr val="lt1"/>
              </a:solidFill>
              <a:latin typeface="Calibri"/>
              <a:ea typeface="Calibri"/>
              <a:cs typeface="Calibri"/>
              <a:sym typeface="Calibri"/>
            </a:endParaRPr>
          </a:p>
          <a:p>
            <a:pPr indent="-330200" lvl="1" marL="914400" rtl="0" algn="l">
              <a:spcBef>
                <a:spcPts val="0"/>
              </a:spcBef>
              <a:spcAft>
                <a:spcPts val="0"/>
              </a:spcAft>
              <a:buClr>
                <a:schemeClr val="lt1"/>
              </a:buClr>
              <a:buSzPts val="1600"/>
              <a:buFont typeface="Calibri"/>
              <a:buChar char="○"/>
            </a:pPr>
            <a:r>
              <a:rPr lang="en" sz="1600">
                <a:solidFill>
                  <a:schemeClr val="lt1"/>
                </a:solidFill>
                <a:latin typeface="Calibri"/>
                <a:ea typeface="Calibri"/>
                <a:cs typeface="Calibri"/>
                <a:sym typeface="Calibri"/>
              </a:rPr>
              <a:t>~90 Watts of heating needed (thermal simulation)</a:t>
            </a:r>
            <a:endParaRPr sz="1600">
              <a:solidFill>
                <a:schemeClr val="lt1"/>
              </a:solidFill>
              <a:latin typeface="Calibri"/>
              <a:ea typeface="Calibri"/>
              <a:cs typeface="Calibri"/>
              <a:sym typeface="Calibri"/>
            </a:endParaRPr>
          </a:p>
          <a:p>
            <a:pPr indent="-330200" lvl="1" marL="914400" rtl="0" algn="l">
              <a:spcBef>
                <a:spcPts val="0"/>
              </a:spcBef>
              <a:spcAft>
                <a:spcPts val="0"/>
              </a:spcAft>
              <a:buClr>
                <a:schemeClr val="lt1"/>
              </a:buClr>
              <a:buSzPts val="1600"/>
              <a:buFont typeface="Calibri"/>
              <a:buChar char="○"/>
            </a:pPr>
            <a:r>
              <a:rPr lang="en" sz="1600">
                <a:solidFill>
                  <a:schemeClr val="lt1"/>
                </a:solidFill>
                <a:latin typeface="Calibri"/>
                <a:ea typeface="Calibri"/>
                <a:cs typeface="Calibri"/>
                <a:sym typeface="Calibri"/>
              </a:rPr>
              <a:t>Silicon heating pads and thermistors</a:t>
            </a:r>
            <a:endParaRPr sz="1600">
              <a:solidFill>
                <a:schemeClr val="lt1"/>
              </a:solidFill>
              <a:latin typeface="Calibri"/>
              <a:ea typeface="Calibri"/>
              <a:cs typeface="Calibri"/>
              <a:sym typeface="Calibri"/>
            </a:endParaRPr>
          </a:p>
          <a:p>
            <a:pPr indent="0" lvl="0" marL="0" rtl="0" algn="l">
              <a:spcBef>
                <a:spcPts val="0"/>
              </a:spcBef>
              <a:spcAft>
                <a:spcPts val="0"/>
              </a:spcAft>
              <a:buNone/>
            </a:pPr>
            <a:r>
              <a:t/>
            </a:r>
            <a:endParaRPr sz="1600">
              <a:solidFill>
                <a:schemeClr val="lt1"/>
              </a:solidFill>
              <a:latin typeface="Calibri"/>
              <a:ea typeface="Calibri"/>
              <a:cs typeface="Calibri"/>
              <a:sym typeface="Calibri"/>
            </a:endParaRPr>
          </a:p>
          <a:p>
            <a:pPr indent="0" lvl="0" marL="0" rtl="0" algn="l">
              <a:spcBef>
                <a:spcPts val="0"/>
              </a:spcBef>
              <a:spcAft>
                <a:spcPts val="0"/>
              </a:spcAft>
              <a:buNone/>
            </a:pPr>
            <a:r>
              <a:t/>
            </a:r>
            <a:endParaRPr sz="1600">
              <a:solidFill>
                <a:schemeClr val="lt1"/>
              </a:solidFill>
              <a:latin typeface="Calibri"/>
              <a:ea typeface="Calibri"/>
              <a:cs typeface="Calibri"/>
              <a:sym typeface="Calibri"/>
            </a:endParaRPr>
          </a:p>
          <a:p>
            <a:pPr indent="0" lvl="0" marL="0" rtl="0" algn="l">
              <a:spcBef>
                <a:spcPts val="0"/>
              </a:spcBef>
              <a:spcAft>
                <a:spcPts val="0"/>
              </a:spcAft>
              <a:buNone/>
            </a:pPr>
            <a:r>
              <a:t/>
            </a:r>
            <a:endParaRPr sz="1600">
              <a:solidFill>
                <a:schemeClr val="lt1"/>
              </a:solidFill>
              <a:latin typeface="Calibri"/>
              <a:ea typeface="Calibri"/>
              <a:cs typeface="Calibri"/>
              <a:sym typeface="Calibri"/>
            </a:endParaRPr>
          </a:p>
        </p:txBody>
      </p:sp>
      <p:pic>
        <p:nvPicPr>
          <p:cNvPr id="151" name="Google Shape;151;p21"/>
          <p:cNvPicPr preferRelativeResize="0"/>
          <p:nvPr/>
        </p:nvPicPr>
        <p:blipFill>
          <a:blip r:embed="rId3">
            <a:alphaModFix/>
          </a:blip>
          <a:stretch>
            <a:fillRect/>
          </a:stretch>
        </p:blipFill>
        <p:spPr>
          <a:xfrm>
            <a:off x="8322900" y="403175"/>
            <a:ext cx="451625" cy="451625"/>
          </a:xfrm>
          <a:prstGeom prst="rect">
            <a:avLst/>
          </a:prstGeom>
          <a:noFill/>
          <a:ln>
            <a:noFill/>
          </a:ln>
        </p:spPr>
      </p:pic>
      <p:pic>
        <p:nvPicPr>
          <p:cNvPr id="152" name="Google Shape;152;p21" title="Screenshot 2025-12-02 033401.png"/>
          <p:cNvPicPr preferRelativeResize="0"/>
          <p:nvPr/>
        </p:nvPicPr>
        <p:blipFill>
          <a:blip r:embed="rId4">
            <a:alphaModFix/>
          </a:blip>
          <a:stretch>
            <a:fillRect/>
          </a:stretch>
        </p:blipFill>
        <p:spPr>
          <a:xfrm>
            <a:off x="315737" y="1573500"/>
            <a:ext cx="3751594" cy="3140099"/>
          </a:xfrm>
          <a:prstGeom prst="rect">
            <a:avLst/>
          </a:prstGeom>
          <a:noFill/>
          <a:ln>
            <a:noFill/>
          </a:ln>
        </p:spPr>
      </p:pic>
      <p:sp>
        <p:nvSpPr>
          <p:cNvPr id="153" name="Google Shape;153;p21"/>
          <p:cNvSpPr txBox="1"/>
          <p:nvPr/>
        </p:nvSpPr>
        <p:spPr>
          <a:xfrm>
            <a:off x="6161367" y="4585450"/>
            <a:ext cx="2743200" cy="365100"/>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r>
              <a:rPr lang="en" sz="2200">
                <a:solidFill>
                  <a:srgbClr val="FFFFFF"/>
                </a:solidFill>
                <a:latin typeface="Balthazar"/>
                <a:ea typeface="Balthazar"/>
                <a:cs typeface="Balthazar"/>
                <a:sym typeface="Balthazar"/>
              </a:rPr>
              <a:t>9</a:t>
            </a:r>
            <a:endParaRPr sz="2200">
              <a:solidFill>
                <a:srgbClr val="FFFFFF"/>
              </a:solidFill>
              <a:latin typeface="Balthazar"/>
              <a:ea typeface="Balthazar"/>
              <a:cs typeface="Balthazar"/>
              <a:sym typeface="Balthazar"/>
            </a:endParaRP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dk1"/>
        </a:solidFill>
      </p:bgPr>
    </p:bg>
    <p:spTree>
      <p:nvGrpSpPr>
        <p:cNvPr id="157" name="Shape 157"/>
        <p:cNvGrpSpPr/>
        <p:nvPr/>
      </p:nvGrpSpPr>
      <p:grpSpPr>
        <a:xfrm>
          <a:off x="0" y="0"/>
          <a:ext cx="0" cy="0"/>
          <a:chOff x="0" y="0"/>
          <a:chExt cx="0" cy="0"/>
        </a:xfrm>
      </p:grpSpPr>
      <p:sp>
        <p:nvSpPr>
          <p:cNvPr id="158" name="Google Shape;158;p22"/>
          <p:cNvSpPr/>
          <p:nvPr/>
        </p:nvSpPr>
        <p:spPr>
          <a:xfrm>
            <a:off x="241775" y="270250"/>
            <a:ext cx="8662800" cy="4680300"/>
          </a:xfrm>
          <a:prstGeom prst="rect">
            <a:avLst/>
          </a:prstGeom>
          <a:solidFill>
            <a:srgbClr val="0A1735"/>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cxnSp>
        <p:nvCxnSpPr>
          <p:cNvPr id="159" name="Google Shape;159;p22"/>
          <p:cNvCxnSpPr/>
          <p:nvPr/>
        </p:nvCxnSpPr>
        <p:spPr>
          <a:xfrm>
            <a:off x="595650" y="915550"/>
            <a:ext cx="5331000" cy="1500"/>
          </a:xfrm>
          <a:prstGeom prst="straightConnector1">
            <a:avLst/>
          </a:prstGeom>
          <a:noFill/>
          <a:ln cap="flat" cmpd="sng" w="19050">
            <a:solidFill>
              <a:schemeClr val="lt1"/>
            </a:solidFill>
            <a:prstDash val="solid"/>
            <a:round/>
            <a:headEnd len="med" w="med" type="none"/>
            <a:tailEnd len="med" w="med" type="none"/>
          </a:ln>
        </p:spPr>
      </p:cxnSp>
      <p:sp>
        <p:nvSpPr>
          <p:cNvPr id="160" name="Google Shape;160;p22"/>
          <p:cNvSpPr txBox="1"/>
          <p:nvPr/>
        </p:nvSpPr>
        <p:spPr>
          <a:xfrm>
            <a:off x="519700" y="354700"/>
            <a:ext cx="5736000" cy="5001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3400">
                <a:solidFill>
                  <a:schemeClr val="lt1"/>
                </a:solidFill>
                <a:latin typeface="Balthazar"/>
                <a:ea typeface="Balthazar"/>
                <a:cs typeface="Balthazar"/>
                <a:sym typeface="Balthazar"/>
              </a:rPr>
              <a:t>Enclosure Heating Methods</a:t>
            </a:r>
            <a:endParaRPr sz="3400">
              <a:solidFill>
                <a:schemeClr val="lt1"/>
              </a:solidFill>
              <a:latin typeface="Balthazar"/>
              <a:ea typeface="Balthazar"/>
              <a:cs typeface="Balthazar"/>
              <a:sym typeface="Balthazar"/>
            </a:endParaRPr>
          </a:p>
          <a:p>
            <a:pPr indent="0" lvl="0" marL="0" rtl="0" algn="l">
              <a:spcBef>
                <a:spcPts val="0"/>
              </a:spcBef>
              <a:spcAft>
                <a:spcPts val="0"/>
              </a:spcAft>
              <a:buNone/>
            </a:pPr>
            <a:r>
              <a:t/>
            </a:r>
            <a:endParaRPr sz="3400">
              <a:solidFill>
                <a:schemeClr val="lt1"/>
              </a:solidFill>
              <a:latin typeface="Balthazar"/>
              <a:ea typeface="Balthazar"/>
              <a:cs typeface="Balthazar"/>
              <a:sym typeface="Balthazar"/>
            </a:endParaRPr>
          </a:p>
        </p:txBody>
      </p:sp>
      <p:sp>
        <p:nvSpPr>
          <p:cNvPr id="161" name="Google Shape;161;p22"/>
          <p:cNvSpPr txBox="1"/>
          <p:nvPr/>
        </p:nvSpPr>
        <p:spPr>
          <a:xfrm>
            <a:off x="595650" y="1358725"/>
            <a:ext cx="4755600" cy="4371300"/>
          </a:xfrm>
          <a:prstGeom prst="rect">
            <a:avLst/>
          </a:prstGeom>
          <a:noFill/>
          <a:ln>
            <a:noFill/>
          </a:ln>
        </p:spPr>
        <p:txBody>
          <a:bodyPr anchorCtr="0" anchor="t" bIns="91425" lIns="91425" spcFirstLastPara="1" rIns="91425" wrap="square" tIns="91425">
            <a:spAutoFit/>
          </a:bodyPr>
          <a:lstStyle/>
          <a:p>
            <a:pPr indent="-355600" lvl="0" marL="457200" rtl="0" algn="l">
              <a:spcBef>
                <a:spcPts val="0"/>
              </a:spcBef>
              <a:spcAft>
                <a:spcPts val="0"/>
              </a:spcAft>
              <a:buClr>
                <a:schemeClr val="lt1"/>
              </a:buClr>
              <a:buSzPts val="2000"/>
              <a:buFont typeface="Calibri"/>
              <a:buChar char="●"/>
            </a:pPr>
            <a:r>
              <a:rPr lang="en" sz="2000">
                <a:solidFill>
                  <a:schemeClr val="lt1"/>
                </a:solidFill>
                <a:latin typeface="Calibri"/>
                <a:ea typeface="Calibri"/>
                <a:cs typeface="Calibri"/>
                <a:sym typeface="Calibri"/>
              </a:rPr>
              <a:t>Integrated thermostat</a:t>
            </a:r>
            <a:endParaRPr sz="2000">
              <a:solidFill>
                <a:schemeClr val="lt1"/>
              </a:solidFill>
              <a:latin typeface="Calibri"/>
              <a:ea typeface="Calibri"/>
              <a:cs typeface="Calibri"/>
              <a:sym typeface="Calibri"/>
            </a:endParaRPr>
          </a:p>
          <a:p>
            <a:pPr indent="-355600" lvl="0" marL="457200" rtl="0" algn="l">
              <a:spcBef>
                <a:spcPts val="0"/>
              </a:spcBef>
              <a:spcAft>
                <a:spcPts val="0"/>
              </a:spcAft>
              <a:buClr>
                <a:schemeClr val="lt1"/>
              </a:buClr>
              <a:buSzPts val="2000"/>
              <a:buFont typeface="Calibri"/>
              <a:buChar char="●"/>
            </a:pPr>
            <a:r>
              <a:rPr lang="en" sz="2000">
                <a:solidFill>
                  <a:schemeClr val="lt1"/>
                </a:solidFill>
                <a:latin typeface="Calibri"/>
                <a:ea typeface="Calibri"/>
                <a:cs typeface="Calibri"/>
                <a:sym typeface="Calibri"/>
              </a:rPr>
              <a:t>Self regulating temperature to keep above ambient</a:t>
            </a:r>
            <a:endParaRPr sz="2000">
              <a:solidFill>
                <a:schemeClr val="lt1"/>
              </a:solidFill>
              <a:latin typeface="Calibri"/>
              <a:ea typeface="Calibri"/>
              <a:cs typeface="Calibri"/>
              <a:sym typeface="Calibri"/>
            </a:endParaRPr>
          </a:p>
          <a:p>
            <a:pPr indent="-355600" lvl="0" marL="457200" rtl="0" algn="l">
              <a:spcBef>
                <a:spcPts val="0"/>
              </a:spcBef>
              <a:spcAft>
                <a:spcPts val="0"/>
              </a:spcAft>
              <a:buClr>
                <a:schemeClr val="lt1"/>
              </a:buClr>
              <a:buSzPts val="2000"/>
              <a:buFont typeface="Calibri"/>
              <a:buChar char="●"/>
            </a:pPr>
            <a:r>
              <a:rPr lang="en" sz="2000">
                <a:solidFill>
                  <a:schemeClr val="lt1"/>
                </a:solidFill>
                <a:latin typeface="Calibri"/>
                <a:ea typeface="Calibri"/>
                <a:cs typeface="Calibri"/>
                <a:sym typeface="Calibri"/>
              </a:rPr>
              <a:t>Anti-condensation</a:t>
            </a:r>
            <a:endParaRPr sz="2000">
              <a:solidFill>
                <a:schemeClr val="lt1"/>
              </a:solidFill>
              <a:latin typeface="Calibri"/>
              <a:ea typeface="Calibri"/>
              <a:cs typeface="Calibri"/>
              <a:sym typeface="Calibri"/>
            </a:endParaRPr>
          </a:p>
          <a:p>
            <a:pPr indent="0" lvl="0" marL="0" rtl="0" algn="l">
              <a:spcBef>
                <a:spcPts val="0"/>
              </a:spcBef>
              <a:spcAft>
                <a:spcPts val="0"/>
              </a:spcAft>
              <a:buNone/>
            </a:pPr>
            <a:r>
              <a:t/>
            </a:r>
            <a:endParaRPr sz="1600">
              <a:solidFill>
                <a:schemeClr val="lt1"/>
              </a:solidFill>
              <a:latin typeface="Calibri"/>
              <a:ea typeface="Calibri"/>
              <a:cs typeface="Calibri"/>
              <a:sym typeface="Calibri"/>
            </a:endParaRPr>
          </a:p>
          <a:p>
            <a:pPr indent="0" lvl="0" marL="0" rtl="0" algn="l">
              <a:spcBef>
                <a:spcPts val="0"/>
              </a:spcBef>
              <a:spcAft>
                <a:spcPts val="0"/>
              </a:spcAft>
              <a:buNone/>
            </a:pPr>
            <a:r>
              <a:t/>
            </a:r>
            <a:endParaRPr sz="1600">
              <a:solidFill>
                <a:schemeClr val="lt1"/>
              </a:solidFill>
              <a:latin typeface="Calibri"/>
              <a:ea typeface="Calibri"/>
              <a:cs typeface="Calibri"/>
              <a:sym typeface="Calibri"/>
            </a:endParaRPr>
          </a:p>
          <a:p>
            <a:pPr indent="0" lvl="0" marL="0" rtl="0" algn="l">
              <a:spcBef>
                <a:spcPts val="0"/>
              </a:spcBef>
              <a:spcAft>
                <a:spcPts val="0"/>
              </a:spcAft>
              <a:buNone/>
            </a:pPr>
            <a:r>
              <a:t/>
            </a:r>
            <a:endParaRPr sz="1600">
              <a:solidFill>
                <a:schemeClr val="lt1"/>
              </a:solidFill>
              <a:latin typeface="Calibri"/>
              <a:ea typeface="Calibri"/>
              <a:cs typeface="Calibri"/>
              <a:sym typeface="Calibri"/>
            </a:endParaRPr>
          </a:p>
          <a:p>
            <a:pPr indent="0" lvl="0" marL="0" rtl="0" algn="l">
              <a:spcBef>
                <a:spcPts val="0"/>
              </a:spcBef>
              <a:spcAft>
                <a:spcPts val="0"/>
              </a:spcAft>
              <a:buNone/>
            </a:pPr>
            <a:r>
              <a:t/>
            </a:r>
            <a:endParaRPr sz="1600">
              <a:solidFill>
                <a:schemeClr val="lt1"/>
              </a:solidFill>
              <a:latin typeface="Calibri"/>
              <a:ea typeface="Calibri"/>
              <a:cs typeface="Calibri"/>
              <a:sym typeface="Calibri"/>
            </a:endParaRPr>
          </a:p>
          <a:p>
            <a:pPr indent="0" lvl="0" marL="0" rtl="0" algn="l">
              <a:spcBef>
                <a:spcPts val="0"/>
              </a:spcBef>
              <a:spcAft>
                <a:spcPts val="0"/>
              </a:spcAft>
              <a:buNone/>
            </a:pPr>
            <a:r>
              <a:t/>
            </a:r>
            <a:endParaRPr sz="1600">
              <a:solidFill>
                <a:schemeClr val="lt1"/>
              </a:solidFill>
              <a:latin typeface="Calibri"/>
              <a:ea typeface="Calibri"/>
              <a:cs typeface="Calibri"/>
              <a:sym typeface="Calibri"/>
            </a:endParaRPr>
          </a:p>
          <a:p>
            <a:pPr indent="0" lvl="0" marL="0" rtl="0" algn="l">
              <a:spcBef>
                <a:spcPts val="0"/>
              </a:spcBef>
              <a:spcAft>
                <a:spcPts val="0"/>
              </a:spcAft>
              <a:buNone/>
            </a:pPr>
            <a:r>
              <a:t/>
            </a:r>
            <a:endParaRPr sz="1600">
              <a:solidFill>
                <a:schemeClr val="lt1"/>
              </a:solidFill>
              <a:latin typeface="Calibri"/>
              <a:ea typeface="Calibri"/>
              <a:cs typeface="Calibri"/>
              <a:sym typeface="Calibri"/>
            </a:endParaRPr>
          </a:p>
          <a:p>
            <a:pPr indent="0" lvl="0" marL="0" rtl="0" algn="l">
              <a:spcBef>
                <a:spcPts val="0"/>
              </a:spcBef>
              <a:spcAft>
                <a:spcPts val="0"/>
              </a:spcAft>
              <a:buNone/>
            </a:pPr>
            <a:r>
              <a:t/>
            </a:r>
            <a:endParaRPr sz="1600">
              <a:solidFill>
                <a:schemeClr val="lt1"/>
              </a:solidFill>
              <a:latin typeface="Calibri"/>
              <a:ea typeface="Calibri"/>
              <a:cs typeface="Calibri"/>
              <a:sym typeface="Calibri"/>
            </a:endParaRPr>
          </a:p>
          <a:p>
            <a:pPr indent="0" lvl="0" marL="0" rtl="0" algn="l">
              <a:spcBef>
                <a:spcPts val="0"/>
              </a:spcBef>
              <a:spcAft>
                <a:spcPts val="0"/>
              </a:spcAft>
              <a:buNone/>
            </a:pPr>
            <a:r>
              <a:t/>
            </a:r>
            <a:endParaRPr sz="1600">
              <a:solidFill>
                <a:schemeClr val="lt1"/>
              </a:solidFill>
              <a:latin typeface="Calibri"/>
              <a:ea typeface="Calibri"/>
              <a:cs typeface="Calibri"/>
              <a:sym typeface="Calibri"/>
            </a:endParaRPr>
          </a:p>
          <a:p>
            <a:pPr indent="0" lvl="0" marL="0" rtl="0" algn="l">
              <a:spcBef>
                <a:spcPts val="0"/>
              </a:spcBef>
              <a:spcAft>
                <a:spcPts val="0"/>
              </a:spcAft>
              <a:buNone/>
            </a:pPr>
            <a:r>
              <a:t/>
            </a:r>
            <a:endParaRPr sz="1600">
              <a:solidFill>
                <a:schemeClr val="lt1"/>
              </a:solidFill>
              <a:latin typeface="Calibri"/>
              <a:ea typeface="Calibri"/>
              <a:cs typeface="Calibri"/>
              <a:sym typeface="Calibri"/>
            </a:endParaRPr>
          </a:p>
          <a:p>
            <a:pPr indent="0" lvl="0" marL="0" rtl="0" algn="l">
              <a:spcBef>
                <a:spcPts val="0"/>
              </a:spcBef>
              <a:spcAft>
                <a:spcPts val="0"/>
              </a:spcAft>
              <a:buNone/>
            </a:pPr>
            <a:r>
              <a:t/>
            </a:r>
            <a:endParaRPr sz="1600">
              <a:solidFill>
                <a:schemeClr val="lt1"/>
              </a:solidFill>
              <a:latin typeface="Calibri"/>
              <a:ea typeface="Calibri"/>
              <a:cs typeface="Calibri"/>
              <a:sym typeface="Calibri"/>
            </a:endParaRPr>
          </a:p>
          <a:p>
            <a:pPr indent="0" lvl="0" marL="0" rtl="0" algn="l">
              <a:spcBef>
                <a:spcPts val="0"/>
              </a:spcBef>
              <a:spcAft>
                <a:spcPts val="0"/>
              </a:spcAft>
              <a:buNone/>
            </a:pPr>
            <a:r>
              <a:t/>
            </a:r>
            <a:endParaRPr sz="1600">
              <a:solidFill>
                <a:schemeClr val="lt1"/>
              </a:solidFill>
              <a:latin typeface="Calibri"/>
              <a:ea typeface="Calibri"/>
              <a:cs typeface="Calibri"/>
              <a:sym typeface="Calibri"/>
            </a:endParaRPr>
          </a:p>
          <a:p>
            <a:pPr indent="0" lvl="0" marL="0" rtl="0" algn="l">
              <a:spcBef>
                <a:spcPts val="0"/>
              </a:spcBef>
              <a:spcAft>
                <a:spcPts val="0"/>
              </a:spcAft>
              <a:buNone/>
            </a:pPr>
            <a:r>
              <a:t/>
            </a:r>
            <a:endParaRPr sz="1600">
              <a:solidFill>
                <a:schemeClr val="lt1"/>
              </a:solidFill>
              <a:latin typeface="Calibri"/>
              <a:ea typeface="Calibri"/>
              <a:cs typeface="Calibri"/>
              <a:sym typeface="Calibri"/>
            </a:endParaRPr>
          </a:p>
        </p:txBody>
      </p:sp>
      <p:pic>
        <p:nvPicPr>
          <p:cNvPr id="162" name="Google Shape;162;p22"/>
          <p:cNvPicPr preferRelativeResize="0"/>
          <p:nvPr/>
        </p:nvPicPr>
        <p:blipFill>
          <a:blip r:embed="rId3">
            <a:alphaModFix/>
          </a:blip>
          <a:stretch>
            <a:fillRect/>
          </a:stretch>
        </p:blipFill>
        <p:spPr>
          <a:xfrm>
            <a:off x="8322900" y="403175"/>
            <a:ext cx="451625" cy="451625"/>
          </a:xfrm>
          <a:prstGeom prst="rect">
            <a:avLst/>
          </a:prstGeom>
          <a:noFill/>
          <a:ln>
            <a:noFill/>
          </a:ln>
        </p:spPr>
      </p:pic>
      <p:pic>
        <p:nvPicPr>
          <p:cNvPr id="163" name="Google Shape;163;p22"/>
          <p:cNvPicPr preferRelativeResize="0"/>
          <p:nvPr/>
        </p:nvPicPr>
        <p:blipFill>
          <a:blip r:embed="rId4">
            <a:alphaModFix/>
          </a:blip>
          <a:stretch>
            <a:fillRect/>
          </a:stretch>
        </p:blipFill>
        <p:spPr>
          <a:xfrm>
            <a:off x="6438559" y="1248252"/>
            <a:ext cx="2263233" cy="2225751"/>
          </a:xfrm>
          <a:prstGeom prst="rect">
            <a:avLst/>
          </a:prstGeom>
          <a:noFill/>
          <a:ln>
            <a:noFill/>
          </a:ln>
        </p:spPr>
      </p:pic>
      <p:sp>
        <p:nvSpPr>
          <p:cNvPr id="164" name="Google Shape;164;p22"/>
          <p:cNvSpPr txBox="1"/>
          <p:nvPr/>
        </p:nvSpPr>
        <p:spPr>
          <a:xfrm>
            <a:off x="6433275" y="3474018"/>
            <a:ext cx="2273700" cy="626100"/>
          </a:xfrm>
          <a:prstGeom prst="rect">
            <a:avLst/>
          </a:prstGeom>
          <a:noFill/>
          <a:ln>
            <a:noFill/>
          </a:ln>
        </p:spPr>
        <p:txBody>
          <a:bodyPr anchorCtr="0" anchor="t" bIns="78875" lIns="78875" spcFirstLastPara="1" rIns="78875" wrap="square" tIns="78875">
            <a:noAutofit/>
          </a:bodyPr>
          <a:lstStyle/>
          <a:p>
            <a:pPr indent="0" lvl="0" marL="0" rtl="0" algn="l">
              <a:spcBef>
                <a:spcPts val="0"/>
              </a:spcBef>
              <a:spcAft>
                <a:spcPts val="0"/>
              </a:spcAft>
              <a:buNone/>
            </a:pPr>
            <a:r>
              <a:rPr lang="en" sz="1035">
                <a:solidFill>
                  <a:srgbClr val="FFFFFF"/>
                </a:solidFill>
              </a:rPr>
              <a:t>Control Cabinet Heater Super - Mini</a:t>
            </a:r>
            <a:endParaRPr sz="1035">
              <a:solidFill>
                <a:srgbClr val="FFFFFF"/>
              </a:solidFill>
            </a:endParaRPr>
          </a:p>
        </p:txBody>
      </p:sp>
      <p:pic>
        <p:nvPicPr>
          <p:cNvPr id="165" name="Google Shape;165;p22"/>
          <p:cNvPicPr preferRelativeResize="0"/>
          <p:nvPr/>
        </p:nvPicPr>
        <p:blipFill>
          <a:blip r:embed="rId5">
            <a:alphaModFix/>
          </a:blip>
          <a:stretch>
            <a:fillRect/>
          </a:stretch>
        </p:blipFill>
        <p:spPr>
          <a:xfrm>
            <a:off x="354775" y="2910148"/>
            <a:ext cx="5571875" cy="2517926"/>
          </a:xfrm>
          <a:prstGeom prst="rect">
            <a:avLst/>
          </a:prstGeom>
          <a:noFill/>
          <a:ln>
            <a:noFill/>
          </a:ln>
        </p:spPr>
      </p:pic>
      <p:sp>
        <p:nvSpPr>
          <p:cNvPr id="166" name="Google Shape;166;p22"/>
          <p:cNvSpPr txBox="1"/>
          <p:nvPr/>
        </p:nvSpPr>
        <p:spPr>
          <a:xfrm>
            <a:off x="6161367" y="4585450"/>
            <a:ext cx="2743200" cy="365100"/>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r>
              <a:rPr lang="en" sz="2200">
                <a:solidFill>
                  <a:srgbClr val="FFFFFF"/>
                </a:solidFill>
                <a:latin typeface="Balthazar"/>
                <a:ea typeface="Balthazar"/>
                <a:cs typeface="Balthazar"/>
                <a:sym typeface="Balthazar"/>
              </a:rPr>
              <a:t>10</a:t>
            </a:r>
            <a:endParaRPr sz="2200">
              <a:solidFill>
                <a:srgbClr val="FFFFFF"/>
              </a:solidFill>
              <a:latin typeface="Balthazar"/>
              <a:ea typeface="Balthazar"/>
              <a:cs typeface="Balthazar"/>
              <a:sym typeface="Balthazar"/>
            </a:endParaRPr>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dk1"/>
        </a:solidFill>
      </p:bgPr>
    </p:bg>
    <p:spTree>
      <p:nvGrpSpPr>
        <p:cNvPr id="170" name="Shape 170"/>
        <p:cNvGrpSpPr/>
        <p:nvPr/>
      </p:nvGrpSpPr>
      <p:grpSpPr>
        <a:xfrm>
          <a:off x="0" y="0"/>
          <a:ext cx="0" cy="0"/>
          <a:chOff x="0" y="0"/>
          <a:chExt cx="0" cy="0"/>
        </a:xfrm>
      </p:grpSpPr>
      <p:sp>
        <p:nvSpPr>
          <p:cNvPr id="171" name="Google Shape;171;p23"/>
          <p:cNvSpPr/>
          <p:nvPr/>
        </p:nvSpPr>
        <p:spPr>
          <a:xfrm>
            <a:off x="241775" y="270250"/>
            <a:ext cx="8662800" cy="4680300"/>
          </a:xfrm>
          <a:prstGeom prst="rect">
            <a:avLst/>
          </a:prstGeom>
          <a:solidFill>
            <a:srgbClr val="0A1735"/>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cxnSp>
        <p:nvCxnSpPr>
          <p:cNvPr id="172" name="Google Shape;172;p23"/>
          <p:cNvCxnSpPr/>
          <p:nvPr/>
        </p:nvCxnSpPr>
        <p:spPr>
          <a:xfrm>
            <a:off x="595650" y="915550"/>
            <a:ext cx="5331000" cy="1500"/>
          </a:xfrm>
          <a:prstGeom prst="straightConnector1">
            <a:avLst/>
          </a:prstGeom>
          <a:noFill/>
          <a:ln cap="flat" cmpd="sng" w="19050">
            <a:solidFill>
              <a:schemeClr val="lt1"/>
            </a:solidFill>
            <a:prstDash val="solid"/>
            <a:round/>
            <a:headEnd len="med" w="med" type="none"/>
            <a:tailEnd len="med" w="med" type="none"/>
          </a:ln>
        </p:spPr>
      </p:cxnSp>
      <p:sp>
        <p:nvSpPr>
          <p:cNvPr id="173" name="Google Shape;173;p23"/>
          <p:cNvSpPr txBox="1"/>
          <p:nvPr/>
        </p:nvSpPr>
        <p:spPr>
          <a:xfrm>
            <a:off x="519700" y="354700"/>
            <a:ext cx="5736000" cy="5001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3400">
                <a:solidFill>
                  <a:schemeClr val="lt1"/>
                </a:solidFill>
                <a:latin typeface="Balthazar"/>
                <a:ea typeface="Balthazar"/>
                <a:cs typeface="Balthazar"/>
                <a:sym typeface="Balthazar"/>
              </a:rPr>
              <a:t>Claw Arm Design</a:t>
            </a:r>
            <a:endParaRPr sz="3400">
              <a:solidFill>
                <a:schemeClr val="lt1"/>
              </a:solidFill>
              <a:latin typeface="Balthazar"/>
              <a:ea typeface="Balthazar"/>
              <a:cs typeface="Balthazar"/>
              <a:sym typeface="Balthazar"/>
            </a:endParaRPr>
          </a:p>
        </p:txBody>
      </p:sp>
      <p:sp>
        <p:nvSpPr>
          <p:cNvPr id="174" name="Google Shape;174;p23"/>
          <p:cNvSpPr txBox="1"/>
          <p:nvPr/>
        </p:nvSpPr>
        <p:spPr>
          <a:xfrm>
            <a:off x="595650" y="1358725"/>
            <a:ext cx="5331000" cy="4833300"/>
          </a:xfrm>
          <a:prstGeom prst="rect">
            <a:avLst/>
          </a:prstGeom>
          <a:noFill/>
          <a:ln>
            <a:noFill/>
          </a:ln>
        </p:spPr>
        <p:txBody>
          <a:bodyPr anchorCtr="0" anchor="t" bIns="91425" lIns="91425" spcFirstLastPara="1" rIns="91425" wrap="square" tIns="91425">
            <a:spAutoFit/>
          </a:bodyPr>
          <a:lstStyle/>
          <a:p>
            <a:pPr indent="-368300" lvl="0" marL="457200" rtl="0" algn="l">
              <a:spcBef>
                <a:spcPts val="0"/>
              </a:spcBef>
              <a:spcAft>
                <a:spcPts val="0"/>
              </a:spcAft>
              <a:buClr>
                <a:schemeClr val="lt1"/>
              </a:buClr>
              <a:buSzPts val="2200"/>
              <a:buFont typeface="Calibri"/>
              <a:buChar char="●"/>
            </a:pPr>
            <a:r>
              <a:rPr lang="en" sz="2200">
                <a:solidFill>
                  <a:schemeClr val="lt1"/>
                </a:solidFill>
                <a:latin typeface="Calibri"/>
                <a:ea typeface="Calibri"/>
                <a:cs typeface="Calibri"/>
                <a:sym typeface="Calibri"/>
              </a:rPr>
              <a:t>Hinge-Joint for Arm 1-Arm 2. </a:t>
            </a:r>
            <a:endParaRPr sz="2200">
              <a:solidFill>
                <a:schemeClr val="lt1"/>
              </a:solidFill>
              <a:latin typeface="Calibri"/>
              <a:ea typeface="Calibri"/>
              <a:cs typeface="Calibri"/>
              <a:sym typeface="Calibri"/>
            </a:endParaRPr>
          </a:p>
          <a:p>
            <a:pPr indent="-368300" lvl="0" marL="457200" rtl="0" algn="l">
              <a:spcBef>
                <a:spcPts val="0"/>
              </a:spcBef>
              <a:spcAft>
                <a:spcPts val="0"/>
              </a:spcAft>
              <a:buClr>
                <a:schemeClr val="lt1"/>
              </a:buClr>
              <a:buSzPts val="2200"/>
              <a:buFont typeface="Calibri"/>
              <a:buChar char="●"/>
            </a:pPr>
            <a:r>
              <a:rPr lang="en" sz="2200">
                <a:solidFill>
                  <a:schemeClr val="lt1"/>
                </a:solidFill>
                <a:latin typeface="Calibri"/>
                <a:ea typeface="Calibri"/>
                <a:cs typeface="Calibri"/>
                <a:sym typeface="Calibri"/>
              </a:rPr>
              <a:t>Knuckle joint for Arm 2- Claw</a:t>
            </a:r>
            <a:endParaRPr sz="2200">
              <a:solidFill>
                <a:schemeClr val="lt1"/>
              </a:solidFill>
              <a:latin typeface="Calibri"/>
              <a:ea typeface="Calibri"/>
              <a:cs typeface="Calibri"/>
              <a:sym typeface="Calibri"/>
            </a:endParaRPr>
          </a:p>
          <a:p>
            <a:pPr indent="-368300" lvl="0" marL="457200" rtl="0" algn="l">
              <a:spcBef>
                <a:spcPts val="0"/>
              </a:spcBef>
              <a:spcAft>
                <a:spcPts val="0"/>
              </a:spcAft>
              <a:buClr>
                <a:schemeClr val="lt1"/>
              </a:buClr>
              <a:buSzPts val="2200"/>
              <a:buFont typeface="Calibri"/>
              <a:buChar char="●"/>
            </a:pPr>
            <a:r>
              <a:rPr lang="en" sz="2200">
                <a:solidFill>
                  <a:schemeClr val="lt1"/>
                </a:solidFill>
                <a:latin typeface="Calibri"/>
                <a:ea typeface="Calibri"/>
                <a:cs typeface="Calibri"/>
                <a:sym typeface="Calibri"/>
              </a:rPr>
              <a:t>Proportions flexible </a:t>
            </a:r>
            <a:endParaRPr sz="2200">
              <a:solidFill>
                <a:schemeClr val="lt1"/>
              </a:solidFill>
              <a:latin typeface="Calibri"/>
              <a:ea typeface="Calibri"/>
              <a:cs typeface="Calibri"/>
              <a:sym typeface="Calibri"/>
            </a:endParaRPr>
          </a:p>
          <a:p>
            <a:pPr indent="0" lvl="0" marL="457200" rtl="0" algn="l">
              <a:spcBef>
                <a:spcPts val="0"/>
              </a:spcBef>
              <a:spcAft>
                <a:spcPts val="0"/>
              </a:spcAft>
              <a:buNone/>
            </a:pPr>
            <a:r>
              <a:t/>
            </a:r>
            <a:endParaRPr sz="2200">
              <a:solidFill>
                <a:schemeClr val="lt1"/>
              </a:solidFill>
              <a:latin typeface="Calibri"/>
              <a:ea typeface="Calibri"/>
              <a:cs typeface="Calibri"/>
              <a:sym typeface="Calibri"/>
            </a:endParaRPr>
          </a:p>
          <a:p>
            <a:pPr indent="-368300" lvl="0" marL="457200" rtl="0" algn="l">
              <a:spcBef>
                <a:spcPts val="0"/>
              </a:spcBef>
              <a:spcAft>
                <a:spcPts val="0"/>
              </a:spcAft>
              <a:buClr>
                <a:schemeClr val="lt1"/>
              </a:buClr>
              <a:buSzPts val="2200"/>
              <a:buFont typeface="Calibri"/>
              <a:buChar char="●"/>
            </a:pPr>
            <a:r>
              <a:rPr lang="en" sz="2200">
                <a:solidFill>
                  <a:schemeClr val="lt1"/>
                </a:solidFill>
                <a:latin typeface="Calibri"/>
                <a:ea typeface="Calibri"/>
                <a:cs typeface="Calibri"/>
                <a:sym typeface="Calibri"/>
              </a:rPr>
              <a:t>Servo motor presented as an example:</a:t>
            </a:r>
            <a:endParaRPr sz="2200">
              <a:solidFill>
                <a:schemeClr val="lt1"/>
              </a:solidFill>
              <a:latin typeface="Calibri"/>
              <a:ea typeface="Calibri"/>
              <a:cs typeface="Calibri"/>
              <a:sym typeface="Calibri"/>
            </a:endParaRPr>
          </a:p>
          <a:p>
            <a:pPr indent="0" lvl="0" marL="0" rtl="0" algn="l">
              <a:spcBef>
                <a:spcPts val="0"/>
              </a:spcBef>
              <a:spcAft>
                <a:spcPts val="0"/>
              </a:spcAft>
              <a:buNone/>
            </a:pPr>
            <a:r>
              <a:t/>
            </a:r>
            <a:endParaRPr sz="1600">
              <a:solidFill>
                <a:schemeClr val="lt1"/>
              </a:solidFill>
              <a:latin typeface="Calibri"/>
              <a:ea typeface="Calibri"/>
              <a:cs typeface="Calibri"/>
              <a:sym typeface="Calibri"/>
            </a:endParaRPr>
          </a:p>
          <a:p>
            <a:pPr indent="0" lvl="0" marL="0" rtl="0" algn="l">
              <a:spcBef>
                <a:spcPts val="0"/>
              </a:spcBef>
              <a:spcAft>
                <a:spcPts val="0"/>
              </a:spcAft>
              <a:buNone/>
            </a:pPr>
            <a:r>
              <a:t/>
            </a:r>
            <a:endParaRPr sz="1600">
              <a:solidFill>
                <a:schemeClr val="lt1"/>
              </a:solidFill>
              <a:latin typeface="Calibri"/>
              <a:ea typeface="Calibri"/>
              <a:cs typeface="Calibri"/>
              <a:sym typeface="Calibri"/>
            </a:endParaRPr>
          </a:p>
          <a:p>
            <a:pPr indent="0" lvl="0" marL="0" rtl="0" algn="l">
              <a:spcBef>
                <a:spcPts val="0"/>
              </a:spcBef>
              <a:spcAft>
                <a:spcPts val="0"/>
              </a:spcAft>
              <a:buNone/>
            </a:pPr>
            <a:r>
              <a:t/>
            </a:r>
            <a:endParaRPr sz="1600">
              <a:solidFill>
                <a:schemeClr val="lt1"/>
              </a:solidFill>
              <a:latin typeface="Calibri"/>
              <a:ea typeface="Calibri"/>
              <a:cs typeface="Calibri"/>
              <a:sym typeface="Calibri"/>
            </a:endParaRPr>
          </a:p>
          <a:p>
            <a:pPr indent="0" lvl="0" marL="0" rtl="0" algn="l">
              <a:spcBef>
                <a:spcPts val="0"/>
              </a:spcBef>
              <a:spcAft>
                <a:spcPts val="0"/>
              </a:spcAft>
              <a:buNone/>
            </a:pPr>
            <a:r>
              <a:t/>
            </a:r>
            <a:endParaRPr sz="1600">
              <a:solidFill>
                <a:schemeClr val="lt1"/>
              </a:solidFill>
              <a:latin typeface="Calibri"/>
              <a:ea typeface="Calibri"/>
              <a:cs typeface="Calibri"/>
              <a:sym typeface="Calibri"/>
            </a:endParaRPr>
          </a:p>
          <a:p>
            <a:pPr indent="0" lvl="0" marL="0" rtl="0" algn="l">
              <a:spcBef>
                <a:spcPts val="0"/>
              </a:spcBef>
              <a:spcAft>
                <a:spcPts val="0"/>
              </a:spcAft>
              <a:buNone/>
            </a:pPr>
            <a:r>
              <a:t/>
            </a:r>
            <a:endParaRPr sz="1600">
              <a:solidFill>
                <a:schemeClr val="lt1"/>
              </a:solidFill>
              <a:latin typeface="Calibri"/>
              <a:ea typeface="Calibri"/>
              <a:cs typeface="Calibri"/>
              <a:sym typeface="Calibri"/>
            </a:endParaRPr>
          </a:p>
          <a:p>
            <a:pPr indent="0" lvl="0" marL="0" rtl="0" algn="l">
              <a:spcBef>
                <a:spcPts val="0"/>
              </a:spcBef>
              <a:spcAft>
                <a:spcPts val="0"/>
              </a:spcAft>
              <a:buNone/>
            </a:pPr>
            <a:r>
              <a:t/>
            </a:r>
            <a:endParaRPr sz="1600">
              <a:solidFill>
                <a:schemeClr val="lt1"/>
              </a:solidFill>
              <a:latin typeface="Calibri"/>
              <a:ea typeface="Calibri"/>
              <a:cs typeface="Calibri"/>
              <a:sym typeface="Calibri"/>
            </a:endParaRPr>
          </a:p>
          <a:p>
            <a:pPr indent="0" lvl="0" marL="0" rtl="0" algn="l">
              <a:spcBef>
                <a:spcPts val="0"/>
              </a:spcBef>
              <a:spcAft>
                <a:spcPts val="0"/>
              </a:spcAft>
              <a:buNone/>
            </a:pPr>
            <a:r>
              <a:t/>
            </a:r>
            <a:endParaRPr sz="1600">
              <a:solidFill>
                <a:schemeClr val="lt1"/>
              </a:solidFill>
              <a:latin typeface="Calibri"/>
              <a:ea typeface="Calibri"/>
              <a:cs typeface="Calibri"/>
              <a:sym typeface="Calibri"/>
            </a:endParaRPr>
          </a:p>
          <a:p>
            <a:pPr indent="0" lvl="0" marL="0" rtl="0" algn="l">
              <a:spcBef>
                <a:spcPts val="0"/>
              </a:spcBef>
              <a:spcAft>
                <a:spcPts val="0"/>
              </a:spcAft>
              <a:buNone/>
            </a:pPr>
            <a:r>
              <a:t/>
            </a:r>
            <a:endParaRPr sz="1600">
              <a:solidFill>
                <a:schemeClr val="lt1"/>
              </a:solidFill>
              <a:latin typeface="Calibri"/>
              <a:ea typeface="Calibri"/>
              <a:cs typeface="Calibri"/>
              <a:sym typeface="Calibri"/>
            </a:endParaRPr>
          </a:p>
          <a:p>
            <a:pPr indent="0" lvl="0" marL="0" rtl="0" algn="l">
              <a:spcBef>
                <a:spcPts val="0"/>
              </a:spcBef>
              <a:spcAft>
                <a:spcPts val="0"/>
              </a:spcAft>
              <a:buNone/>
            </a:pPr>
            <a:r>
              <a:t/>
            </a:r>
            <a:endParaRPr sz="1600">
              <a:solidFill>
                <a:schemeClr val="lt1"/>
              </a:solidFill>
              <a:latin typeface="Calibri"/>
              <a:ea typeface="Calibri"/>
              <a:cs typeface="Calibri"/>
              <a:sym typeface="Calibri"/>
            </a:endParaRPr>
          </a:p>
          <a:p>
            <a:pPr indent="0" lvl="0" marL="0" rtl="0" algn="l">
              <a:spcBef>
                <a:spcPts val="0"/>
              </a:spcBef>
              <a:spcAft>
                <a:spcPts val="0"/>
              </a:spcAft>
              <a:buNone/>
            </a:pPr>
            <a:r>
              <a:t/>
            </a:r>
            <a:endParaRPr sz="1600">
              <a:solidFill>
                <a:schemeClr val="lt1"/>
              </a:solidFill>
              <a:latin typeface="Calibri"/>
              <a:ea typeface="Calibri"/>
              <a:cs typeface="Calibri"/>
              <a:sym typeface="Calibri"/>
            </a:endParaRPr>
          </a:p>
          <a:p>
            <a:pPr indent="0" lvl="0" marL="0" rtl="0" algn="l">
              <a:spcBef>
                <a:spcPts val="0"/>
              </a:spcBef>
              <a:spcAft>
                <a:spcPts val="0"/>
              </a:spcAft>
              <a:buNone/>
            </a:pPr>
            <a:r>
              <a:t/>
            </a:r>
            <a:endParaRPr sz="1600">
              <a:solidFill>
                <a:schemeClr val="lt1"/>
              </a:solidFill>
              <a:latin typeface="Calibri"/>
              <a:ea typeface="Calibri"/>
              <a:cs typeface="Calibri"/>
              <a:sym typeface="Calibri"/>
            </a:endParaRPr>
          </a:p>
          <a:p>
            <a:pPr indent="0" lvl="0" marL="0" rtl="0" algn="l">
              <a:spcBef>
                <a:spcPts val="0"/>
              </a:spcBef>
              <a:spcAft>
                <a:spcPts val="0"/>
              </a:spcAft>
              <a:buNone/>
            </a:pPr>
            <a:r>
              <a:t/>
            </a:r>
            <a:endParaRPr sz="1600">
              <a:solidFill>
                <a:schemeClr val="lt1"/>
              </a:solidFill>
              <a:latin typeface="Calibri"/>
              <a:ea typeface="Calibri"/>
              <a:cs typeface="Calibri"/>
              <a:sym typeface="Calibri"/>
            </a:endParaRPr>
          </a:p>
        </p:txBody>
      </p:sp>
      <p:pic>
        <p:nvPicPr>
          <p:cNvPr id="175" name="Google Shape;175;p23"/>
          <p:cNvPicPr preferRelativeResize="0"/>
          <p:nvPr/>
        </p:nvPicPr>
        <p:blipFill>
          <a:blip r:embed="rId3">
            <a:alphaModFix/>
          </a:blip>
          <a:stretch>
            <a:fillRect/>
          </a:stretch>
        </p:blipFill>
        <p:spPr>
          <a:xfrm>
            <a:off x="8322900" y="403175"/>
            <a:ext cx="451625" cy="451625"/>
          </a:xfrm>
          <a:prstGeom prst="rect">
            <a:avLst/>
          </a:prstGeom>
          <a:noFill/>
          <a:ln>
            <a:noFill/>
          </a:ln>
        </p:spPr>
      </p:pic>
      <p:pic>
        <p:nvPicPr>
          <p:cNvPr id="176" name="Google Shape;176;p23" title="Screenshot 2025-11-16 020957.png"/>
          <p:cNvPicPr preferRelativeResize="0"/>
          <p:nvPr/>
        </p:nvPicPr>
        <p:blipFill>
          <a:blip r:embed="rId4">
            <a:alphaModFix/>
          </a:blip>
          <a:stretch>
            <a:fillRect/>
          </a:stretch>
        </p:blipFill>
        <p:spPr>
          <a:xfrm>
            <a:off x="5635928" y="1396875"/>
            <a:ext cx="3171273" cy="3140099"/>
          </a:xfrm>
          <a:prstGeom prst="rect">
            <a:avLst/>
          </a:prstGeom>
          <a:noFill/>
          <a:ln>
            <a:noFill/>
          </a:ln>
        </p:spPr>
      </p:pic>
      <p:sp>
        <p:nvSpPr>
          <p:cNvPr id="177" name="Google Shape;177;p23"/>
          <p:cNvSpPr txBox="1"/>
          <p:nvPr/>
        </p:nvSpPr>
        <p:spPr>
          <a:xfrm>
            <a:off x="6161367" y="4585450"/>
            <a:ext cx="2743200" cy="365100"/>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r>
              <a:rPr lang="en" sz="2200">
                <a:solidFill>
                  <a:srgbClr val="FFFFFF"/>
                </a:solidFill>
                <a:latin typeface="Balthazar"/>
                <a:ea typeface="Balthazar"/>
                <a:cs typeface="Balthazar"/>
                <a:sym typeface="Balthazar"/>
              </a:rPr>
              <a:t>11</a:t>
            </a:r>
            <a:endParaRPr sz="2200">
              <a:solidFill>
                <a:srgbClr val="FFFFFF"/>
              </a:solidFill>
              <a:latin typeface="Balthazar"/>
              <a:ea typeface="Balthazar"/>
              <a:cs typeface="Balthazar"/>
              <a:sym typeface="Balthazar"/>
            </a:endParaRPr>
          </a:p>
        </p:txBody>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dk1"/>
        </a:solidFill>
      </p:bgPr>
    </p:bg>
    <p:spTree>
      <p:nvGrpSpPr>
        <p:cNvPr id="181" name="Shape 181"/>
        <p:cNvGrpSpPr/>
        <p:nvPr/>
      </p:nvGrpSpPr>
      <p:grpSpPr>
        <a:xfrm>
          <a:off x="0" y="0"/>
          <a:ext cx="0" cy="0"/>
          <a:chOff x="0" y="0"/>
          <a:chExt cx="0" cy="0"/>
        </a:xfrm>
      </p:grpSpPr>
      <p:sp>
        <p:nvSpPr>
          <p:cNvPr id="182" name="Google Shape;182;p24"/>
          <p:cNvSpPr/>
          <p:nvPr/>
        </p:nvSpPr>
        <p:spPr>
          <a:xfrm>
            <a:off x="241775" y="270250"/>
            <a:ext cx="8662800" cy="4680300"/>
          </a:xfrm>
          <a:prstGeom prst="rect">
            <a:avLst/>
          </a:prstGeom>
          <a:solidFill>
            <a:srgbClr val="0A1735"/>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cxnSp>
        <p:nvCxnSpPr>
          <p:cNvPr id="183" name="Google Shape;183;p24"/>
          <p:cNvCxnSpPr/>
          <p:nvPr/>
        </p:nvCxnSpPr>
        <p:spPr>
          <a:xfrm>
            <a:off x="595650" y="915550"/>
            <a:ext cx="5331000" cy="1500"/>
          </a:xfrm>
          <a:prstGeom prst="straightConnector1">
            <a:avLst/>
          </a:prstGeom>
          <a:noFill/>
          <a:ln cap="flat" cmpd="sng" w="19050">
            <a:solidFill>
              <a:schemeClr val="lt1"/>
            </a:solidFill>
            <a:prstDash val="solid"/>
            <a:round/>
            <a:headEnd len="med" w="med" type="none"/>
            <a:tailEnd len="med" w="med" type="none"/>
          </a:ln>
        </p:spPr>
      </p:cxnSp>
      <p:sp>
        <p:nvSpPr>
          <p:cNvPr id="184" name="Google Shape;184;p24"/>
          <p:cNvSpPr txBox="1"/>
          <p:nvPr/>
        </p:nvSpPr>
        <p:spPr>
          <a:xfrm>
            <a:off x="519700" y="354700"/>
            <a:ext cx="5736000" cy="5001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3400">
                <a:solidFill>
                  <a:schemeClr val="lt1"/>
                </a:solidFill>
                <a:latin typeface="Balthazar"/>
                <a:ea typeface="Balthazar"/>
                <a:cs typeface="Balthazar"/>
                <a:sym typeface="Balthazar"/>
              </a:rPr>
              <a:t>Float Housing</a:t>
            </a:r>
            <a:endParaRPr sz="3400">
              <a:solidFill>
                <a:schemeClr val="lt1"/>
              </a:solidFill>
              <a:latin typeface="Balthazar"/>
              <a:ea typeface="Balthazar"/>
              <a:cs typeface="Balthazar"/>
              <a:sym typeface="Balthazar"/>
            </a:endParaRPr>
          </a:p>
        </p:txBody>
      </p:sp>
      <p:sp>
        <p:nvSpPr>
          <p:cNvPr id="185" name="Google Shape;185;p24"/>
          <p:cNvSpPr txBox="1"/>
          <p:nvPr/>
        </p:nvSpPr>
        <p:spPr>
          <a:xfrm>
            <a:off x="3929400" y="1125700"/>
            <a:ext cx="5331000" cy="3879000"/>
          </a:xfrm>
          <a:prstGeom prst="rect">
            <a:avLst/>
          </a:prstGeom>
          <a:noFill/>
          <a:ln>
            <a:noFill/>
          </a:ln>
        </p:spPr>
        <p:txBody>
          <a:bodyPr anchorCtr="0" anchor="t" bIns="91425" lIns="91425" spcFirstLastPara="1" rIns="91425" wrap="square" tIns="91425">
            <a:spAutoFit/>
          </a:bodyPr>
          <a:lstStyle/>
          <a:p>
            <a:pPr indent="-330200" lvl="0" marL="457200" rtl="0" algn="l">
              <a:spcBef>
                <a:spcPts val="0"/>
              </a:spcBef>
              <a:spcAft>
                <a:spcPts val="0"/>
              </a:spcAft>
              <a:buClr>
                <a:schemeClr val="lt1"/>
              </a:buClr>
              <a:buSzPts val="1600"/>
              <a:buFont typeface="Calibri"/>
              <a:buChar char="●"/>
            </a:pPr>
            <a:r>
              <a:rPr lang="en" sz="1600">
                <a:solidFill>
                  <a:schemeClr val="lt1"/>
                </a:solidFill>
                <a:latin typeface="Calibri"/>
                <a:ea typeface="Calibri"/>
                <a:cs typeface="Calibri"/>
                <a:sym typeface="Calibri"/>
              </a:rPr>
              <a:t>Dual-compartment</a:t>
            </a:r>
            <a:endParaRPr sz="1600">
              <a:solidFill>
                <a:schemeClr val="lt1"/>
              </a:solidFill>
              <a:latin typeface="Calibri"/>
              <a:ea typeface="Calibri"/>
              <a:cs typeface="Calibri"/>
              <a:sym typeface="Calibri"/>
            </a:endParaRPr>
          </a:p>
          <a:p>
            <a:pPr indent="-330200" lvl="1" marL="914400" rtl="0" algn="l">
              <a:spcBef>
                <a:spcPts val="0"/>
              </a:spcBef>
              <a:spcAft>
                <a:spcPts val="0"/>
              </a:spcAft>
              <a:buClr>
                <a:schemeClr val="lt1"/>
              </a:buClr>
              <a:buSzPts val="1600"/>
              <a:buFont typeface="Calibri"/>
              <a:buChar char="○"/>
            </a:pPr>
            <a:r>
              <a:rPr lang="en" sz="1600">
                <a:solidFill>
                  <a:schemeClr val="lt1"/>
                </a:solidFill>
                <a:latin typeface="Calibri"/>
                <a:ea typeface="Calibri"/>
                <a:cs typeface="Calibri"/>
                <a:sym typeface="Calibri"/>
              </a:rPr>
              <a:t>Mitigation of failure</a:t>
            </a:r>
            <a:endParaRPr sz="1600">
              <a:solidFill>
                <a:schemeClr val="lt1"/>
              </a:solidFill>
              <a:latin typeface="Calibri"/>
              <a:ea typeface="Calibri"/>
              <a:cs typeface="Calibri"/>
              <a:sym typeface="Calibri"/>
            </a:endParaRPr>
          </a:p>
          <a:p>
            <a:pPr indent="0" lvl="0" marL="0" rtl="0" algn="l">
              <a:spcBef>
                <a:spcPts val="0"/>
              </a:spcBef>
              <a:spcAft>
                <a:spcPts val="0"/>
              </a:spcAft>
              <a:buNone/>
            </a:pPr>
            <a:r>
              <a:t/>
            </a:r>
            <a:endParaRPr sz="1600">
              <a:solidFill>
                <a:schemeClr val="lt1"/>
              </a:solidFill>
              <a:latin typeface="Calibri"/>
              <a:ea typeface="Calibri"/>
              <a:cs typeface="Calibri"/>
              <a:sym typeface="Calibri"/>
            </a:endParaRPr>
          </a:p>
          <a:p>
            <a:pPr indent="-330200" lvl="0" marL="457200" rtl="0" algn="l">
              <a:spcBef>
                <a:spcPts val="0"/>
              </a:spcBef>
              <a:spcAft>
                <a:spcPts val="0"/>
              </a:spcAft>
              <a:buClr>
                <a:schemeClr val="lt1"/>
              </a:buClr>
              <a:buSzPts val="1600"/>
              <a:buFont typeface="Calibri"/>
              <a:buChar char="●"/>
            </a:pPr>
            <a:r>
              <a:rPr lang="en" sz="1600">
                <a:solidFill>
                  <a:schemeClr val="lt1"/>
                </a:solidFill>
                <a:latin typeface="Calibri"/>
                <a:ea typeface="Calibri"/>
                <a:cs typeface="Calibri"/>
                <a:sym typeface="Calibri"/>
              </a:rPr>
              <a:t>Electronics below, buoyancy above</a:t>
            </a:r>
            <a:endParaRPr sz="1600">
              <a:solidFill>
                <a:schemeClr val="lt1"/>
              </a:solidFill>
              <a:latin typeface="Calibri"/>
              <a:ea typeface="Calibri"/>
              <a:cs typeface="Calibri"/>
              <a:sym typeface="Calibri"/>
            </a:endParaRPr>
          </a:p>
          <a:p>
            <a:pPr indent="-330200" lvl="1" marL="914400" rtl="0" algn="l">
              <a:spcBef>
                <a:spcPts val="0"/>
              </a:spcBef>
              <a:spcAft>
                <a:spcPts val="0"/>
              </a:spcAft>
              <a:buClr>
                <a:schemeClr val="lt1"/>
              </a:buClr>
              <a:buSzPts val="1600"/>
              <a:buFont typeface="Calibri"/>
              <a:buChar char="○"/>
            </a:pPr>
            <a:r>
              <a:rPr lang="en" sz="1600">
                <a:solidFill>
                  <a:schemeClr val="lt1"/>
                </a:solidFill>
                <a:latin typeface="Calibri"/>
                <a:ea typeface="Calibri"/>
                <a:cs typeface="Calibri"/>
                <a:sym typeface="Calibri"/>
              </a:rPr>
              <a:t>CM and CB relationship</a:t>
            </a:r>
            <a:endParaRPr sz="1600">
              <a:solidFill>
                <a:schemeClr val="lt1"/>
              </a:solidFill>
              <a:latin typeface="Calibri"/>
              <a:ea typeface="Calibri"/>
              <a:cs typeface="Calibri"/>
              <a:sym typeface="Calibri"/>
            </a:endParaRPr>
          </a:p>
          <a:p>
            <a:pPr indent="0" lvl="0" marL="0" rtl="0" algn="l">
              <a:spcBef>
                <a:spcPts val="0"/>
              </a:spcBef>
              <a:spcAft>
                <a:spcPts val="0"/>
              </a:spcAft>
              <a:buNone/>
            </a:pPr>
            <a:r>
              <a:t/>
            </a:r>
            <a:endParaRPr sz="1600">
              <a:solidFill>
                <a:schemeClr val="lt1"/>
              </a:solidFill>
              <a:latin typeface="Calibri"/>
              <a:ea typeface="Calibri"/>
              <a:cs typeface="Calibri"/>
              <a:sym typeface="Calibri"/>
            </a:endParaRPr>
          </a:p>
          <a:p>
            <a:pPr indent="-330200" lvl="0" marL="457200" rtl="0" algn="l">
              <a:spcBef>
                <a:spcPts val="0"/>
              </a:spcBef>
              <a:spcAft>
                <a:spcPts val="0"/>
              </a:spcAft>
              <a:buClr>
                <a:schemeClr val="lt1"/>
              </a:buClr>
              <a:buSzPts val="1600"/>
              <a:buFont typeface="Calibri"/>
              <a:buChar char="●"/>
            </a:pPr>
            <a:r>
              <a:rPr lang="en" sz="1600">
                <a:solidFill>
                  <a:schemeClr val="lt1"/>
                </a:solidFill>
                <a:latin typeface="Calibri"/>
                <a:ea typeface="Calibri"/>
                <a:cs typeface="Calibri"/>
                <a:sym typeface="Calibri"/>
              </a:rPr>
              <a:t>Recovery ring on top</a:t>
            </a:r>
            <a:endParaRPr sz="1600">
              <a:solidFill>
                <a:schemeClr val="lt1"/>
              </a:solidFill>
              <a:latin typeface="Calibri"/>
              <a:ea typeface="Calibri"/>
              <a:cs typeface="Calibri"/>
              <a:sym typeface="Calibri"/>
            </a:endParaRPr>
          </a:p>
          <a:p>
            <a:pPr indent="-330200" lvl="1" marL="914400" rtl="0" algn="l">
              <a:spcBef>
                <a:spcPts val="0"/>
              </a:spcBef>
              <a:spcAft>
                <a:spcPts val="0"/>
              </a:spcAft>
              <a:buClr>
                <a:schemeClr val="lt1"/>
              </a:buClr>
              <a:buSzPts val="1600"/>
              <a:buFont typeface="Calibri"/>
              <a:buChar char="○"/>
            </a:pPr>
            <a:r>
              <a:rPr lang="en" sz="1600">
                <a:solidFill>
                  <a:schemeClr val="lt1"/>
                </a:solidFill>
                <a:latin typeface="Calibri"/>
                <a:ea typeface="Calibri"/>
                <a:cs typeface="Calibri"/>
                <a:sym typeface="Calibri"/>
              </a:rPr>
              <a:t>Rules compliance</a:t>
            </a:r>
            <a:endParaRPr sz="1600">
              <a:solidFill>
                <a:schemeClr val="lt1"/>
              </a:solidFill>
              <a:latin typeface="Calibri"/>
              <a:ea typeface="Calibri"/>
              <a:cs typeface="Calibri"/>
              <a:sym typeface="Calibri"/>
            </a:endParaRPr>
          </a:p>
          <a:p>
            <a:pPr indent="0" lvl="0" marL="0" rtl="0" algn="l">
              <a:spcBef>
                <a:spcPts val="0"/>
              </a:spcBef>
              <a:spcAft>
                <a:spcPts val="0"/>
              </a:spcAft>
              <a:buNone/>
            </a:pPr>
            <a:r>
              <a:t/>
            </a:r>
            <a:endParaRPr sz="1600">
              <a:solidFill>
                <a:schemeClr val="lt1"/>
              </a:solidFill>
              <a:latin typeface="Calibri"/>
              <a:ea typeface="Calibri"/>
              <a:cs typeface="Calibri"/>
              <a:sym typeface="Calibri"/>
            </a:endParaRPr>
          </a:p>
          <a:p>
            <a:pPr indent="-330200" lvl="0" marL="457200" rtl="0" algn="l">
              <a:spcBef>
                <a:spcPts val="0"/>
              </a:spcBef>
              <a:spcAft>
                <a:spcPts val="0"/>
              </a:spcAft>
              <a:buClr>
                <a:schemeClr val="lt1"/>
              </a:buClr>
              <a:buSzPts val="1600"/>
              <a:buFont typeface="Calibri"/>
              <a:buChar char="●"/>
            </a:pPr>
            <a:r>
              <a:rPr lang="en" sz="1600">
                <a:solidFill>
                  <a:schemeClr val="lt1"/>
                </a:solidFill>
                <a:latin typeface="Calibri"/>
                <a:ea typeface="Calibri"/>
                <a:cs typeface="Calibri"/>
                <a:sym typeface="Calibri"/>
              </a:rPr>
              <a:t>Accessible from both ends</a:t>
            </a:r>
            <a:endParaRPr sz="1600">
              <a:solidFill>
                <a:schemeClr val="lt1"/>
              </a:solidFill>
              <a:latin typeface="Calibri"/>
              <a:ea typeface="Calibri"/>
              <a:cs typeface="Calibri"/>
              <a:sym typeface="Calibri"/>
            </a:endParaRPr>
          </a:p>
          <a:p>
            <a:pPr indent="-330200" lvl="1" marL="914400" rtl="0" algn="l">
              <a:spcBef>
                <a:spcPts val="0"/>
              </a:spcBef>
              <a:spcAft>
                <a:spcPts val="0"/>
              </a:spcAft>
              <a:buClr>
                <a:schemeClr val="lt1"/>
              </a:buClr>
              <a:buSzPts val="1600"/>
              <a:buFont typeface="Calibri"/>
              <a:buChar char="○"/>
            </a:pPr>
            <a:r>
              <a:rPr lang="en" sz="1600">
                <a:solidFill>
                  <a:schemeClr val="lt1"/>
                </a:solidFill>
                <a:latin typeface="Calibri"/>
                <a:ea typeface="Calibri"/>
                <a:cs typeface="Calibri"/>
                <a:sym typeface="Calibri"/>
              </a:rPr>
              <a:t>Silicon-sealed</a:t>
            </a:r>
            <a:endParaRPr sz="1600">
              <a:solidFill>
                <a:schemeClr val="lt1"/>
              </a:solidFill>
              <a:latin typeface="Calibri"/>
              <a:ea typeface="Calibri"/>
              <a:cs typeface="Calibri"/>
              <a:sym typeface="Calibri"/>
            </a:endParaRPr>
          </a:p>
          <a:p>
            <a:pPr indent="0" lvl="0" marL="0" rtl="0" algn="l">
              <a:spcBef>
                <a:spcPts val="0"/>
              </a:spcBef>
              <a:spcAft>
                <a:spcPts val="0"/>
              </a:spcAft>
              <a:buNone/>
            </a:pPr>
            <a:r>
              <a:t/>
            </a:r>
            <a:endParaRPr sz="1600">
              <a:solidFill>
                <a:schemeClr val="lt1"/>
              </a:solidFill>
              <a:latin typeface="Calibri"/>
              <a:ea typeface="Calibri"/>
              <a:cs typeface="Calibri"/>
              <a:sym typeface="Calibri"/>
            </a:endParaRPr>
          </a:p>
          <a:p>
            <a:pPr indent="-330200" lvl="0" marL="457200" rtl="0" algn="l">
              <a:spcBef>
                <a:spcPts val="0"/>
              </a:spcBef>
              <a:spcAft>
                <a:spcPts val="0"/>
              </a:spcAft>
              <a:buClr>
                <a:schemeClr val="lt1"/>
              </a:buClr>
              <a:buSzPts val="1600"/>
              <a:buFont typeface="Calibri"/>
              <a:buChar char="●"/>
            </a:pPr>
            <a:r>
              <a:rPr lang="en" sz="1600">
                <a:solidFill>
                  <a:schemeClr val="lt1"/>
                </a:solidFill>
                <a:latin typeface="Calibri"/>
                <a:ea typeface="Calibri"/>
                <a:cs typeface="Calibri"/>
                <a:sym typeface="Calibri"/>
              </a:rPr>
              <a:t>18 cm diameter, 78 cm height</a:t>
            </a:r>
            <a:endParaRPr sz="1600">
              <a:solidFill>
                <a:schemeClr val="lt1"/>
              </a:solidFill>
              <a:latin typeface="Calibri"/>
              <a:ea typeface="Calibri"/>
              <a:cs typeface="Calibri"/>
              <a:sym typeface="Calibri"/>
            </a:endParaRPr>
          </a:p>
          <a:p>
            <a:pPr indent="-330200" lvl="1" marL="914400" rtl="0" algn="l">
              <a:spcBef>
                <a:spcPts val="0"/>
              </a:spcBef>
              <a:spcAft>
                <a:spcPts val="0"/>
              </a:spcAft>
              <a:buClr>
                <a:schemeClr val="lt1"/>
              </a:buClr>
              <a:buSzPts val="1600"/>
              <a:buFont typeface="Calibri"/>
              <a:buChar char="○"/>
            </a:pPr>
            <a:r>
              <a:rPr lang="en" sz="1600">
                <a:solidFill>
                  <a:schemeClr val="lt1"/>
                </a:solidFill>
                <a:latin typeface="Calibri"/>
                <a:ea typeface="Calibri"/>
                <a:cs typeface="Calibri"/>
                <a:sym typeface="Calibri"/>
              </a:rPr>
              <a:t>rules compliance</a:t>
            </a:r>
            <a:endParaRPr sz="1600">
              <a:solidFill>
                <a:schemeClr val="lt1"/>
              </a:solidFill>
              <a:latin typeface="Calibri"/>
              <a:ea typeface="Calibri"/>
              <a:cs typeface="Calibri"/>
              <a:sym typeface="Calibri"/>
            </a:endParaRPr>
          </a:p>
          <a:p>
            <a:pPr indent="0" lvl="0" marL="0" rtl="0" algn="l">
              <a:spcBef>
                <a:spcPts val="0"/>
              </a:spcBef>
              <a:spcAft>
                <a:spcPts val="0"/>
              </a:spcAft>
              <a:buNone/>
            </a:pPr>
            <a:r>
              <a:t/>
            </a:r>
            <a:endParaRPr sz="1600">
              <a:solidFill>
                <a:schemeClr val="lt1"/>
              </a:solidFill>
              <a:latin typeface="Calibri"/>
              <a:ea typeface="Calibri"/>
              <a:cs typeface="Calibri"/>
              <a:sym typeface="Calibri"/>
            </a:endParaRPr>
          </a:p>
        </p:txBody>
      </p:sp>
      <p:pic>
        <p:nvPicPr>
          <p:cNvPr id="186" name="Google Shape;186;p24"/>
          <p:cNvPicPr preferRelativeResize="0"/>
          <p:nvPr/>
        </p:nvPicPr>
        <p:blipFill>
          <a:blip r:embed="rId3">
            <a:alphaModFix/>
          </a:blip>
          <a:stretch>
            <a:fillRect/>
          </a:stretch>
        </p:blipFill>
        <p:spPr>
          <a:xfrm>
            <a:off x="8322900" y="403175"/>
            <a:ext cx="451625" cy="451625"/>
          </a:xfrm>
          <a:prstGeom prst="rect">
            <a:avLst/>
          </a:prstGeom>
          <a:noFill/>
          <a:ln>
            <a:noFill/>
          </a:ln>
        </p:spPr>
      </p:pic>
      <p:pic>
        <p:nvPicPr>
          <p:cNvPr id="187" name="Google Shape;187;p24" title="Screenshot 2025-12-02 031141.png"/>
          <p:cNvPicPr preferRelativeResize="0"/>
          <p:nvPr/>
        </p:nvPicPr>
        <p:blipFill>
          <a:blip r:embed="rId4">
            <a:alphaModFix/>
          </a:blip>
          <a:stretch>
            <a:fillRect/>
          </a:stretch>
        </p:blipFill>
        <p:spPr>
          <a:xfrm>
            <a:off x="321375" y="3093384"/>
            <a:ext cx="3473450" cy="1832212"/>
          </a:xfrm>
          <a:prstGeom prst="rect">
            <a:avLst/>
          </a:prstGeom>
          <a:noFill/>
          <a:ln>
            <a:noFill/>
          </a:ln>
        </p:spPr>
      </p:pic>
      <p:pic>
        <p:nvPicPr>
          <p:cNvPr id="188" name="Google Shape;188;p24" title="Screenshot 2025-12-02 031553.png"/>
          <p:cNvPicPr preferRelativeResize="0"/>
          <p:nvPr/>
        </p:nvPicPr>
        <p:blipFill>
          <a:blip r:embed="rId5">
            <a:alphaModFix/>
          </a:blip>
          <a:stretch>
            <a:fillRect/>
          </a:stretch>
        </p:blipFill>
        <p:spPr>
          <a:xfrm>
            <a:off x="321375" y="1125697"/>
            <a:ext cx="3473450" cy="1832200"/>
          </a:xfrm>
          <a:prstGeom prst="rect">
            <a:avLst/>
          </a:prstGeom>
          <a:noFill/>
          <a:ln>
            <a:noFill/>
          </a:ln>
        </p:spPr>
      </p:pic>
      <p:sp>
        <p:nvSpPr>
          <p:cNvPr id="189" name="Google Shape;189;p24"/>
          <p:cNvSpPr txBox="1"/>
          <p:nvPr/>
        </p:nvSpPr>
        <p:spPr>
          <a:xfrm>
            <a:off x="6161367" y="4585450"/>
            <a:ext cx="2743200" cy="365100"/>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r>
              <a:rPr lang="en" sz="2200">
                <a:solidFill>
                  <a:srgbClr val="FFFFFF"/>
                </a:solidFill>
                <a:latin typeface="Balthazar"/>
                <a:ea typeface="Balthazar"/>
                <a:cs typeface="Balthazar"/>
                <a:sym typeface="Balthazar"/>
              </a:rPr>
              <a:t>12</a:t>
            </a:r>
            <a:endParaRPr sz="2200">
              <a:solidFill>
                <a:srgbClr val="FFFFFF"/>
              </a:solidFill>
              <a:latin typeface="Balthazar"/>
              <a:ea typeface="Balthazar"/>
              <a:cs typeface="Balthazar"/>
              <a:sym typeface="Balthazar"/>
            </a:endParaRPr>
          </a:p>
        </p:txBody>
      </p: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dk1"/>
        </a:solidFill>
      </p:bgPr>
    </p:bg>
    <p:spTree>
      <p:nvGrpSpPr>
        <p:cNvPr id="193" name="Shape 193"/>
        <p:cNvGrpSpPr/>
        <p:nvPr/>
      </p:nvGrpSpPr>
      <p:grpSpPr>
        <a:xfrm>
          <a:off x="0" y="0"/>
          <a:ext cx="0" cy="0"/>
          <a:chOff x="0" y="0"/>
          <a:chExt cx="0" cy="0"/>
        </a:xfrm>
      </p:grpSpPr>
      <p:sp>
        <p:nvSpPr>
          <p:cNvPr id="194" name="Google Shape;194;p25"/>
          <p:cNvSpPr/>
          <p:nvPr/>
        </p:nvSpPr>
        <p:spPr>
          <a:xfrm>
            <a:off x="241775" y="270250"/>
            <a:ext cx="8662800" cy="4680300"/>
          </a:xfrm>
          <a:prstGeom prst="rect">
            <a:avLst/>
          </a:prstGeom>
          <a:solidFill>
            <a:srgbClr val="0A1735"/>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95" name="Google Shape;195;p25"/>
          <p:cNvSpPr txBox="1"/>
          <p:nvPr/>
        </p:nvSpPr>
        <p:spPr>
          <a:xfrm>
            <a:off x="241775" y="2071650"/>
            <a:ext cx="8662800" cy="5001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lang="en" sz="3400">
                <a:solidFill>
                  <a:schemeClr val="lt1"/>
                </a:solidFill>
                <a:latin typeface="Balthazar"/>
                <a:ea typeface="Balthazar"/>
                <a:cs typeface="Balthazar"/>
                <a:sym typeface="Balthazar"/>
              </a:rPr>
              <a:t>Fluids &amp; Propulsion (F&amp;P) 	</a:t>
            </a:r>
            <a:endParaRPr sz="3400">
              <a:solidFill>
                <a:schemeClr val="lt1"/>
              </a:solidFill>
              <a:latin typeface="Balthazar"/>
              <a:ea typeface="Balthazar"/>
              <a:cs typeface="Balthazar"/>
              <a:sym typeface="Balthazar"/>
            </a:endParaRPr>
          </a:p>
          <a:p>
            <a:pPr indent="0" lvl="0" marL="0" rtl="0" algn="ctr">
              <a:spcBef>
                <a:spcPts val="0"/>
              </a:spcBef>
              <a:spcAft>
                <a:spcPts val="0"/>
              </a:spcAft>
              <a:buNone/>
            </a:pPr>
            <a:r>
              <a:t/>
            </a:r>
            <a:endParaRPr sz="3400">
              <a:solidFill>
                <a:schemeClr val="lt1"/>
              </a:solidFill>
              <a:latin typeface="Balthazar"/>
              <a:ea typeface="Balthazar"/>
              <a:cs typeface="Balthazar"/>
              <a:sym typeface="Balthazar"/>
            </a:endParaRPr>
          </a:p>
          <a:p>
            <a:pPr indent="0" lvl="0" marL="0" rtl="0" algn="ctr">
              <a:spcBef>
                <a:spcPts val="0"/>
              </a:spcBef>
              <a:spcAft>
                <a:spcPts val="0"/>
              </a:spcAft>
              <a:buNone/>
            </a:pPr>
            <a:r>
              <a:t/>
            </a:r>
            <a:endParaRPr sz="3400">
              <a:solidFill>
                <a:schemeClr val="lt1"/>
              </a:solidFill>
              <a:latin typeface="Balthazar"/>
              <a:ea typeface="Balthazar"/>
              <a:cs typeface="Balthazar"/>
              <a:sym typeface="Balthazar"/>
            </a:endParaRPr>
          </a:p>
        </p:txBody>
      </p:sp>
      <p:cxnSp>
        <p:nvCxnSpPr>
          <p:cNvPr id="196" name="Google Shape;196;p25"/>
          <p:cNvCxnSpPr/>
          <p:nvPr/>
        </p:nvCxnSpPr>
        <p:spPr>
          <a:xfrm>
            <a:off x="2557950" y="2663425"/>
            <a:ext cx="3889200" cy="0"/>
          </a:xfrm>
          <a:prstGeom prst="straightConnector1">
            <a:avLst/>
          </a:prstGeom>
          <a:noFill/>
          <a:ln cap="flat" cmpd="sng" w="19050">
            <a:solidFill>
              <a:schemeClr val="lt1"/>
            </a:solidFill>
            <a:prstDash val="solid"/>
            <a:round/>
            <a:headEnd len="med" w="med" type="none"/>
            <a:tailEnd len="med" w="med" type="none"/>
          </a:ln>
        </p:spPr>
      </p:cxnSp>
      <p:pic>
        <p:nvPicPr>
          <p:cNvPr id="197" name="Google Shape;197;p25"/>
          <p:cNvPicPr preferRelativeResize="0"/>
          <p:nvPr/>
        </p:nvPicPr>
        <p:blipFill>
          <a:blip r:embed="rId3">
            <a:alphaModFix/>
          </a:blip>
          <a:stretch>
            <a:fillRect/>
          </a:stretch>
        </p:blipFill>
        <p:spPr>
          <a:xfrm>
            <a:off x="4823625" y="2988175"/>
            <a:ext cx="4080949" cy="1962375"/>
          </a:xfrm>
          <a:prstGeom prst="rect">
            <a:avLst/>
          </a:prstGeom>
          <a:noFill/>
          <a:ln>
            <a:noFill/>
          </a:ln>
        </p:spPr>
      </p:pic>
      <p:pic>
        <p:nvPicPr>
          <p:cNvPr id="198" name="Google Shape;198;p25"/>
          <p:cNvPicPr preferRelativeResize="0"/>
          <p:nvPr/>
        </p:nvPicPr>
        <p:blipFill>
          <a:blip r:embed="rId3">
            <a:alphaModFix/>
          </a:blip>
          <a:stretch>
            <a:fillRect/>
          </a:stretch>
        </p:blipFill>
        <p:spPr>
          <a:xfrm rot="10800000">
            <a:off x="241775" y="270250"/>
            <a:ext cx="4080949" cy="1962375"/>
          </a:xfrm>
          <a:prstGeom prst="rect">
            <a:avLst/>
          </a:prstGeom>
          <a:noFill/>
          <a:ln>
            <a:noFill/>
          </a:ln>
        </p:spPr>
      </p:pic>
      <p:pic>
        <p:nvPicPr>
          <p:cNvPr id="199" name="Google Shape;199;p25"/>
          <p:cNvPicPr preferRelativeResize="0"/>
          <p:nvPr/>
        </p:nvPicPr>
        <p:blipFill>
          <a:blip r:embed="rId4">
            <a:alphaModFix/>
          </a:blip>
          <a:stretch>
            <a:fillRect/>
          </a:stretch>
        </p:blipFill>
        <p:spPr>
          <a:xfrm>
            <a:off x="8322900" y="414650"/>
            <a:ext cx="451625" cy="451625"/>
          </a:xfrm>
          <a:prstGeom prst="rect">
            <a:avLst/>
          </a:prstGeom>
          <a:noFill/>
          <a:ln>
            <a:noFill/>
          </a:ln>
        </p:spPr>
      </p:pic>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dk1"/>
        </a:solidFill>
      </p:bgPr>
    </p:bg>
    <p:spTree>
      <p:nvGrpSpPr>
        <p:cNvPr id="203" name="Shape 203"/>
        <p:cNvGrpSpPr/>
        <p:nvPr/>
      </p:nvGrpSpPr>
      <p:grpSpPr>
        <a:xfrm>
          <a:off x="0" y="0"/>
          <a:ext cx="0" cy="0"/>
          <a:chOff x="0" y="0"/>
          <a:chExt cx="0" cy="0"/>
        </a:xfrm>
      </p:grpSpPr>
      <p:sp>
        <p:nvSpPr>
          <p:cNvPr id="204" name="Google Shape;204;p26"/>
          <p:cNvSpPr/>
          <p:nvPr/>
        </p:nvSpPr>
        <p:spPr>
          <a:xfrm>
            <a:off x="241775" y="270250"/>
            <a:ext cx="8662800" cy="4680300"/>
          </a:xfrm>
          <a:prstGeom prst="rect">
            <a:avLst/>
          </a:prstGeom>
          <a:solidFill>
            <a:srgbClr val="0A1735"/>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cxnSp>
        <p:nvCxnSpPr>
          <p:cNvPr id="205" name="Google Shape;205;p26"/>
          <p:cNvCxnSpPr/>
          <p:nvPr/>
        </p:nvCxnSpPr>
        <p:spPr>
          <a:xfrm>
            <a:off x="595650" y="915550"/>
            <a:ext cx="5331000" cy="1500"/>
          </a:xfrm>
          <a:prstGeom prst="straightConnector1">
            <a:avLst/>
          </a:prstGeom>
          <a:noFill/>
          <a:ln cap="flat" cmpd="sng" w="19050">
            <a:solidFill>
              <a:schemeClr val="lt1"/>
            </a:solidFill>
            <a:prstDash val="solid"/>
            <a:round/>
            <a:headEnd len="med" w="med" type="none"/>
            <a:tailEnd len="med" w="med" type="none"/>
          </a:ln>
        </p:spPr>
      </p:cxnSp>
      <p:sp>
        <p:nvSpPr>
          <p:cNvPr id="206" name="Google Shape;206;p26"/>
          <p:cNvSpPr txBox="1"/>
          <p:nvPr/>
        </p:nvSpPr>
        <p:spPr>
          <a:xfrm>
            <a:off x="519700" y="354700"/>
            <a:ext cx="5736000" cy="5001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3400">
                <a:solidFill>
                  <a:schemeClr val="lt1"/>
                </a:solidFill>
                <a:latin typeface="Balthazar"/>
                <a:ea typeface="Balthazar"/>
                <a:cs typeface="Balthazar"/>
                <a:sym typeface="Balthazar"/>
              </a:rPr>
              <a:t>Thruster Trade Study</a:t>
            </a:r>
            <a:endParaRPr sz="3400">
              <a:solidFill>
                <a:schemeClr val="lt1"/>
              </a:solidFill>
              <a:latin typeface="Balthazar"/>
              <a:ea typeface="Balthazar"/>
              <a:cs typeface="Balthazar"/>
              <a:sym typeface="Balthazar"/>
            </a:endParaRPr>
          </a:p>
          <a:p>
            <a:pPr indent="0" lvl="0" marL="0" rtl="0" algn="l">
              <a:spcBef>
                <a:spcPts val="0"/>
              </a:spcBef>
              <a:spcAft>
                <a:spcPts val="0"/>
              </a:spcAft>
              <a:buNone/>
            </a:pPr>
            <a:r>
              <a:t/>
            </a:r>
            <a:endParaRPr sz="3400">
              <a:solidFill>
                <a:schemeClr val="lt1"/>
              </a:solidFill>
              <a:latin typeface="Balthazar"/>
              <a:ea typeface="Balthazar"/>
              <a:cs typeface="Balthazar"/>
              <a:sym typeface="Balthazar"/>
            </a:endParaRPr>
          </a:p>
        </p:txBody>
      </p:sp>
      <p:pic>
        <p:nvPicPr>
          <p:cNvPr id="207" name="Google Shape;207;p26"/>
          <p:cNvPicPr preferRelativeResize="0"/>
          <p:nvPr/>
        </p:nvPicPr>
        <p:blipFill>
          <a:blip r:embed="rId3">
            <a:alphaModFix/>
          </a:blip>
          <a:stretch>
            <a:fillRect/>
          </a:stretch>
        </p:blipFill>
        <p:spPr>
          <a:xfrm>
            <a:off x="8322900" y="403175"/>
            <a:ext cx="451625" cy="451625"/>
          </a:xfrm>
          <a:prstGeom prst="rect">
            <a:avLst/>
          </a:prstGeom>
          <a:noFill/>
          <a:ln>
            <a:noFill/>
          </a:ln>
        </p:spPr>
      </p:pic>
      <p:pic>
        <p:nvPicPr>
          <p:cNvPr id="208" name="Google Shape;208;p26" title="thruster trade study.jpg"/>
          <p:cNvPicPr preferRelativeResize="0"/>
          <p:nvPr/>
        </p:nvPicPr>
        <p:blipFill>
          <a:blip r:embed="rId4">
            <a:alphaModFix/>
          </a:blip>
          <a:stretch>
            <a:fillRect/>
          </a:stretch>
        </p:blipFill>
        <p:spPr>
          <a:xfrm>
            <a:off x="305625" y="1784182"/>
            <a:ext cx="8532751" cy="2308193"/>
          </a:xfrm>
          <a:prstGeom prst="rect">
            <a:avLst/>
          </a:prstGeom>
          <a:noFill/>
          <a:ln>
            <a:noFill/>
          </a:ln>
        </p:spPr>
      </p:pic>
      <p:sp>
        <p:nvSpPr>
          <p:cNvPr id="209" name="Google Shape;209;p26"/>
          <p:cNvSpPr txBox="1"/>
          <p:nvPr/>
        </p:nvSpPr>
        <p:spPr>
          <a:xfrm>
            <a:off x="6161367" y="4585450"/>
            <a:ext cx="2743200" cy="365100"/>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r>
              <a:rPr lang="en" sz="2200">
                <a:solidFill>
                  <a:srgbClr val="FFFFFF"/>
                </a:solidFill>
                <a:latin typeface="Balthazar"/>
                <a:ea typeface="Balthazar"/>
                <a:cs typeface="Balthazar"/>
                <a:sym typeface="Balthazar"/>
              </a:rPr>
              <a:t>17</a:t>
            </a:r>
            <a:endParaRPr sz="2200">
              <a:solidFill>
                <a:srgbClr val="FFFFFF"/>
              </a:solidFill>
              <a:latin typeface="Balthazar"/>
              <a:ea typeface="Balthazar"/>
              <a:cs typeface="Balthazar"/>
              <a:sym typeface="Balthazar"/>
            </a:endParaRPr>
          </a:p>
        </p:txBody>
      </p:sp>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dk1"/>
        </a:solidFill>
      </p:bgPr>
    </p:bg>
    <p:spTree>
      <p:nvGrpSpPr>
        <p:cNvPr id="213" name="Shape 213"/>
        <p:cNvGrpSpPr/>
        <p:nvPr/>
      </p:nvGrpSpPr>
      <p:grpSpPr>
        <a:xfrm>
          <a:off x="0" y="0"/>
          <a:ext cx="0" cy="0"/>
          <a:chOff x="0" y="0"/>
          <a:chExt cx="0" cy="0"/>
        </a:xfrm>
      </p:grpSpPr>
      <p:sp>
        <p:nvSpPr>
          <p:cNvPr id="214" name="Google Shape;214;p27"/>
          <p:cNvSpPr/>
          <p:nvPr/>
        </p:nvSpPr>
        <p:spPr>
          <a:xfrm>
            <a:off x="241775" y="270250"/>
            <a:ext cx="8662800" cy="4680300"/>
          </a:xfrm>
          <a:prstGeom prst="rect">
            <a:avLst/>
          </a:prstGeom>
          <a:solidFill>
            <a:srgbClr val="0A1735"/>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cxnSp>
        <p:nvCxnSpPr>
          <p:cNvPr id="215" name="Google Shape;215;p27"/>
          <p:cNvCxnSpPr/>
          <p:nvPr/>
        </p:nvCxnSpPr>
        <p:spPr>
          <a:xfrm>
            <a:off x="595650" y="915550"/>
            <a:ext cx="5331000" cy="1500"/>
          </a:xfrm>
          <a:prstGeom prst="straightConnector1">
            <a:avLst/>
          </a:prstGeom>
          <a:noFill/>
          <a:ln cap="flat" cmpd="sng" w="19050">
            <a:solidFill>
              <a:schemeClr val="lt1"/>
            </a:solidFill>
            <a:prstDash val="solid"/>
            <a:round/>
            <a:headEnd len="med" w="med" type="none"/>
            <a:tailEnd len="med" w="med" type="none"/>
          </a:ln>
        </p:spPr>
      </p:cxnSp>
      <p:sp>
        <p:nvSpPr>
          <p:cNvPr id="216" name="Google Shape;216;p27"/>
          <p:cNvSpPr txBox="1"/>
          <p:nvPr/>
        </p:nvSpPr>
        <p:spPr>
          <a:xfrm>
            <a:off x="519700" y="354700"/>
            <a:ext cx="5736000" cy="5001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3400">
                <a:solidFill>
                  <a:schemeClr val="lt1"/>
                </a:solidFill>
                <a:latin typeface="Balthazar"/>
                <a:ea typeface="Balthazar"/>
                <a:cs typeface="Balthazar"/>
                <a:sym typeface="Balthazar"/>
              </a:rPr>
              <a:t>Diamond Dynamics Thruster</a:t>
            </a:r>
            <a:endParaRPr sz="3400">
              <a:solidFill>
                <a:schemeClr val="lt1"/>
              </a:solidFill>
              <a:latin typeface="Balthazar"/>
              <a:ea typeface="Balthazar"/>
              <a:cs typeface="Balthazar"/>
              <a:sym typeface="Balthazar"/>
            </a:endParaRPr>
          </a:p>
          <a:p>
            <a:pPr indent="0" lvl="0" marL="0" rtl="0" algn="l">
              <a:spcBef>
                <a:spcPts val="0"/>
              </a:spcBef>
              <a:spcAft>
                <a:spcPts val="0"/>
              </a:spcAft>
              <a:buNone/>
            </a:pPr>
            <a:r>
              <a:t/>
            </a:r>
            <a:endParaRPr sz="3400">
              <a:solidFill>
                <a:schemeClr val="lt1"/>
              </a:solidFill>
              <a:latin typeface="Balthazar"/>
              <a:ea typeface="Balthazar"/>
              <a:cs typeface="Balthazar"/>
              <a:sym typeface="Balthazar"/>
            </a:endParaRPr>
          </a:p>
        </p:txBody>
      </p:sp>
      <p:sp>
        <p:nvSpPr>
          <p:cNvPr id="217" name="Google Shape;217;p27"/>
          <p:cNvSpPr txBox="1"/>
          <p:nvPr/>
        </p:nvSpPr>
        <p:spPr>
          <a:xfrm>
            <a:off x="595650" y="1407200"/>
            <a:ext cx="5331000" cy="59415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2200">
                <a:solidFill>
                  <a:schemeClr val="lt1"/>
                </a:solidFill>
                <a:latin typeface="Calibri"/>
                <a:ea typeface="Calibri"/>
                <a:cs typeface="Calibri"/>
                <a:sym typeface="Calibri"/>
              </a:rPr>
              <a:t>Pros:</a:t>
            </a:r>
            <a:endParaRPr sz="2200">
              <a:solidFill>
                <a:schemeClr val="lt1"/>
              </a:solidFill>
              <a:latin typeface="Calibri"/>
              <a:ea typeface="Calibri"/>
              <a:cs typeface="Calibri"/>
              <a:sym typeface="Calibri"/>
            </a:endParaRPr>
          </a:p>
          <a:p>
            <a:pPr indent="-368300" lvl="0" marL="457200" rtl="0" algn="l">
              <a:spcBef>
                <a:spcPts val="0"/>
              </a:spcBef>
              <a:spcAft>
                <a:spcPts val="0"/>
              </a:spcAft>
              <a:buClr>
                <a:schemeClr val="lt1"/>
              </a:buClr>
              <a:buSzPts val="2200"/>
              <a:buFont typeface="Calibri"/>
              <a:buChar char="●"/>
            </a:pPr>
            <a:r>
              <a:rPr lang="en" sz="2200">
                <a:solidFill>
                  <a:schemeClr val="lt1"/>
                </a:solidFill>
                <a:latin typeface="Calibri"/>
                <a:ea typeface="Calibri"/>
                <a:cs typeface="Calibri"/>
                <a:sym typeface="Calibri"/>
              </a:rPr>
              <a:t>Affordable</a:t>
            </a:r>
            <a:endParaRPr sz="2200">
              <a:solidFill>
                <a:schemeClr val="lt1"/>
              </a:solidFill>
              <a:latin typeface="Calibri"/>
              <a:ea typeface="Calibri"/>
              <a:cs typeface="Calibri"/>
              <a:sym typeface="Calibri"/>
            </a:endParaRPr>
          </a:p>
          <a:p>
            <a:pPr indent="-368300" lvl="0" marL="457200" rtl="0" algn="l">
              <a:spcBef>
                <a:spcPts val="0"/>
              </a:spcBef>
              <a:spcAft>
                <a:spcPts val="0"/>
              </a:spcAft>
              <a:buClr>
                <a:schemeClr val="lt1"/>
              </a:buClr>
              <a:buSzPts val="2200"/>
              <a:buFont typeface="Calibri"/>
              <a:buChar char="●"/>
            </a:pPr>
            <a:r>
              <a:rPr lang="en" sz="2200">
                <a:solidFill>
                  <a:schemeClr val="lt1"/>
                </a:solidFill>
                <a:latin typeface="Calibri"/>
                <a:ea typeface="Calibri"/>
                <a:cs typeface="Calibri"/>
                <a:sym typeface="Calibri"/>
              </a:rPr>
              <a:t>Sufficient Power </a:t>
            </a:r>
            <a:endParaRPr sz="2200">
              <a:solidFill>
                <a:schemeClr val="lt1"/>
              </a:solidFill>
              <a:latin typeface="Calibri"/>
              <a:ea typeface="Calibri"/>
              <a:cs typeface="Calibri"/>
              <a:sym typeface="Calibri"/>
            </a:endParaRPr>
          </a:p>
          <a:p>
            <a:pPr indent="-368300" lvl="0" marL="457200" rtl="0" algn="l">
              <a:spcBef>
                <a:spcPts val="0"/>
              </a:spcBef>
              <a:spcAft>
                <a:spcPts val="0"/>
              </a:spcAft>
              <a:buClr>
                <a:schemeClr val="lt1"/>
              </a:buClr>
              <a:buSzPts val="2200"/>
              <a:buFont typeface="Calibri"/>
              <a:buChar char="●"/>
            </a:pPr>
            <a:r>
              <a:rPr lang="en" sz="2200">
                <a:solidFill>
                  <a:schemeClr val="lt1"/>
                </a:solidFill>
                <a:latin typeface="Calibri"/>
                <a:ea typeface="Calibri"/>
                <a:cs typeface="Calibri"/>
                <a:sym typeface="Calibri"/>
              </a:rPr>
              <a:t>Similar to T200</a:t>
            </a:r>
            <a:endParaRPr sz="2200">
              <a:solidFill>
                <a:schemeClr val="lt1"/>
              </a:solidFill>
              <a:latin typeface="Calibri"/>
              <a:ea typeface="Calibri"/>
              <a:cs typeface="Calibri"/>
              <a:sym typeface="Calibri"/>
            </a:endParaRPr>
          </a:p>
          <a:p>
            <a:pPr indent="-368300" lvl="0" marL="457200" rtl="0" algn="l">
              <a:spcBef>
                <a:spcPts val="0"/>
              </a:spcBef>
              <a:spcAft>
                <a:spcPts val="0"/>
              </a:spcAft>
              <a:buClr>
                <a:schemeClr val="lt1"/>
              </a:buClr>
              <a:buSzPts val="2200"/>
              <a:buFont typeface="Calibri"/>
              <a:buChar char="●"/>
            </a:pPr>
            <a:r>
              <a:rPr lang="en" sz="2200">
                <a:solidFill>
                  <a:schemeClr val="lt1"/>
                </a:solidFill>
                <a:latin typeface="Calibri"/>
                <a:ea typeface="Calibri"/>
                <a:cs typeface="Calibri"/>
                <a:sym typeface="Calibri"/>
              </a:rPr>
              <a:t>Still Customizable</a:t>
            </a:r>
            <a:endParaRPr sz="2200">
              <a:solidFill>
                <a:schemeClr val="lt1"/>
              </a:solidFill>
              <a:latin typeface="Calibri"/>
              <a:ea typeface="Calibri"/>
              <a:cs typeface="Calibri"/>
              <a:sym typeface="Calibri"/>
            </a:endParaRPr>
          </a:p>
          <a:p>
            <a:pPr indent="0" lvl="0" marL="457200" rtl="0" algn="l">
              <a:spcBef>
                <a:spcPts val="0"/>
              </a:spcBef>
              <a:spcAft>
                <a:spcPts val="0"/>
              </a:spcAft>
              <a:buNone/>
            </a:pPr>
            <a:r>
              <a:t/>
            </a:r>
            <a:endParaRPr sz="2200">
              <a:solidFill>
                <a:schemeClr val="lt1"/>
              </a:solidFill>
              <a:latin typeface="Calibri"/>
              <a:ea typeface="Calibri"/>
              <a:cs typeface="Calibri"/>
              <a:sym typeface="Calibri"/>
            </a:endParaRPr>
          </a:p>
          <a:p>
            <a:pPr indent="0" lvl="0" marL="0" rtl="0" algn="l">
              <a:spcBef>
                <a:spcPts val="0"/>
              </a:spcBef>
              <a:spcAft>
                <a:spcPts val="0"/>
              </a:spcAft>
              <a:buNone/>
            </a:pPr>
            <a:r>
              <a:t/>
            </a:r>
            <a:endParaRPr sz="2200">
              <a:solidFill>
                <a:schemeClr val="lt1"/>
              </a:solidFill>
              <a:latin typeface="Calibri"/>
              <a:ea typeface="Calibri"/>
              <a:cs typeface="Calibri"/>
              <a:sym typeface="Calibri"/>
            </a:endParaRPr>
          </a:p>
          <a:p>
            <a:pPr indent="0" lvl="0" marL="0" rtl="0" algn="l">
              <a:spcBef>
                <a:spcPts val="0"/>
              </a:spcBef>
              <a:spcAft>
                <a:spcPts val="0"/>
              </a:spcAft>
              <a:buNone/>
            </a:pPr>
            <a:r>
              <a:t/>
            </a:r>
            <a:endParaRPr sz="2200">
              <a:solidFill>
                <a:schemeClr val="lt1"/>
              </a:solidFill>
              <a:latin typeface="Calibri"/>
              <a:ea typeface="Calibri"/>
              <a:cs typeface="Calibri"/>
              <a:sym typeface="Calibri"/>
            </a:endParaRPr>
          </a:p>
          <a:p>
            <a:pPr indent="0" lvl="0" marL="0" rtl="0" algn="l">
              <a:spcBef>
                <a:spcPts val="0"/>
              </a:spcBef>
              <a:spcAft>
                <a:spcPts val="0"/>
              </a:spcAft>
              <a:buNone/>
            </a:pPr>
            <a:r>
              <a:t/>
            </a:r>
            <a:endParaRPr sz="2200">
              <a:solidFill>
                <a:schemeClr val="lt1"/>
              </a:solidFill>
              <a:latin typeface="Calibri"/>
              <a:ea typeface="Calibri"/>
              <a:cs typeface="Calibri"/>
              <a:sym typeface="Calibri"/>
            </a:endParaRPr>
          </a:p>
          <a:p>
            <a:pPr indent="0" lvl="0" marL="0" rtl="0" algn="l">
              <a:spcBef>
                <a:spcPts val="0"/>
              </a:spcBef>
              <a:spcAft>
                <a:spcPts val="0"/>
              </a:spcAft>
              <a:buNone/>
            </a:pPr>
            <a:r>
              <a:t/>
            </a:r>
            <a:endParaRPr sz="2200">
              <a:solidFill>
                <a:schemeClr val="lt1"/>
              </a:solidFill>
              <a:latin typeface="Calibri"/>
              <a:ea typeface="Calibri"/>
              <a:cs typeface="Calibri"/>
              <a:sym typeface="Calibri"/>
            </a:endParaRPr>
          </a:p>
          <a:p>
            <a:pPr indent="0" lvl="0" marL="0" rtl="0" algn="l">
              <a:spcBef>
                <a:spcPts val="0"/>
              </a:spcBef>
              <a:spcAft>
                <a:spcPts val="0"/>
              </a:spcAft>
              <a:buNone/>
            </a:pPr>
            <a:r>
              <a:t/>
            </a:r>
            <a:endParaRPr sz="2200">
              <a:solidFill>
                <a:schemeClr val="lt1"/>
              </a:solidFill>
              <a:latin typeface="Calibri"/>
              <a:ea typeface="Calibri"/>
              <a:cs typeface="Calibri"/>
              <a:sym typeface="Calibri"/>
            </a:endParaRPr>
          </a:p>
          <a:p>
            <a:pPr indent="0" lvl="0" marL="0" rtl="0" algn="l">
              <a:spcBef>
                <a:spcPts val="0"/>
              </a:spcBef>
              <a:spcAft>
                <a:spcPts val="0"/>
              </a:spcAft>
              <a:buNone/>
            </a:pPr>
            <a:r>
              <a:t/>
            </a:r>
            <a:endParaRPr sz="2200">
              <a:solidFill>
                <a:schemeClr val="lt1"/>
              </a:solidFill>
              <a:latin typeface="Calibri"/>
              <a:ea typeface="Calibri"/>
              <a:cs typeface="Calibri"/>
              <a:sym typeface="Calibri"/>
            </a:endParaRPr>
          </a:p>
          <a:p>
            <a:pPr indent="0" lvl="0" marL="0" rtl="0" algn="l">
              <a:spcBef>
                <a:spcPts val="0"/>
              </a:spcBef>
              <a:spcAft>
                <a:spcPts val="0"/>
              </a:spcAft>
              <a:buNone/>
            </a:pPr>
            <a:r>
              <a:t/>
            </a:r>
            <a:endParaRPr sz="2200">
              <a:solidFill>
                <a:schemeClr val="lt1"/>
              </a:solidFill>
              <a:latin typeface="Calibri"/>
              <a:ea typeface="Calibri"/>
              <a:cs typeface="Calibri"/>
              <a:sym typeface="Calibri"/>
            </a:endParaRPr>
          </a:p>
          <a:p>
            <a:pPr indent="0" lvl="0" marL="0" rtl="0" algn="l">
              <a:spcBef>
                <a:spcPts val="0"/>
              </a:spcBef>
              <a:spcAft>
                <a:spcPts val="0"/>
              </a:spcAft>
              <a:buNone/>
            </a:pPr>
            <a:r>
              <a:t/>
            </a:r>
            <a:endParaRPr sz="2200">
              <a:solidFill>
                <a:schemeClr val="lt1"/>
              </a:solidFill>
              <a:latin typeface="Calibri"/>
              <a:ea typeface="Calibri"/>
              <a:cs typeface="Calibri"/>
              <a:sym typeface="Calibri"/>
            </a:endParaRPr>
          </a:p>
          <a:p>
            <a:pPr indent="0" lvl="0" marL="0" rtl="0" algn="l">
              <a:spcBef>
                <a:spcPts val="0"/>
              </a:spcBef>
              <a:spcAft>
                <a:spcPts val="0"/>
              </a:spcAft>
              <a:buNone/>
            </a:pPr>
            <a:r>
              <a:t/>
            </a:r>
            <a:endParaRPr sz="2200">
              <a:solidFill>
                <a:schemeClr val="lt1"/>
              </a:solidFill>
              <a:latin typeface="Calibri"/>
              <a:ea typeface="Calibri"/>
              <a:cs typeface="Calibri"/>
              <a:sym typeface="Calibri"/>
            </a:endParaRPr>
          </a:p>
          <a:p>
            <a:pPr indent="0" lvl="0" marL="0" rtl="0" algn="l">
              <a:spcBef>
                <a:spcPts val="0"/>
              </a:spcBef>
              <a:spcAft>
                <a:spcPts val="0"/>
              </a:spcAft>
              <a:buNone/>
            </a:pPr>
            <a:r>
              <a:t/>
            </a:r>
            <a:endParaRPr sz="2200">
              <a:solidFill>
                <a:schemeClr val="lt1"/>
              </a:solidFill>
              <a:latin typeface="Calibri"/>
              <a:ea typeface="Calibri"/>
              <a:cs typeface="Calibri"/>
              <a:sym typeface="Calibri"/>
            </a:endParaRPr>
          </a:p>
          <a:p>
            <a:pPr indent="0" lvl="0" marL="0" rtl="0" algn="l">
              <a:spcBef>
                <a:spcPts val="0"/>
              </a:spcBef>
              <a:spcAft>
                <a:spcPts val="0"/>
              </a:spcAft>
              <a:buNone/>
            </a:pPr>
            <a:r>
              <a:t/>
            </a:r>
            <a:endParaRPr sz="2200">
              <a:solidFill>
                <a:schemeClr val="lt1"/>
              </a:solidFill>
              <a:latin typeface="Calibri"/>
              <a:ea typeface="Calibri"/>
              <a:cs typeface="Calibri"/>
              <a:sym typeface="Calibri"/>
            </a:endParaRPr>
          </a:p>
        </p:txBody>
      </p:sp>
      <p:pic>
        <p:nvPicPr>
          <p:cNvPr id="218" name="Google Shape;218;p27"/>
          <p:cNvPicPr preferRelativeResize="0"/>
          <p:nvPr/>
        </p:nvPicPr>
        <p:blipFill>
          <a:blip r:embed="rId3">
            <a:alphaModFix/>
          </a:blip>
          <a:stretch>
            <a:fillRect/>
          </a:stretch>
        </p:blipFill>
        <p:spPr>
          <a:xfrm>
            <a:off x="8322900" y="403175"/>
            <a:ext cx="451625" cy="451625"/>
          </a:xfrm>
          <a:prstGeom prst="rect">
            <a:avLst/>
          </a:prstGeom>
          <a:noFill/>
          <a:ln>
            <a:noFill/>
          </a:ln>
        </p:spPr>
      </p:pic>
      <p:pic>
        <p:nvPicPr>
          <p:cNvPr id="219" name="Google Shape;219;p27" title="diamond dynamics.jpg"/>
          <p:cNvPicPr preferRelativeResize="0"/>
          <p:nvPr/>
        </p:nvPicPr>
        <p:blipFill>
          <a:blip r:embed="rId4">
            <a:alphaModFix/>
          </a:blip>
          <a:stretch>
            <a:fillRect/>
          </a:stretch>
        </p:blipFill>
        <p:spPr>
          <a:xfrm>
            <a:off x="5011500" y="1407200"/>
            <a:ext cx="3496650" cy="3043150"/>
          </a:xfrm>
          <a:prstGeom prst="rect">
            <a:avLst/>
          </a:prstGeom>
          <a:noFill/>
          <a:ln>
            <a:noFill/>
          </a:ln>
        </p:spPr>
      </p:pic>
      <p:sp>
        <p:nvSpPr>
          <p:cNvPr id="220" name="Google Shape;220;p27"/>
          <p:cNvSpPr txBox="1"/>
          <p:nvPr/>
        </p:nvSpPr>
        <p:spPr>
          <a:xfrm>
            <a:off x="6161367" y="4585450"/>
            <a:ext cx="2743200" cy="365100"/>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r>
              <a:rPr lang="en" sz="2200">
                <a:solidFill>
                  <a:srgbClr val="FFFFFF"/>
                </a:solidFill>
                <a:latin typeface="Balthazar"/>
                <a:ea typeface="Balthazar"/>
                <a:cs typeface="Balthazar"/>
                <a:sym typeface="Balthazar"/>
              </a:rPr>
              <a:t>18</a:t>
            </a:r>
            <a:endParaRPr sz="2200">
              <a:solidFill>
                <a:srgbClr val="FFFFFF"/>
              </a:solidFill>
              <a:latin typeface="Balthazar"/>
              <a:ea typeface="Balthazar"/>
              <a:cs typeface="Balthazar"/>
              <a:sym typeface="Balthazar"/>
            </a:endParaRPr>
          </a:p>
        </p:txBody>
      </p:sp>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dk1"/>
        </a:solidFill>
      </p:bgPr>
    </p:bg>
    <p:spTree>
      <p:nvGrpSpPr>
        <p:cNvPr id="224" name="Shape 224"/>
        <p:cNvGrpSpPr/>
        <p:nvPr/>
      </p:nvGrpSpPr>
      <p:grpSpPr>
        <a:xfrm>
          <a:off x="0" y="0"/>
          <a:ext cx="0" cy="0"/>
          <a:chOff x="0" y="0"/>
          <a:chExt cx="0" cy="0"/>
        </a:xfrm>
      </p:grpSpPr>
      <p:sp>
        <p:nvSpPr>
          <p:cNvPr id="225" name="Google Shape;225;p28"/>
          <p:cNvSpPr/>
          <p:nvPr/>
        </p:nvSpPr>
        <p:spPr>
          <a:xfrm>
            <a:off x="241775" y="270250"/>
            <a:ext cx="8662800" cy="4680300"/>
          </a:xfrm>
          <a:prstGeom prst="rect">
            <a:avLst/>
          </a:prstGeom>
          <a:solidFill>
            <a:srgbClr val="0A1735"/>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cxnSp>
        <p:nvCxnSpPr>
          <p:cNvPr id="226" name="Google Shape;226;p28"/>
          <p:cNvCxnSpPr/>
          <p:nvPr/>
        </p:nvCxnSpPr>
        <p:spPr>
          <a:xfrm>
            <a:off x="595650" y="915550"/>
            <a:ext cx="5331000" cy="1500"/>
          </a:xfrm>
          <a:prstGeom prst="straightConnector1">
            <a:avLst/>
          </a:prstGeom>
          <a:noFill/>
          <a:ln cap="flat" cmpd="sng" w="19050">
            <a:solidFill>
              <a:schemeClr val="lt1"/>
            </a:solidFill>
            <a:prstDash val="solid"/>
            <a:round/>
            <a:headEnd len="med" w="med" type="none"/>
            <a:tailEnd len="med" w="med" type="none"/>
          </a:ln>
        </p:spPr>
      </p:cxnSp>
      <p:sp>
        <p:nvSpPr>
          <p:cNvPr id="227" name="Google Shape;227;p28"/>
          <p:cNvSpPr txBox="1"/>
          <p:nvPr/>
        </p:nvSpPr>
        <p:spPr>
          <a:xfrm>
            <a:off x="519700" y="354700"/>
            <a:ext cx="5736000" cy="5001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3400">
                <a:solidFill>
                  <a:schemeClr val="lt1"/>
                </a:solidFill>
                <a:latin typeface="Balthazar"/>
                <a:ea typeface="Balthazar"/>
                <a:cs typeface="Balthazar"/>
                <a:sym typeface="Balthazar"/>
              </a:rPr>
              <a:t>Thruster Configuration </a:t>
            </a:r>
            <a:endParaRPr sz="3400">
              <a:solidFill>
                <a:schemeClr val="lt1"/>
              </a:solidFill>
              <a:latin typeface="Balthazar"/>
              <a:ea typeface="Balthazar"/>
              <a:cs typeface="Balthazar"/>
              <a:sym typeface="Balthazar"/>
            </a:endParaRPr>
          </a:p>
          <a:p>
            <a:pPr indent="0" lvl="0" marL="0" rtl="0" algn="l">
              <a:spcBef>
                <a:spcPts val="0"/>
              </a:spcBef>
              <a:spcAft>
                <a:spcPts val="0"/>
              </a:spcAft>
              <a:buNone/>
            </a:pPr>
            <a:r>
              <a:t/>
            </a:r>
            <a:endParaRPr sz="3400">
              <a:solidFill>
                <a:schemeClr val="lt1"/>
              </a:solidFill>
              <a:latin typeface="Balthazar"/>
              <a:ea typeface="Balthazar"/>
              <a:cs typeface="Balthazar"/>
              <a:sym typeface="Balthazar"/>
            </a:endParaRPr>
          </a:p>
        </p:txBody>
      </p:sp>
      <p:pic>
        <p:nvPicPr>
          <p:cNvPr id="228" name="Google Shape;228;p28"/>
          <p:cNvPicPr preferRelativeResize="0"/>
          <p:nvPr/>
        </p:nvPicPr>
        <p:blipFill>
          <a:blip r:embed="rId3">
            <a:alphaModFix/>
          </a:blip>
          <a:stretch>
            <a:fillRect/>
          </a:stretch>
        </p:blipFill>
        <p:spPr>
          <a:xfrm>
            <a:off x="8322900" y="403175"/>
            <a:ext cx="451625" cy="451625"/>
          </a:xfrm>
          <a:prstGeom prst="rect">
            <a:avLst/>
          </a:prstGeom>
          <a:noFill/>
          <a:ln>
            <a:noFill/>
          </a:ln>
        </p:spPr>
      </p:pic>
      <p:sp>
        <p:nvSpPr>
          <p:cNvPr id="229" name="Google Shape;229;p28"/>
          <p:cNvSpPr txBox="1"/>
          <p:nvPr/>
        </p:nvSpPr>
        <p:spPr>
          <a:xfrm>
            <a:off x="4097249" y="3266012"/>
            <a:ext cx="1688700" cy="806700"/>
          </a:xfrm>
          <a:prstGeom prst="rect">
            <a:avLst/>
          </a:prstGeom>
          <a:noFill/>
          <a:ln>
            <a:noFill/>
          </a:ln>
        </p:spPr>
        <p:txBody>
          <a:bodyPr anchorCtr="0" anchor="t" bIns="62725" lIns="62725" spcFirstLastPara="1" rIns="62725" wrap="square" tIns="62725">
            <a:noAutofit/>
          </a:bodyPr>
          <a:lstStyle/>
          <a:p>
            <a:pPr indent="0" lvl="0" marL="0" rtl="0" algn="l">
              <a:spcBef>
                <a:spcPts val="0"/>
              </a:spcBef>
              <a:spcAft>
                <a:spcPts val="0"/>
              </a:spcAft>
              <a:buNone/>
            </a:pPr>
            <a:r>
              <a:rPr b="1" lang="en" sz="4118">
                <a:solidFill>
                  <a:srgbClr val="FFFFFF"/>
                </a:solidFill>
              </a:rPr>
              <a:t>5 DOF</a:t>
            </a:r>
            <a:endParaRPr b="1" sz="4118">
              <a:solidFill>
                <a:srgbClr val="FFFFFF"/>
              </a:solidFill>
            </a:endParaRPr>
          </a:p>
        </p:txBody>
      </p:sp>
      <p:pic>
        <p:nvPicPr>
          <p:cNvPr id="230" name="Google Shape;230;p28"/>
          <p:cNvPicPr preferRelativeResize="0"/>
          <p:nvPr/>
        </p:nvPicPr>
        <p:blipFill>
          <a:blip r:embed="rId4">
            <a:alphaModFix/>
          </a:blip>
          <a:stretch>
            <a:fillRect/>
          </a:stretch>
        </p:blipFill>
        <p:spPr>
          <a:xfrm>
            <a:off x="508987" y="1072725"/>
            <a:ext cx="2693275" cy="1880550"/>
          </a:xfrm>
          <a:prstGeom prst="rect">
            <a:avLst/>
          </a:prstGeom>
          <a:noFill/>
          <a:ln>
            <a:noFill/>
          </a:ln>
        </p:spPr>
      </p:pic>
      <p:pic>
        <p:nvPicPr>
          <p:cNvPr id="231" name="Google Shape;231;p28"/>
          <p:cNvPicPr preferRelativeResize="0"/>
          <p:nvPr/>
        </p:nvPicPr>
        <p:blipFill>
          <a:blip r:embed="rId5">
            <a:alphaModFix/>
          </a:blip>
          <a:stretch>
            <a:fillRect/>
          </a:stretch>
        </p:blipFill>
        <p:spPr>
          <a:xfrm>
            <a:off x="3875260" y="1072725"/>
            <a:ext cx="4239148" cy="1311240"/>
          </a:xfrm>
          <a:prstGeom prst="rect">
            <a:avLst/>
          </a:prstGeom>
          <a:noFill/>
          <a:ln>
            <a:noFill/>
          </a:ln>
        </p:spPr>
      </p:pic>
      <p:sp>
        <p:nvSpPr>
          <p:cNvPr id="232" name="Google Shape;232;p28"/>
          <p:cNvSpPr txBox="1"/>
          <p:nvPr/>
        </p:nvSpPr>
        <p:spPr>
          <a:xfrm>
            <a:off x="3911274" y="2349075"/>
            <a:ext cx="4167000" cy="360900"/>
          </a:xfrm>
          <a:prstGeom prst="rect">
            <a:avLst/>
          </a:prstGeom>
          <a:noFill/>
          <a:ln>
            <a:noFill/>
          </a:ln>
        </p:spPr>
        <p:txBody>
          <a:bodyPr anchorCtr="0" anchor="t" bIns="62725" lIns="62725" spcFirstLastPara="1" rIns="62725" wrap="square" tIns="62725">
            <a:noAutofit/>
          </a:bodyPr>
          <a:lstStyle/>
          <a:p>
            <a:pPr indent="0" lvl="0" marL="0" rtl="0" algn="ctr">
              <a:spcBef>
                <a:spcPts val="0"/>
              </a:spcBef>
              <a:spcAft>
                <a:spcPts val="0"/>
              </a:spcAft>
              <a:buNone/>
            </a:pPr>
            <a:r>
              <a:rPr b="1" i="1" lang="en" sz="961">
                <a:solidFill>
                  <a:srgbClr val="FFFFFF"/>
                </a:solidFill>
              </a:rPr>
              <a:t>Thrust Allocation for Flight Controls</a:t>
            </a:r>
            <a:endParaRPr b="1" i="1" sz="961">
              <a:solidFill>
                <a:srgbClr val="FFFFFF"/>
              </a:solidFill>
            </a:endParaRPr>
          </a:p>
        </p:txBody>
      </p:sp>
      <p:pic>
        <p:nvPicPr>
          <p:cNvPr id="233" name="Google Shape;233;p28"/>
          <p:cNvPicPr preferRelativeResize="0"/>
          <p:nvPr/>
        </p:nvPicPr>
        <p:blipFill>
          <a:blip r:embed="rId6">
            <a:alphaModFix/>
          </a:blip>
          <a:stretch>
            <a:fillRect/>
          </a:stretch>
        </p:blipFill>
        <p:spPr>
          <a:xfrm>
            <a:off x="508987" y="3068749"/>
            <a:ext cx="2433731" cy="1825298"/>
          </a:xfrm>
          <a:prstGeom prst="rect">
            <a:avLst/>
          </a:prstGeom>
          <a:noFill/>
          <a:ln>
            <a:noFill/>
          </a:ln>
        </p:spPr>
      </p:pic>
      <p:pic>
        <p:nvPicPr>
          <p:cNvPr id="234" name="Google Shape;234;p28" title="3D Thruster Configuration no background.png"/>
          <p:cNvPicPr preferRelativeResize="0"/>
          <p:nvPr/>
        </p:nvPicPr>
        <p:blipFill>
          <a:blip r:embed="rId7">
            <a:alphaModFix/>
          </a:blip>
          <a:stretch>
            <a:fillRect/>
          </a:stretch>
        </p:blipFill>
        <p:spPr>
          <a:xfrm>
            <a:off x="5827456" y="2772427"/>
            <a:ext cx="2809906" cy="1793865"/>
          </a:xfrm>
          <a:prstGeom prst="rect">
            <a:avLst/>
          </a:prstGeom>
          <a:noFill/>
          <a:ln>
            <a:noFill/>
          </a:ln>
        </p:spPr>
      </p:pic>
      <p:sp>
        <p:nvSpPr>
          <p:cNvPr id="235" name="Google Shape;235;p28"/>
          <p:cNvSpPr txBox="1"/>
          <p:nvPr/>
        </p:nvSpPr>
        <p:spPr>
          <a:xfrm>
            <a:off x="6161367" y="4585450"/>
            <a:ext cx="2743200" cy="365100"/>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r>
              <a:rPr lang="en" sz="2200">
                <a:solidFill>
                  <a:srgbClr val="FFFFFF"/>
                </a:solidFill>
                <a:latin typeface="Balthazar"/>
                <a:ea typeface="Balthazar"/>
                <a:cs typeface="Balthazar"/>
                <a:sym typeface="Balthazar"/>
              </a:rPr>
              <a:t>19</a:t>
            </a:r>
            <a:endParaRPr sz="2200">
              <a:solidFill>
                <a:srgbClr val="FFFFFF"/>
              </a:solidFill>
              <a:latin typeface="Balthazar"/>
              <a:ea typeface="Balthazar"/>
              <a:cs typeface="Balthazar"/>
              <a:sym typeface="Balthazar"/>
            </a:endParaRPr>
          </a:p>
        </p:txBody>
      </p:sp>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dk1"/>
        </a:solidFill>
      </p:bgPr>
    </p:bg>
    <p:spTree>
      <p:nvGrpSpPr>
        <p:cNvPr id="239" name="Shape 239"/>
        <p:cNvGrpSpPr/>
        <p:nvPr/>
      </p:nvGrpSpPr>
      <p:grpSpPr>
        <a:xfrm>
          <a:off x="0" y="0"/>
          <a:ext cx="0" cy="0"/>
          <a:chOff x="0" y="0"/>
          <a:chExt cx="0" cy="0"/>
        </a:xfrm>
      </p:grpSpPr>
      <p:sp>
        <p:nvSpPr>
          <p:cNvPr id="240" name="Google Shape;240;p29"/>
          <p:cNvSpPr/>
          <p:nvPr/>
        </p:nvSpPr>
        <p:spPr>
          <a:xfrm>
            <a:off x="241775" y="270250"/>
            <a:ext cx="8662800" cy="4680300"/>
          </a:xfrm>
          <a:prstGeom prst="rect">
            <a:avLst/>
          </a:prstGeom>
          <a:solidFill>
            <a:srgbClr val="0A1735"/>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t/>
            </a:r>
            <a:endParaRPr/>
          </a:p>
        </p:txBody>
      </p:sp>
      <p:cxnSp>
        <p:nvCxnSpPr>
          <p:cNvPr id="241" name="Google Shape;241;p29"/>
          <p:cNvCxnSpPr/>
          <p:nvPr/>
        </p:nvCxnSpPr>
        <p:spPr>
          <a:xfrm>
            <a:off x="595650" y="915550"/>
            <a:ext cx="5331000" cy="1500"/>
          </a:xfrm>
          <a:prstGeom prst="straightConnector1">
            <a:avLst/>
          </a:prstGeom>
          <a:noFill/>
          <a:ln cap="flat" cmpd="sng" w="19050">
            <a:solidFill>
              <a:schemeClr val="lt1"/>
            </a:solidFill>
            <a:prstDash val="solid"/>
            <a:round/>
            <a:headEnd len="med" w="med" type="none"/>
            <a:tailEnd len="med" w="med" type="none"/>
          </a:ln>
        </p:spPr>
      </p:cxnSp>
      <p:sp>
        <p:nvSpPr>
          <p:cNvPr id="242" name="Google Shape;242;p29"/>
          <p:cNvSpPr txBox="1"/>
          <p:nvPr/>
        </p:nvSpPr>
        <p:spPr>
          <a:xfrm>
            <a:off x="519700" y="354700"/>
            <a:ext cx="5736000" cy="5001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3400">
                <a:solidFill>
                  <a:schemeClr val="lt1"/>
                </a:solidFill>
                <a:latin typeface="Balthazar"/>
                <a:ea typeface="Balthazar"/>
                <a:cs typeface="Balthazar"/>
                <a:sym typeface="Balthazar"/>
              </a:rPr>
              <a:t>Thruster Guard Specifications</a:t>
            </a:r>
            <a:endParaRPr sz="3400">
              <a:solidFill>
                <a:schemeClr val="lt1"/>
              </a:solidFill>
              <a:latin typeface="Balthazar"/>
              <a:ea typeface="Balthazar"/>
              <a:cs typeface="Balthazar"/>
              <a:sym typeface="Balthazar"/>
            </a:endParaRPr>
          </a:p>
          <a:p>
            <a:pPr indent="0" lvl="0" marL="0" rtl="0" algn="l">
              <a:spcBef>
                <a:spcPts val="0"/>
              </a:spcBef>
              <a:spcAft>
                <a:spcPts val="0"/>
              </a:spcAft>
              <a:buNone/>
            </a:pPr>
            <a:r>
              <a:t/>
            </a:r>
            <a:endParaRPr sz="3400">
              <a:solidFill>
                <a:schemeClr val="lt1"/>
              </a:solidFill>
              <a:latin typeface="Balthazar"/>
              <a:ea typeface="Balthazar"/>
              <a:cs typeface="Balthazar"/>
              <a:sym typeface="Balthazar"/>
            </a:endParaRPr>
          </a:p>
        </p:txBody>
      </p:sp>
      <p:sp>
        <p:nvSpPr>
          <p:cNvPr id="243" name="Google Shape;243;p29"/>
          <p:cNvSpPr txBox="1"/>
          <p:nvPr/>
        </p:nvSpPr>
        <p:spPr>
          <a:xfrm>
            <a:off x="396075" y="977800"/>
            <a:ext cx="4197000" cy="4617600"/>
          </a:xfrm>
          <a:prstGeom prst="rect">
            <a:avLst/>
          </a:prstGeom>
          <a:noFill/>
          <a:ln>
            <a:noFill/>
          </a:ln>
        </p:spPr>
        <p:txBody>
          <a:bodyPr anchorCtr="0" anchor="t" bIns="91425" lIns="91425" spcFirstLastPara="1" rIns="91425" wrap="square" tIns="91425">
            <a:spAutoFit/>
          </a:bodyPr>
          <a:lstStyle/>
          <a:p>
            <a:pPr indent="-330200" lvl="0" marL="457200" rtl="0" algn="l">
              <a:spcBef>
                <a:spcPts val="0"/>
              </a:spcBef>
              <a:spcAft>
                <a:spcPts val="0"/>
              </a:spcAft>
              <a:buClr>
                <a:schemeClr val="lt1"/>
              </a:buClr>
              <a:buSzPts val="1600"/>
              <a:buFont typeface="Calibri"/>
              <a:buChar char="●"/>
            </a:pPr>
            <a:r>
              <a:rPr lang="en" sz="1600">
                <a:solidFill>
                  <a:schemeClr val="lt1"/>
                </a:solidFill>
                <a:latin typeface="Calibri"/>
                <a:ea typeface="Calibri"/>
                <a:cs typeface="Calibri"/>
                <a:sym typeface="Calibri"/>
              </a:rPr>
              <a:t>Protruding, concentric mesh </a:t>
            </a:r>
            <a:r>
              <a:rPr b="1" lang="en" sz="1600">
                <a:solidFill>
                  <a:schemeClr val="lt1"/>
                </a:solidFill>
                <a:latin typeface="Calibri"/>
                <a:ea typeface="Calibri"/>
                <a:cs typeface="Calibri"/>
                <a:sym typeface="Calibri"/>
              </a:rPr>
              <a:t>2</a:t>
            </a:r>
            <a:r>
              <a:rPr lang="en" sz="1600">
                <a:solidFill>
                  <a:schemeClr val="lt1"/>
                </a:solidFill>
                <a:latin typeface="Calibri"/>
                <a:ea typeface="Calibri"/>
                <a:cs typeface="Calibri"/>
                <a:sym typeface="Calibri"/>
              </a:rPr>
              <a:t> mm from propeller with IP-</a:t>
            </a:r>
            <a:r>
              <a:rPr b="1" lang="en" sz="1600">
                <a:solidFill>
                  <a:schemeClr val="lt1"/>
                </a:solidFill>
                <a:latin typeface="Calibri"/>
                <a:ea typeface="Calibri"/>
                <a:cs typeface="Calibri"/>
                <a:sym typeface="Calibri"/>
              </a:rPr>
              <a:t>20</a:t>
            </a:r>
            <a:r>
              <a:rPr lang="en" sz="1600">
                <a:solidFill>
                  <a:schemeClr val="lt1"/>
                </a:solidFill>
                <a:latin typeface="Calibri"/>
                <a:ea typeface="Calibri"/>
                <a:cs typeface="Calibri"/>
                <a:sym typeface="Calibri"/>
              </a:rPr>
              <a:t>.</a:t>
            </a:r>
            <a:endParaRPr sz="1600">
              <a:solidFill>
                <a:schemeClr val="lt1"/>
              </a:solidFill>
              <a:latin typeface="Calibri"/>
              <a:ea typeface="Calibri"/>
              <a:cs typeface="Calibri"/>
              <a:sym typeface="Calibri"/>
            </a:endParaRPr>
          </a:p>
          <a:p>
            <a:pPr indent="-330200" lvl="0" marL="457200" rtl="0" algn="l">
              <a:spcBef>
                <a:spcPts val="0"/>
              </a:spcBef>
              <a:spcAft>
                <a:spcPts val="0"/>
              </a:spcAft>
              <a:buClr>
                <a:schemeClr val="lt1"/>
              </a:buClr>
              <a:buSzPts val="1600"/>
              <a:buFont typeface="Calibri"/>
              <a:buChar char="●"/>
            </a:pPr>
            <a:r>
              <a:rPr lang="en" sz="1600">
                <a:solidFill>
                  <a:schemeClr val="lt1"/>
                </a:solidFill>
                <a:latin typeface="Calibri"/>
                <a:ea typeface="Calibri"/>
                <a:cs typeface="Calibri"/>
                <a:sym typeface="Calibri"/>
              </a:rPr>
              <a:t>Mesh will be made out of HDPE.</a:t>
            </a:r>
            <a:endParaRPr sz="1600">
              <a:solidFill>
                <a:schemeClr val="lt1"/>
              </a:solidFill>
              <a:latin typeface="Calibri"/>
              <a:ea typeface="Calibri"/>
              <a:cs typeface="Calibri"/>
              <a:sym typeface="Calibri"/>
            </a:endParaRPr>
          </a:p>
          <a:p>
            <a:pPr indent="-330200" lvl="0" marL="457200" rtl="0" algn="l">
              <a:spcBef>
                <a:spcPts val="0"/>
              </a:spcBef>
              <a:spcAft>
                <a:spcPts val="0"/>
              </a:spcAft>
              <a:buClr>
                <a:schemeClr val="lt1"/>
              </a:buClr>
              <a:buSzPts val="1600"/>
              <a:buFont typeface="Calibri"/>
              <a:buChar char="●"/>
            </a:pPr>
            <a:r>
              <a:rPr lang="en" sz="1600">
                <a:solidFill>
                  <a:schemeClr val="lt1"/>
                </a:solidFill>
                <a:latin typeface="Calibri"/>
                <a:ea typeface="Calibri"/>
                <a:cs typeface="Calibri"/>
                <a:sym typeface="Calibri"/>
              </a:rPr>
              <a:t>HDPE is compatible with Diamond Dynamics Thruster guard shroud.</a:t>
            </a:r>
            <a:endParaRPr sz="1600">
              <a:solidFill>
                <a:schemeClr val="lt1"/>
              </a:solidFill>
              <a:latin typeface="Calibri"/>
              <a:ea typeface="Calibri"/>
              <a:cs typeface="Calibri"/>
              <a:sym typeface="Calibri"/>
            </a:endParaRPr>
          </a:p>
          <a:p>
            <a:pPr indent="-330200" lvl="0" marL="457200" rtl="0" algn="l">
              <a:spcBef>
                <a:spcPts val="0"/>
              </a:spcBef>
              <a:spcAft>
                <a:spcPts val="0"/>
              </a:spcAft>
              <a:buClr>
                <a:schemeClr val="lt1"/>
              </a:buClr>
              <a:buSzPts val="1600"/>
              <a:buFont typeface="Calibri"/>
              <a:buChar char="●"/>
            </a:pPr>
            <a:r>
              <a:rPr lang="en" sz="1600">
                <a:solidFill>
                  <a:schemeClr val="lt1"/>
                </a:solidFill>
                <a:latin typeface="Calibri"/>
                <a:ea typeface="Calibri"/>
                <a:cs typeface="Calibri"/>
                <a:sym typeface="Calibri"/>
              </a:rPr>
              <a:t>Mesh has a high tolerance.</a:t>
            </a:r>
            <a:endParaRPr sz="1600">
              <a:solidFill>
                <a:schemeClr val="lt1"/>
              </a:solidFill>
              <a:latin typeface="Calibri"/>
              <a:ea typeface="Calibri"/>
              <a:cs typeface="Calibri"/>
              <a:sym typeface="Calibri"/>
            </a:endParaRPr>
          </a:p>
          <a:p>
            <a:pPr indent="0" lvl="0" marL="0" rtl="0" algn="l">
              <a:spcBef>
                <a:spcPts val="0"/>
              </a:spcBef>
              <a:spcAft>
                <a:spcPts val="0"/>
              </a:spcAft>
              <a:buNone/>
            </a:pPr>
            <a:r>
              <a:t/>
            </a:r>
            <a:endParaRPr sz="1600">
              <a:solidFill>
                <a:schemeClr val="lt1"/>
              </a:solidFill>
              <a:latin typeface="Calibri"/>
              <a:ea typeface="Calibri"/>
              <a:cs typeface="Calibri"/>
              <a:sym typeface="Calibri"/>
            </a:endParaRPr>
          </a:p>
          <a:p>
            <a:pPr indent="0" lvl="0" marL="0" rtl="0" algn="l">
              <a:spcBef>
                <a:spcPts val="0"/>
              </a:spcBef>
              <a:spcAft>
                <a:spcPts val="0"/>
              </a:spcAft>
              <a:buNone/>
            </a:pPr>
            <a:r>
              <a:t/>
            </a:r>
            <a:endParaRPr sz="1600">
              <a:solidFill>
                <a:schemeClr val="lt1"/>
              </a:solidFill>
              <a:latin typeface="Calibri"/>
              <a:ea typeface="Calibri"/>
              <a:cs typeface="Calibri"/>
              <a:sym typeface="Calibri"/>
            </a:endParaRPr>
          </a:p>
          <a:p>
            <a:pPr indent="0" lvl="0" marL="0" rtl="0" algn="l">
              <a:spcBef>
                <a:spcPts val="0"/>
              </a:spcBef>
              <a:spcAft>
                <a:spcPts val="0"/>
              </a:spcAft>
              <a:buNone/>
            </a:pPr>
            <a:r>
              <a:t/>
            </a:r>
            <a:endParaRPr sz="1600">
              <a:solidFill>
                <a:schemeClr val="lt1"/>
              </a:solidFill>
              <a:latin typeface="Calibri"/>
              <a:ea typeface="Calibri"/>
              <a:cs typeface="Calibri"/>
              <a:sym typeface="Calibri"/>
            </a:endParaRPr>
          </a:p>
          <a:p>
            <a:pPr indent="0" lvl="0" marL="0" rtl="0" algn="l">
              <a:spcBef>
                <a:spcPts val="0"/>
              </a:spcBef>
              <a:spcAft>
                <a:spcPts val="0"/>
              </a:spcAft>
              <a:buNone/>
            </a:pPr>
            <a:r>
              <a:t/>
            </a:r>
            <a:endParaRPr sz="1600">
              <a:solidFill>
                <a:schemeClr val="lt1"/>
              </a:solidFill>
              <a:latin typeface="Calibri"/>
              <a:ea typeface="Calibri"/>
              <a:cs typeface="Calibri"/>
              <a:sym typeface="Calibri"/>
            </a:endParaRPr>
          </a:p>
          <a:p>
            <a:pPr indent="0" lvl="0" marL="0" rtl="0" algn="l">
              <a:spcBef>
                <a:spcPts val="0"/>
              </a:spcBef>
              <a:spcAft>
                <a:spcPts val="0"/>
              </a:spcAft>
              <a:buNone/>
            </a:pPr>
            <a:r>
              <a:t/>
            </a:r>
            <a:endParaRPr sz="1600">
              <a:solidFill>
                <a:schemeClr val="lt1"/>
              </a:solidFill>
              <a:latin typeface="Calibri"/>
              <a:ea typeface="Calibri"/>
              <a:cs typeface="Calibri"/>
              <a:sym typeface="Calibri"/>
            </a:endParaRPr>
          </a:p>
          <a:p>
            <a:pPr indent="0" lvl="0" marL="0" rtl="0" algn="l">
              <a:spcBef>
                <a:spcPts val="0"/>
              </a:spcBef>
              <a:spcAft>
                <a:spcPts val="0"/>
              </a:spcAft>
              <a:buNone/>
            </a:pPr>
            <a:r>
              <a:t/>
            </a:r>
            <a:endParaRPr sz="1600">
              <a:solidFill>
                <a:schemeClr val="lt1"/>
              </a:solidFill>
              <a:latin typeface="Calibri"/>
              <a:ea typeface="Calibri"/>
              <a:cs typeface="Calibri"/>
              <a:sym typeface="Calibri"/>
            </a:endParaRPr>
          </a:p>
          <a:p>
            <a:pPr indent="0" lvl="0" marL="0" rtl="0" algn="l">
              <a:spcBef>
                <a:spcPts val="0"/>
              </a:spcBef>
              <a:spcAft>
                <a:spcPts val="0"/>
              </a:spcAft>
              <a:buNone/>
            </a:pPr>
            <a:r>
              <a:t/>
            </a:r>
            <a:endParaRPr sz="1600">
              <a:solidFill>
                <a:schemeClr val="lt1"/>
              </a:solidFill>
              <a:latin typeface="Calibri"/>
              <a:ea typeface="Calibri"/>
              <a:cs typeface="Calibri"/>
              <a:sym typeface="Calibri"/>
            </a:endParaRPr>
          </a:p>
          <a:p>
            <a:pPr indent="0" lvl="0" marL="0" rtl="0" algn="l">
              <a:spcBef>
                <a:spcPts val="0"/>
              </a:spcBef>
              <a:spcAft>
                <a:spcPts val="0"/>
              </a:spcAft>
              <a:buNone/>
            </a:pPr>
            <a:r>
              <a:t/>
            </a:r>
            <a:endParaRPr sz="1600">
              <a:solidFill>
                <a:schemeClr val="lt1"/>
              </a:solidFill>
              <a:latin typeface="Calibri"/>
              <a:ea typeface="Calibri"/>
              <a:cs typeface="Calibri"/>
              <a:sym typeface="Calibri"/>
            </a:endParaRPr>
          </a:p>
          <a:p>
            <a:pPr indent="0" lvl="0" marL="0" rtl="0" algn="l">
              <a:spcBef>
                <a:spcPts val="0"/>
              </a:spcBef>
              <a:spcAft>
                <a:spcPts val="0"/>
              </a:spcAft>
              <a:buNone/>
            </a:pPr>
            <a:r>
              <a:t/>
            </a:r>
            <a:endParaRPr sz="1600">
              <a:solidFill>
                <a:schemeClr val="lt1"/>
              </a:solidFill>
              <a:latin typeface="Calibri"/>
              <a:ea typeface="Calibri"/>
              <a:cs typeface="Calibri"/>
              <a:sym typeface="Calibri"/>
            </a:endParaRPr>
          </a:p>
          <a:p>
            <a:pPr indent="0" lvl="0" marL="0" rtl="0" algn="l">
              <a:spcBef>
                <a:spcPts val="0"/>
              </a:spcBef>
              <a:spcAft>
                <a:spcPts val="0"/>
              </a:spcAft>
              <a:buNone/>
            </a:pPr>
            <a:r>
              <a:t/>
            </a:r>
            <a:endParaRPr sz="1600">
              <a:solidFill>
                <a:schemeClr val="lt1"/>
              </a:solidFill>
              <a:latin typeface="Calibri"/>
              <a:ea typeface="Calibri"/>
              <a:cs typeface="Calibri"/>
              <a:sym typeface="Calibri"/>
            </a:endParaRPr>
          </a:p>
          <a:p>
            <a:pPr indent="0" lvl="0" marL="0" rtl="0" algn="l">
              <a:spcBef>
                <a:spcPts val="0"/>
              </a:spcBef>
              <a:spcAft>
                <a:spcPts val="0"/>
              </a:spcAft>
              <a:buNone/>
            </a:pPr>
            <a:r>
              <a:t/>
            </a:r>
            <a:endParaRPr sz="1600">
              <a:solidFill>
                <a:schemeClr val="lt1"/>
              </a:solidFill>
              <a:latin typeface="Calibri"/>
              <a:ea typeface="Calibri"/>
              <a:cs typeface="Calibri"/>
              <a:sym typeface="Calibri"/>
            </a:endParaRPr>
          </a:p>
          <a:p>
            <a:pPr indent="0" lvl="0" marL="0" rtl="0" algn="l">
              <a:spcBef>
                <a:spcPts val="0"/>
              </a:spcBef>
              <a:spcAft>
                <a:spcPts val="0"/>
              </a:spcAft>
              <a:buNone/>
            </a:pPr>
            <a:r>
              <a:t/>
            </a:r>
            <a:endParaRPr sz="1600">
              <a:solidFill>
                <a:schemeClr val="lt1"/>
              </a:solidFill>
              <a:latin typeface="Calibri"/>
              <a:ea typeface="Calibri"/>
              <a:cs typeface="Calibri"/>
              <a:sym typeface="Calibri"/>
            </a:endParaRPr>
          </a:p>
        </p:txBody>
      </p:sp>
      <p:pic>
        <p:nvPicPr>
          <p:cNvPr id="244" name="Google Shape;244;p29"/>
          <p:cNvPicPr preferRelativeResize="0"/>
          <p:nvPr/>
        </p:nvPicPr>
        <p:blipFill>
          <a:blip r:embed="rId3">
            <a:alphaModFix/>
          </a:blip>
          <a:stretch>
            <a:fillRect/>
          </a:stretch>
        </p:blipFill>
        <p:spPr>
          <a:xfrm>
            <a:off x="8322900" y="403175"/>
            <a:ext cx="451625" cy="451625"/>
          </a:xfrm>
          <a:prstGeom prst="rect">
            <a:avLst/>
          </a:prstGeom>
          <a:noFill/>
          <a:ln>
            <a:noFill/>
          </a:ln>
        </p:spPr>
      </p:pic>
      <p:pic>
        <p:nvPicPr>
          <p:cNvPr id="245" name="Google Shape;245;p29" title="Screenshot 2025-11-16 154018.png"/>
          <p:cNvPicPr preferRelativeResize="0"/>
          <p:nvPr/>
        </p:nvPicPr>
        <p:blipFill>
          <a:blip r:embed="rId4">
            <a:alphaModFix/>
          </a:blip>
          <a:stretch>
            <a:fillRect/>
          </a:stretch>
        </p:blipFill>
        <p:spPr>
          <a:xfrm>
            <a:off x="396075" y="2719226"/>
            <a:ext cx="1982877" cy="1585200"/>
          </a:xfrm>
          <a:prstGeom prst="rect">
            <a:avLst/>
          </a:prstGeom>
          <a:noFill/>
          <a:ln>
            <a:noFill/>
          </a:ln>
        </p:spPr>
      </p:pic>
      <p:pic>
        <p:nvPicPr>
          <p:cNvPr id="246" name="Google Shape;246;p29" title="Screenshot 2025-11-16 154138.png"/>
          <p:cNvPicPr preferRelativeResize="0"/>
          <p:nvPr/>
        </p:nvPicPr>
        <p:blipFill>
          <a:blip r:embed="rId5">
            <a:alphaModFix/>
          </a:blip>
          <a:stretch>
            <a:fillRect/>
          </a:stretch>
        </p:blipFill>
        <p:spPr>
          <a:xfrm>
            <a:off x="2623900" y="2704437"/>
            <a:ext cx="1982875" cy="1614770"/>
          </a:xfrm>
          <a:prstGeom prst="rect">
            <a:avLst/>
          </a:prstGeom>
          <a:noFill/>
          <a:ln>
            <a:noFill/>
          </a:ln>
        </p:spPr>
      </p:pic>
      <p:sp>
        <p:nvSpPr>
          <p:cNvPr id="247" name="Google Shape;247;p29"/>
          <p:cNvSpPr txBox="1"/>
          <p:nvPr/>
        </p:nvSpPr>
        <p:spPr>
          <a:xfrm>
            <a:off x="6161367" y="4585450"/>
            <a:ext cx="2743200" cy="365100"/>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r>
              <a:rPr lang="en" sz="2200">
                <a:solidFill>
                  <a:srgbClr val="FFFFFF"/>
                </a:solidFill>
                <a:latin typeface="Balthazar"/>
                <a:ea typeface="Balthazar"/>
                <a:cs typeface="Balthazar"/>
                <a:sym typeface="Balthazar"/>
              </a:rPr>
              <a:t>20</a:t>
            </a:r>
            <a:endParaRPr sz="2200">
              <a:solidFill>
                <a:srgbClr val="FFFFFF"/>
              </a:solidFill>
              <a:latin typeface="Balthazar"/>
              <a:ea typeface="Balthazar"/>
              <a:cs typeface="Balthazar"/>
              <a:sym typeface="Balthazar"/>
            </a:endParaRPr>
          </a:p>
        </p:txBody>
      </p:sp>
      <p:pic>
        <p:nvPicPr>
          <p:cNvPr id="248" name="Google Shape;248;p29" title="Screenshot 2025-12-02 at 1.20.28 PM.png"/>
          <p:cNvPicPr preferRelativeResize="0"/>
          <p:nvPr/>
        </p:nvPicPr>
        <p:blipFill>
          <a:blip r:embed="rId6">
            <a:alphaModFix/>
          </a:blip>
          <a:stretch>
            <a:fillRect/>
          </a:stretch>
        </p:blipFill>
        <p:spPr>
          <a:xfrm>
            <a:off x="4839589" y="1075050"/>
            <a:ext cx="3922775" cy="1233516"/>
          </a:xfrm>
          <a:prstGeom prst="rect">
            <a:avLst/>
          </a:prstGeom>
          <a:noFill/>
          <a:ln>
            <a:noFill/>
          </a:ln>
        </p:spPr>
      </p:pic>
      <p:pic>
        <p:nvPicPr>
          <p:cNvPr id="249" name="Google Shape;249;p29" title="Screenshot 2025-12-02 at 1.28.58 PM.png"/>
          <p:cNvPicPr preferRelativeResize="0"/>
          <p:nvPr/>
        </p:nvPicPr>
        <p:blipFill>
          <a:blip r:embed="rId7">
            <a:alphaModFix/>
          </a:blip>
          <a:stretch>
            <a:fillRect/>
          </a:stretch>
        </p:blipFill>
        <p:spPr>
          <a:xfrm>
            <a:off x="4839600" y="2990996"/>
            <a:ext cx="3968525" cy="1264429"/>
          </a:xfrm>
          <a:prstGeom prst="rect">
            <a:avLst/>
          </a:prstGeom>
          <a:noFill/>
          <a:ln>
            <a:noFill/>
          </a:ln>
        </p:spPr>
      </p:pic>
      <p:sp>
        <p:nvSpPr>
          <p:cNvPr id="250" name="Google Shape;250;p29"/>
          <p:cNvSpPr txBox="1"/>
          <p:nvPr/>
        </p:nvSpPr>
        <p:spPr>
          <a:xfrm>
            <a:off x="4793825" y="2334313"/>
            <a:ext cx="4014300" cy="3849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b="1" i="1" lang="en" sz="1300">
                <a:solidFill>
                  <a:schemeClr val="lt1"/>
                </a:solidFill>
              </a:rPr>
              <a:t>Thruster Guard Mesh Material Selection</a:t>
            </a:r>
            <a:endParaRPr sz="1300">
              <a:solidFill>
                <a:schemeClr val="lt1"/>
              </a:solidFill>
            </a:endParaRPr>
          </a:p>
        </p:txBody>
      </p:sp>
      <p:sp>
        <p:nvSpPr>
          <p:cNvPr id="251" name="Google Shape;251;p29"/>
          <p:cNvSpPr txBox="1"/>
          <p:nvPr/>
        </p:nvSpPr>
        <p:spPr>
          <a:xfrm>
            <a:off x="4851726" y="4255425"/>
            <a:ext cx="4014300" cy="3849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Clr>
                <a:schemeClr val="dk1"/>
              </a:buClr>
              <a:buSzPts val="1100"/>
              <a:buFont typeface="Arial"/>
              <a:buNone/>
            </a:pPr>
            <a:r>
              <a:rPr b="1" i="1" lang="en" sz="1300">
                <a:solidFill>
                  <a:schemeClr val="lt1"/>
                </a:solidFill>
              </a:rPr>
              <a:t>Thruster Guard Mesh Design Considerations</a:t>
            </a:r>
            <a:r>
              <a:rPr lang="en" sz="1300">
                <a:solidFill>
                  <a:schemeClr val="lt1"/>
                </a:solidFill>
              </a:rPr>
              <a:t> </a:t>
            </a:r>
            <a:endParaRPr sz="1800">
              <a:solidFill>
                <a:schemeClr val="dk2"/>
              </a:solidFill>
            </a:endParaRPr>
          </a:p>
        </p:txBody>
      </p:sp>
      <p:sp>
        <p:nvSpPr>
          <p:cNvPr id="252" name="Google Shape;252;p29"/>
          <p:cNvSpPr txBox="1"/>
          <p:nvPr/>
        </p:nvSpPr>
        <p:spPr>
          <a:xfrm>
            <a:off x="396075" y="4311400"/>
            <a:ext cx="1899000" cy="3849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b="1" i="1" lang="en" sz="1300">
                <a:solidFill>
                  <a:schemeClr val="lt1"/>
                </a:solidFill>
              </a:rPr>
              <a:t>Schematic of Mesh</a:t>
            </a:r>
            <a:endParaRPr b="1" i="1" sz="1300">
              <a:solidFill>
                <a:schemeClr val="lt1"/>
              </a:solidFill>
            </a:endParaRPr>
          </a:p>
        </p:txBody>
      </p:sp>
      <p:sp>
        <p:nvSpPr>
          <p:cNvPr id="253" name="Google Shape;253;p29"/>
          <p:cNvSpPr txBox="1"/>
          <p:nvPr/>
        </p:nvSpPr>
        <p:spPr>
          <a:xfrm>
            <a:off x="2553100" y="4319200"/>
            <a:ext cx="2040600" cy="3693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b="1" i="1" lang="en" sz="1200">
                <a:solidFill>
                  <a:schemeClr val="lt1"/>
                </a:solidFill>
              </a:rPr>
              <a:t>3D Model of Mesh</a:t>
            </a:r>
            <a:endParaRPr b="1" i="1" sz="1200">
              <a:solidFill>
                <a:schemeClr val="lt1"/>
              </a:solidFill>
            </a:endParaRPr>
          </a:p>
        </p:txBody>
      </p:sp>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dk1"/>
        </a:solidFill>
      </p:bgPr>
    </p:bg>
    <p:spTree>
      <p:nvGrpSpPr>
        <p:cNvPr id="257" name="Shape 257"/>
        <p:cNvGrpSpPr/>
        <p:nvPr/>
      </p:nvGrpSpPr>
      <p:grpSpPr>
        <a:xfrm>
          <a:off x="0" y="0"/>
          <a:ext cx="0" cy="0"/>
          <a:chOff x="0" y="0"/>
          <a:chExt cx="0" cy="0"/>
        </a:xfrm>
      </p:grpSpPr>
      <p:sp>
        <p:nvSpPr>
          <p:cNvPr id="258" name="Google Shape;258;p30"/>
          <p:cNvSpPr/>
          <p:nvPr/>
        </p:nvSpPr>
        <p:spPr>
          <a:xfrm>
            <a:off x="241775" y="270250"/>
            <a:ext cx="8662800" cy="4680300"/>
          </a:xfrm>
          <a:prstGeom prst="rect">
            <a:avLst/>
          </a:prstGeom>
          <a:solidFill>
            <a:srgbClr val="0A1735"/>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cxnSp>
        <p:nvCxnSpPr>
          <p:cNvPr id="259" name="Google Shape;259;p30"/>
          <p:cNvCxnSpPr/>
          <p:nvPr/>
        </p:nvCxnSpPr>
        <p:spPr>
          <a:xfrm>
            <a:off x="595650" y="915550"/>
            <a:ext cx="5331000" cy="1500"/>
          </a:xfrm>
          <a:prstGeom prst="straightConnector1">
            <a:avLst/>
          </a:prstGeom>
          <a:noFill/>
          <a:ln cap="flat" cmpd="sng" w="19050">
            <a:solidFill>
              <a:schemeClr val="lt1"/>
            </a:solidFill>
            <a:prstDash val="solid"/>
            <a:round/>
            <a:headEnd len="med" w="med" type="none"/>
            <a:tailEnd len="med" w="med" type="none"/>
          </a:ln>
        </p:spPr>
      </p:cxnSp>
      <p:sp>
        <p:nvSpPr>
          <p:cNvPr id="260" name="Google Shape;260;p30"/>
          <p:cNvSpPr txBox="1"/>
          <p:nvPr/>
        </p:nvSpPr>
        <p:spPr>
          <a:xfrm>
            <a:off x="519700" y="354700"/>
            <a:ext cx="5736000" cy="5001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3400">
                <a:solidFill>
                  <a:schemeClr val="lt1"/>
                </a:solidFill>
                <a:latin typeface="Balthazar"/>
                <a:ea typeface="Balthazar"/>
                <a:cs typeface="Balthazar"/>
                <a:sym typeface="Balthazar"/>
              </a:rPr>
              <a:t>Ballast System - Tank</a:t>
            </a:r>
            <a:endParaRPr sz="3400">
              <a:solidFill>
                <a:schemeClr val="lt1"/>
              </a:solidFill>
              <a:latin typeface="Balthazar"/>
              <a:ea typeface="Balthazar"/>
              <a:cs typeface="Balthazar"/>
              <a:sym typeface="Balthazar"/>
            </a:endParaRPr>
          </a:p>
          <a:p>
            <a:pPr indent="0" lvl="0" marL="0" rtl="0" algn="l">
              <a:spcBef>
                <a:spcPts val="0"/>
              </a:spcBef>
              <a:spcAft>
                <a:spcPts val="0"/>
              </a:spcAft>
              <a:buNone/>
            </a:pPr>
            <a:r>
              <a:t/>
            </a:r>
            <a:endParaRPr sz="3400">
              <a:solidFill>
                <a:schemeClr val="lt1"/>
              </a:solidFill>
              <a:latin typeface="Balthazar"/>
              <a:ea typeface="Balthazar"/>
              <a:cs typeface="Balthazar"/>
              <a:sym typeface="Balthazar"/>
            </a:endParaRPr>
          </a:p>
        </p:txBody>
      </p:sp>
      <p:sp>
        <p:nvSpPr>
          <p:cNvPr id="261" name="Google Shape;261;p30"/>
          <p:cNvSpPr txBox="1"/>
          <p:nvPr/>
        </p:nvSpPr>
        <p:spPr>
          <a:xfrm>
            <a:off x="4751750" y="1393650"/>
            <a:ext cx="3763800" cy="33864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1600">
                <a:solidFill>
                  <a:schemeClr val="lt1"/>
                </a:solidFill>
                <a:latin typeface="Calibri"/>
                <a:ea typeface="Calibri"/>
                <a:cs typeface="Calibri"/>
                <a:sym typeface="Calibri"/>
              </a:rPr>
              <a:t>Ballast tank will occupy the top half of the float configuration</a:t>
            </a:r>
            <a:endParaRPr sz="1600">
              <a:solidFill>
                <a:schemeClr val="lt1"/>
              </a:solidFill>
              <a:latin typeface="Calibri"/>
              <a:ea typeface="Calibri"/>
              <a:cs typeface="Calibri"/>
              <a:sym typeface="Calibri"/>
            </a:endParaRPr>
          </a:p>
          <a:p>
            <a:pPr indent="0" lvl="0" marL="0" rtl="0" algn="l">
              <a:spcBef>
                <a:spcPts val="0"/>
              </a:spcBef>
              <a:spcAft>
                <a:spcPts val="0"/>
              </a:spcAft>
              <a:buNone/>
            </a:pPr>
            <a:r>
              <a:t/>
            </a:r>
            <a:endParaRPr sz="1600">
              <a:solidFill>
                <a:schemeClr val="lt1"/>
              </a:solidFill>
              <a:latin typeface="Calibri"/>
              <a:ea typeface="Calibri"/>
              <a:cs typeface="Calibri"/>
              <a:sym typeface="Calibri"/>
            </a:endParaRPr>
          </a:p>
          <a:p>
            <a:pPr indent="0" lvl="0" marL="0" rtl="0" algn="l">
              <a:spcBef>
                <a:spcPts val="0"/>
              </a:spcBef>
              <a:spcAft>
                <a:spcPts val="0"/>
              </a:spcAft>
              <a:buNone/>
            </a:pPr>
            <a:r>
              <a:rPr lang="en" sz="1600">
                <a:solidFill>
                  <a:schemeClr val="lt1"/>
                </a:solidFill>
                <a:latin typeface="Calibri"/>
                <a:ea typeface="Calibri"/>
                <a:cs typeface="Calibri"/>
                <a:sym typeface="Calibri"/>
              </a:rPr>
              <a:t>A positive displacement pump fixated at the top of the float will change the tanks water level and alter the buoyancy</a:t>
            </a:r>
            <a:endParaRPr sz="1600">
              <a:solidFill>
                <a:schemeClr val="lt1"/>
              </a:solidFill>
              <a:latin typeface="Calibri"/>
              <a:ea typeface="Calibri"/>
              <a:cs typeface="Calibri"/>
              <a:sym typeface="Calibri"/>
            </a:endParaRPr>
          </a:p>
          <a:p>
            <a:pPr indent="0" lvl="0" marL="0" rtl="0" algn="l">
              <a:spcBef>
                <a:spcPts val="0"/>
              </a:spcBef>
              <a:spcAft>
                <a:spcPts val="0"/>
              </a:spcAft>
              <a:buNone/>
            </a:pPr>
            <a:r>
              <a:t/>
            </a:r>
            <a:endParaRPr sz="1600">
              <a:solidFill>
                <a:schemeClr val="lt1"/>
              </a:solidFill>
              <a:latin typeface="Calibri"/>
              <a:ea typeface="Calibri"/>
              <a:cs typeface="Calibri"/>
              <a:sym typeface="Calibri"/>
            </a:endParaRPr>
          </a:p>
          <a:p>
            <a:pPr indent="0" lvl="0" marL="0" rtl="0" algn="l">
              <a:spcBef>
                <a:spcPts val="0"/>
              </a:spcBef>
              <a:spcAft>
                <a:spcPts val="0"/>
              </a:spcAft>
              <a:buNone/>
            </a:pPr>
            <a:r>
              <a:rPr lang="en" sz="1600">
                <a:solidFill>
                  <a:schemeClr val="lt1"/>
                </a:solidFill>
                <a:latin typeface="Calibri"/>
                <a:ea typeface="Calibri"/>
                <a:cs typeface="Calibri"/>
                <a:sym typeface="Calibri"/>
              </a:rPr>
              <a:t>The rov will displace a volume of </a:t>
            </a:r>
            <a:r>
              <a:rPr b="1" lang="en" sz="1600">
                <a:solidFill>
                  <a:schemeClr val="lt1"/>
                </a:solidFill>
                <a:latin typeface="Calibri"/>
                <a:ea typeface="Calibri"/>
                <a:cs typeface="Calibri"/>
                <a:sym typeface="Calibri"/>
              </a:rPr>
              <a:t>1.5L </a:t>
            </a:r>
            <a:r>
              <a:rPr lang="en" sz="1600">
                <a:solidFill>
                  <a:schemeClr val="lt1"/>
                </a:solidFill>
                <a:latin typeface="Calibri"/>
                <a:ea typeface="Calibri"/>
                <a:cs typeface="Calibri"/>
                <a:sym typeface="Calibri"/>
              </a:rPr>
              <a:t>and </a:t>
            </a:r>
            <a:r>
              <a:rPr b="1" lang="en" sz="1600">
                <a:solidFill>
                  <a:schemeClr val="lt1"/>
                </a:solidFill>
                <a:latin typeface="Calibri"/>
                <a:ea typeface="Calibri"/>
                <a:cs typeface="Calibri"/>
                <a:sym typeface="Calibri"/>
              </a:rPr>
              <a:t>5L</a:t>
            </a:r>
            <a:r>
              <a:rPr lang="en" sz="1600">
                <a:solidFill>
                  <a:schemeClr val="lt1"/>
                </a:solidFill>
                <a:latin typeface="Calibri"/>
                <a:ea typeface="Calibri"/>
                <a:cs typeface="Calibri"/>
                <a:sym typeface="Calibri"/>
              </a:rPr>
              <a:t> for the Float</a:t>
            </a:r>
            <a:endParaRPr sz="1600">
              <a:solidFill>
                <a:schemeClr val="lt1"/>
              </a:solidFill>
              <a:latin typeface="Calibri"/>
              <a:ea typeface="Calibri"/>
              <a:cs typeface="Calibri"/>
              <a:sym typeface="Calibri"/>
            </a:endParaRPr>
          </a:p>
          <a:p>
            <a:pPr indent="0" lvl="0" marL="0" rtl="0" algn="l">
              <a:spcBef>
                <a:spcPts val="0"/>
              </a:spcBef>
              <a:spcAft>
                <a:spcPts val="0"/>
              </a:spcAft>
              <a:buNone/>
            </a:pPr>
            <a:r>
              <a:t/>
            </a:r>
            <a:endParaRPr sz="1600">
              <a:solidFill>
                <a:schemeClr val="lt1"/>
              </a:solidFill>
              <a:latin typeface="Calibri"/>
              <a:ea typeface="Calibri"/>
              <a:cs typeface="Calibri"/>
              <a:sym typeface="Calibri"/>
            </a:endParaRPr>
          </a:p>
          <a:p>
            <a:pPr indent="0" lvl="0" marL="0" rtl="0" algn="l">
              <a:spcBef>
                <a:spcPts val="0"/>
              </a:spcBef>
              <a:spcAft>
                <a:spcPts val="0"/>
              </a:spcAft>
              <a:buNone/>
            </a:pPr>
            <a:r>
              <a:rPr lang="en" sz="1600">
                <a:solidFill>
                  <a:schemeClr val="lt1"/>
                </a:solidFill>
                <a:latin typeface="Calibri"/>
                <a:ea typeface="Calibri"/>
                <a:cs typeface="Calibri"/>
                <a:sym typeface="Calibri"/>
              </a:rPr>
              <a:t>This will ensure the ROV stability underwater</a:t>
            </a:r>
            <a:endParaRPr sz="1600">
              <a:solidFill>
                <a:schemeClr val="lt1"/>
              </a:solidFill>
              <a:latin typeface="Calibri"/>
              <a:ea typeface="Calibri"/>
              <a:cs typeface="Calibri"/>
              <a:sym typeface="Calibri"/>
            </a:endParaRPr>
          </a:p>
          <a:p>
            <a:pPr indent="0" lvl="0" marL="0" rtl="0" algn="l">
              <a:spcBef>
                <a:spcPts val="0"/>
              </a:spcBef>
              <a:spcAft>
                <a:spcPts val="0"/>
              </a:spcAft>
              <a:buNone/>
            </a:pPr>
            <a:r>
              <a:t/>
            </a:r>
            <a:endParaRPr sz="1600">
              <a:solidFill>
                <a:schemeClr val="lt1"/>
              </a:solidFill>
              <a:latin typeface="Calibri"/>
              <a:ea typeface="Calibri"/>
              <a:cs typeface="Calibri"/>
              <a:sym typeface="Calibri"/>
            </a:endParaRPr>
          </a:p>
        </p:txBody>
      </p:sp>
      <p:pic>
        <p:nvPicPr>
          <p:cNvPr id="262" name="Google Shape;262;p30"/>
          <p:cNvPicPr preferRelativeResize="0"/>
          <p:nvPr/>
        </p:nvPicPr>
        <p:blipFill>
          <a:blip r:embed="rId3">
            <a:alphaModFix/>
          </a:blip>
          <a:stretch>
            <a:fillRect/>
          </a:stretch>
        </p:blipFill>
        <p:spPr>
          <a:xfrm>
            <a:off x="8322900" y="403175"/>
            <a:ext cx="451625" cy="451625"/>
          </a:xfrm>
          <a:prstGeom prst="rect">
            <a:avLst/>
          </a:prstGeom>
          <a:noFill/>
          <a:ln>
            <a:noFill/>
          </a:ln>
        </p:spPr>
      </p:pic>
      <p:pic>
        <p:nvPicPr>
          <p:cNvPr id="263" name="Google Shape;263;p30"/>
          <p:cNvPicPr preferRelativeResize="0"/>
          <p:nvPr/>
        </p:nvPicPr>
        <p:blipFill rotWithShape="1">
          <a:blip r:embed="rId4">
            <a:alphaModFix/>
          </a:blip>
          <a:srcRect b="47157" l="0" r="0" t="0"/>
          <a:stretch/>
        </p:blipFill>
        <p:spPr>
          <a:xfrm>
            <a:off x="590225" y="2118550"/>
            <a:ext cx="3927450" cy="1590250"/>
          </a:xfrm>
          <a:prstGeom prst="rect">
            <a:avLst/>
          </a:prstGeom>
          <a:noFill/>
          <a:ln>
            <a:noFill/>
          </a:ln>
        </p:spPr>
      </p:pic>
      <p:sp>
        <p:nvSpPr>
          <p:cNvPr id="264" name="Google Shape;264;p30"/>
          <p:cNvSpPr txBox="1"/>
          <p:nvPr/>
        </p:nvSpPr>
        <p:spPr>
          <a:xfrm>
            <a:off x="6161367" y="4585450"/>
            <a:ext cx="2743200" cy="365100"/>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r>
              <a:rPr lang="en" sz="2200">
                <a:solidFill>
                  <a:schemeClr val="lt1"/>
                </a:solidFill>
                <a:latin typeface="Balthazar"/>
                <a:ea typeface="Balthazar"/>
                <a:cs typeface="Balthazar"/>
                <a:sym typeface="Balthazar"/>
              </a:rPr>
              <a:t>21</a:t>
            </a:r>
            <a:endParaRPr sz="2200">
              <a:solidFill>
                <a:schemeClr val="lt1"/>
              </a:solidFill>
              <a:latin typeface="Balthazar"/>
              <a:ea typeface="Balthazar"/>
              <a:cs typeface="Balthazar"/>
              <a:sym typeface="Balthazar"/>
            </a:endParaRPr>
          </a:p>
        </p:txBody>
      </p:sp>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dk1"/>
        </a:solidFill>
      </p:bgPr>
    </p:bg>
    <p:spTree>
      <p:nvGrpSpPr>
        <p:cNvPr id="268" name="Shape 268"/>
        <p:cNvGrpSpPr/>
        <p:nvPr/>
      </p:nvGrpSpPr>
      <p:grpSpPr>
        <a:xfrm>
          <a:off x="0" y="0"/>
          <a:ext cx="0" cy="0"/>
          <a:chOff x="0" y="0"/>
          <a:chExt cx="0" cy="0"/>
        </a:xfrm>
      </p:grpSpPr>
      <p:sp>
        <p:nvSpPr>
          <p:cNvPr id="269" name="Google Shape;269;p31"/>
          <p:cNvSpPr/>
          <p:nvPr/>
        </p:nvSpPr>
        <p:spPr>
          <a:xfrm>
            <a:off x="241775" y="270250"/>
            <a:ext cx="8662800" cy="4680300"/>
          </a:xfrm>
          <a:prstGeom prst="rect">
            <a:avLst/>
          </a:prstGeom>
          <a:solidFill>
            <a:srgbClr val="0A1735"/>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270" name="Google Shape;270;p31"/>
          <p:cNvSpPr txBox="1"/>
          <p:nvPr/>
        </p:nvSpPr>
        <p:spPr>
          <a:xfrm>
            <a:off x="241775" y="2071650"/>
            <a:ext cx="8662800" cy="5001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lang="en" sz="3400">
                <a:solidFill>
                  <a:schemeClr val="lt1"/>
                </a:solidFill>
                <a:latin typeface="Balthazar"/>
                <a:ea typeface="Balthazar"/>
                <a:cs typeface="Balthazar"/>
                <a:sym typeface="Balthazar"/>
              </a:rPr>
              <a:t>Electrical Power Systems (EPS)</a:t>
            </a:r>
            <a:endParaRPr sz="3400">
              <a:solidFill>
                <a:schemeClr val="lt1"/>
              </a:solidFill>
              <a:latin typeface="Balthazar"/>
              <a:ea typeface="Balthazar"/>
              <a:cs typeface="Balthazar"/>
              <a:sym typeface="Balthazar"/>
            </a:endParaRPr>
          </a:p>
          <a:p>
            <a:pPr indent="0" lvl="0" marL="0" rtl="0" algn="ctr">
              <a:spcBef>
                <a:spcPts val="0"/>
              </a:spcBef>
              <a:spcAft>
                <a:spcPts val="0"/>
              </a:spcAft>
              <a:buNone/>
            </a:pPr>
            <a:r>
              <a:t/>
            </a:r>
            <a:endParaRPr sz="3400">
              <a:solidFill>
                <a:schemeClr val="lt1"/>
              </a:solidFill>
              <a:latin typeface="Balthazar"/>
              <a:ea typeface="Balthazar"/>
              <a:cs typeface="Balthazar"/>
              <a:sym typeface="Balthazar"/>
            </a:endParaRPr>
          </a:p>
          <a:p>
            <a:pPr indent="0" lvl="0" marL="0" rtl="0" algn="ctr">
              <a:spcBef>
                <a:spcPts val="0"/>
              </a:spcBef>
              <a:spcAft>
                <a:spcPts val="0"/>
              </a:spcAft>
              <a:buNone/>
            </a:pPr>
            <a:r>
              <a:t/>
            </a:r>
            <a:endParaRPr sz="3400">
              <a:solidFill>
                <a:schemeClr val="lt1"/>
              </a:solidFill>
              <a:latin typeface="Balthazar"/>
              <a:ea typeface="Balthazar"/>
              <a:cs typeface="Balthazar"/>
              <a:sym typeface="Balthazar"/>
            </a:endParaRPr>
          </a:p>
        </p:txBody>
      </p:sp>
      <p:cxnSp>
        <p:nvCxnSpPr>
          <p:cNvPr id="271" name="Google Shape;271;p31"/>
          <p:cNvCxnSpPr/>
          <p:nvPr/>
        </p:nvCxnSpPr>
        <p:spPr>
          <a:xfrm>
            <a:off x="2557950" y="2663425"/>
            <a:ext cx="3889200" cy="0"/>
          </a:xfrm>
          <a:prstGeom prst="straightConnector1">
            <a:avLst/>
          </a:prstGeom>
          <a:noFill/>
          <a:ln cap="flat" cmpd="sng" w="19050">
            <a:solidFill>
              <a:schemeClr val="lt1"/>
            </a:solidFill>
            <a:prstDash val="solid"/>
            <a:round/>
            <a:headEnd len="med" w="med" type="none"/>
            <a:tailEnd len="med" w="med" type="none"/>
          </a:ln>
        </p:spPr>
      </p:cxnSp>
      <p:pic>
        <p:nvPicPr>
          <p:cNvPr id="272" name="Google Shape;272;p31"/>
          <p:cNvPicPr preferRelativeResize="0"/>
          <p:nvPr/>
        </p:nvPicPr>
        <p:blipFill>
          <a:blip r:embed="rId3">
            <a:alphaModFix/>
          </a:blip>
          <a:stretch>
            <a:fillRect/>
          </a:stretch>
        </p:blipFill>
        <p:spPr>
          <a:xfrm>
            <a:off x="4823625" y="2988175"/>
            <a:ext cx="4080949" cy="1962375"/>
          </a:xfrm>
          <a:prstGeom prst="rect">
            <a:avLst/>
          </a:prstGeom>
          <a:noFill/>
          <a:ln>
            <a:noFill/>
          </a:ln>
        </p:spPr>
      </p:pic>
      <p:pic>
        <p:nvPicPr>
          <p:cNvPr id="273" name="Google Shape;273;p31"/>
          <p:cNvPicPr preferRelativeResize="0"/>
          <p:nvPr/>
        </p:nvPicPr>
        <p:blipFill>
          <a:blip r:embed="rId3">
            <a:alphaModFix/>
          </a:blip>
          <a:stretch>
            <a:fillRect/>
          </a:stretch>
        </p:blipFill>
        <p:spPr>
          <a:xfrm rot="10800000">
            <a:off x="241775" y="270250"/>
            <a:ext cx="4080949" cy="1962375"/>
          </a:xfrm>
          <a:prstGeom prst="rect">
            <a:avLst/>
          </a:prstGeom>
          <a:noFill/>
          <a:ln>
            <a:noFill/>
          </a:ln>
        </p:spPr>
      </p:pic>
      <p:pic>
        <p:nvPicPr>
          <p:cNvPr id="274" name="Google Shape;274;p31"/>
          <p:cNvPicPr preferRelativeResize="0"/>
          <p:nvPr/>
        </p:nvPicPr>
        <p:blipFill>
          <a:blip r:embed="rId4">
            <a:alphaModFix/>
          </a:blip>
          <a:stretch>
            <a:fillRect/>
          </a:stretch>
        </p:blipFill>
        <p:spPr>
          <a:xfrm>
            <a:off x="8322900" y="414650"/>
            <a:ext cx="451625" cy="451625"/>
          </a:xfrm>
          <a:prstGeom prst="rect">
            <a:avLst/>
          </a:prstGeom>
          <a:noFill/>
          <a:ln>
            <a:noFill/>
          </a:ln>
        </p:spPr>
      </p:pic>
    </p:spTree>
  </p:cSld>
  <p:clrMapOvr>
    <a:masterClrMapping/>
  </p:clrMapOvr>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dk1"/>
        </a:solidFill>
      </p:bgPr>
    </p:bg>
    <p:spTree>
      <p:nvGrpSpPr>
        <p:cNvPr id="278" name="Shape 278"/>
        <p:cNvGrpSpPr/>
        <p:nvPr/>
      </p:nvGrpSpPr>
      <p:grpSpPr>
        <a:xfrm>
          <a:off x="0" y="0"/>
          <a:ext cx="0" cy="0"/>
          <a:chOff x="0" y="0"/>
          <a:chExt cx="0" cy="0"/>
        </a:xfrm>
      </p:grpSpPr>
      <p:sp>
        <p:nvSpPr>
          <p:cNvPr id="279" name="Google Shape;279;p32"/>
          <p:cNvSpPr/>
          <p:nvPr/>
        </p:nvSpPr>
        <p:spPr>
          <a:xfrm>
            <a:off x="-25" y="0"/>
            <a:ext cx="9144000" cy="4950600"/>
          </a:xfrm>
          <a:prstGeom prst="rect">
            <a:avLst/>
          </a:prstGeom>
          <a:solidFill>
            <a:srgbClr val="0A1735"/>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graphicFrame>
        <p:nvGraphicFramePr>
          <p:cNvPr id="280" name="Google Shape;280;p32"/>
          <p:cNvGraphicFramePr/>
          <p:nvPr/>
        </p:nvGraphicFramePr>
        <p:xfrm>
          <a:off x="18425" y="4813"/>
          <a:ext cx="3000000" cy="3000000"/>
        </p:xfrm>
        <a:graphic>
          <a:graphicData uri="http://schemas.openxmlformats.org/drawingml/2006/table">
            <a:tbl>
              <a:tblPr>
                <a:noFill/>
                <a:tableStyleId>{0C6EABDE-615A-4B24-82ED-87BCD4DEC1CF}</a:tableStyleId>
              </a:tblPr>
              <a:tblGrid>
                <a:gridCol w="1484700"/>
                <a:gridCol w="2249475"/>
                <a:gridCol w="734700"/>
                <a:gridCol w="765725"/>
                <a:gridCol w="1290825"/>
                <a:gridCol w="1290825"/>
                <a:gridCol w="1290825"/>
              </a:tblGrid>
              <a:tr h="531075">
                <a:tc gridSpan="7">
                  <a:txBody>
                    <a:bodyPr/>
                    <a:lstStyle/>
                    <a:p>
                      <a:pPr indent="0" lvl="0" marL="0" rtl="0" algn="ctr">
                        <a:lnSpc>
                          <a:spcPct val="115000"/>
                        </a:lnSpc>
                        <a:spcBef>
                          <a:spcPts val="0"/>
                        </a:spcBef>
                        <a:spcAft>
                          <a:spcPts val="0"/>
                        </a:spcAft>
                        <a:buNone/>
                      </a:pPr>
                      <a:r>
                        <a:rPr lang="en" sz="2000">
                          <a:solidFill>
                            <a:srgbClr val="FFFFFF"/>
                          </a:solidFill>
                          <a:latin typeface="Balthazar"/>
                          <a:ea typeface="Balthazar"/>
                          <a:cs typeface="Balthazar"/>
                          <a:sym typeface="Balthazar"/>
                        </a:rPr>
                        <a:t>Onboard Architecture</a:t>
                      </a:r>
                      <a:endParaRPr sz="2000">
                        <a:solidFill>
                          <a:srgbClr val="FFFFFF"/>
                        </a:solidFill>
                        <a:latin typeface="Balthazar"/>
                        <a:ea typeface="Balthazar"/>
                        <a:cs typeface="Balthazar"/>
                        <a:sym typeface="Balthazar"/>
                      </a:endParaRPr>
                    </a:p>
                  </a:txBody>
                  <a:tcPr marT="91425" marB="91425" marR="28575" marL="28575" anchor="ctr">
                    <a:lnL cap="flat" cmpd="sng" w="9525">
                      <a:solidFill>
                        <a:srgbClr val="0A2B3C">
                          <a:alpha val="0"/>
                        </a:srgbClr>
                      </a:solidFill>
                      <a:prstDash val="solid"/>
                      <a:round/>
                      <a:headEnd len="sm" w="sm" type="none"/>
                      <a:tailEnd len="sm" w="sm" type="none"/>
                    </a:lnL>
                    <a:lnR cap="flat" cmpd="sng" w="9525">
                      <a:solidFill>
                        <a:srgbClr val="0A2B3C">
                          <a:alpha val="0"/>
                        </a:srgbClr>
                      </a:solidFill>
                      <a:prstDash val="solid"/>
                      <a:round/>
                      <a:headEnd len="sm" w="sm" type="none"/>
                      <a:tailEnd len="sm" w="sm" type="none"/>
                    </a:lnR>
                    <a:lnT cap="flat" cmpd="sng" w="9525">
                      <a:solidFill>
                        <a:srgbClr val="0A2B3C">
                          <a:alpha val="0"/>
                        </a:srgbClr>
                      </a:solidFill>
                      <a:prstDash val="solid"/>
                      <a:round/>
                      <a:headEnd len="sm" w="sm" type="none"/>
                      <a:tailEnd len="sm" w="sm" type="none"/>
                    </a:lnT>
                    <a:lnB cap="flat" cmpd="sng" w="9525">
                      <a:solidFill>
                        <a:srgbClr val="0A2B3C">
                          <a:alpha val="0"/>
                        </a:srgbClr>
                      </a:solidFill>
                      <a:prstDash val="solid"/>
                      <a:round/>
                      <a:headEnd len="sm" w="sm" type="none"/>
                      <a:tailEnd len="sm" w="sm" type="none"/>
                    </a:lnB>
                  </a:tcPr>
                </a:tc>
                <a:tc hMerge="1"/>
                <a:tc hMerge="1"/>
                <a:tc hMerge="1"/>
                <a:tc hMerge="1"/>
                <a:tc hMerge="1"/>
                <a:tc hMerge="1"/>
              </a:tr>
              <a:tr h="805125">
                <a:tc>
                  <a:txBody>
                    <a:bodyPr/>
                    <a:lstStyle/>
                    <a:p>
                      <a:pPr indent="0" lvl="0" marL="0" rtl="0" algn="ctr">
                        <a:lnSpc>
                          <a:spcPct val="115000"/>
                        </a:lnSpc>
                        <a:spcBef>
                          <a:spcPts val="0"/>
                        </a:spcBef>
                        <a:spcAft>
                          <a:spcPts val="0"/>
                        </a:spcAft>
                        <a:buNone/>
                      </a:pPr>
                      <a:r>
                        <a:rPr b="1" lang="en" sz="1200">
                          <a:solidFill>
                            <a:srgbClr val="000000"/>
                          </a:solidFill>
                        </a:rPr>
                        <a:t>Criteria</a:t>
                      </a:r>
                      <a:endParaRPr b="1" sz="1200">
                        <a:solidFill>
                          <a:srgbClr val="000000"/>
                        </a:solidFill>
                      </a:endParaRPr>
                    </a:p>
                  </a:txBody>
                  <a:tcPr marT="91425" marB="91425" marR="28575" marL="28575" anchor="ctr">
                    <a:lnL cap="flat" cmpd="sng" w="9525">
                      <a:solidFill>
                        <a:srgbClr val="0A2B3C"/>
                      </a:solidFill>
                      <a:prstDash val="solid"/>
                      <a:round/>
                      <a:headEnd len="sm" w="sm" type="none"/>
                      <a:tailEnd len="sm" w="sm" type="none"/>
                    </a:lnL>
                    <a:lnR cap="flat" cmpd="sng" w="9525">
                      <a:solidFill>
                        <a:srgbClr val="0A2B3C"/>
                      </a:solidFill>
                      <a:prstDash val="solid"/>
                      <a:round/>
                      <a:headEnd len="sm" w="sm" type="none"/>
                      <a:tailEnd len="sm" w="sm" type="none"/>
                    </a:lnR>
                    <a:lnT cap="flat" cmpd="sng" w="9525">
                      <a:solidFill>
                        <a:srgbClr val="0A2B3C">
                          <a:alpha val="0"/>
                        </a:srgbClr>
                      </a:solidFill>
                      <a:prstDash val="solid"/>
                      <a:round/>
                      <a:headEnd len="sm" w="sm" type="none"/>
                      <a:tailEnd len="sm" w="sm" type="none"/>
                    </a:lnT>
                    <a:lnB cap="flat" cmpd="sng" w="9525">
                      <a:solidFill>
                        <a:srgbClr val="0A2B3C"/>
                      </a:solidFill>
                      <a:prstDash val="solid"/>
                      <a:round/>
                      <a:headEnd len="sm" w="sm" type="none"/>
                      <a:tailEnd len="sm" w="sm" type="none"/>
                    </a:lnB>
                    <a:solidFill>
                      <a:srgbClr val="0BD0D9"/>
                    </a:solidFill>
                  </a:tcPr>
                </a:tc>
                <a:tc>
                  <a:txBody>
                    <a:bodyPr/>
                    <a:lstStyle/>
                    <a:p>
                      <a:pPr indent="0" lvl="0" marL="0" rtl="0" algn="ctr">
                        <a:lnSpc>
                          <a:spcPct val="115000"/>
                        </a:lnSpc>
                        <a:spcBef>
                          <a:spcPts val="0"/>
                        </a:spcBef>
                        <a:spcAft>
                          <a:spcPts val="0"/>
                        </a:spcAft>
                        <a:buNone/>
                      </a:pPr>
                      <a:r>
                        <a:rPr b="1" lang="en" sz="1200">
                          <a:solidFill>
                            <a:srgbClr val="000000"/>
                          </a:solidFill>
                        </a:rPr>
                        <a:t>Explanation</a:t>
                      </a:r>
                      <a:endParaRPr b="1" sz="1200">
                        <a:solidFill>
                          <a:srgbClr val="000000"/>
                        </a:solidFill>
                      </a:endParaRPr>
                    </a:p>
                  </a:txBody>
                  <a:tcPr marT="91425" marB="91425" marR="28575" marL="28575" anchor="ctr">
                    <a:lnL cap="flat" cmpd="sng" w="9525">
                      <a:solidFill>
                        <a:srgbClr val="0A2B3C"/>
                      </a:solidFill>
                      <a:prstDash val="solid"/>
                      <a:round/>
                      <a:headEnd len="sm" w="sm" type="none"/>
                      <a:tailEnd len="sm" w="sm" type="none"/>
                    </a:lnL>
                    <a:lnR cap="flat" cmpd="sng" w="9525">
                      <a:solidFill>
                        <a:srgbClr val="0A2B3C"/>
                      </a:solidFill>
                      <a:prstDash val="solid"/>
                      <a:round/>
                      <a:headEnd len="sm" w="sm" type="none"/>
                      <a:tailEnd len="sm" w="sm" type="none"/>
                    </a:lnR>
                    <a:lnT cap="flat" cmpd="sng" w="9525">
                      <a:solidFill>
                        <a:srgbClr val="0A2B3C">
                          <a:alpha val="0"/>
                        </a:srgbClr>
                      </a:solidFill>
                      <a:prstDash val="solid"/>
                      <a:round/>
                      <a:headEnd len="sm" w="sm" type="none"/>
                      <a:tailEnd len="sm" w="sm" type="none"/>
                    </a:lnT>
                    <a:lnB cap="flat" cmpd="sng" w="9525">
                      <a:solidFill>
                        <a:srgbClr val="0A2B3C"/>
                      </a:solidFill>
                      <a:prstDash val="solid"/>
                      <a:round/>
                      <a:headEnd len="sm" w="sm" type="none"/>
                      <a:tailEnd len="sm" w="sm" type="none"/>
                    </a:lnB>
                    <a:solidFill>
                      <a:srgbClr val="0BD0D9"/>
                    </a:solidFill>
                  </a:tcPr>
                </a:tc>
                <a:tc>
                  <a:txBody>
                    <a:bodyPr/>
                    <a:lstStyle/>
                    <a:p>
                      <a:pPr indent="0" lvl="0" marL="0" rtl="0" algn="ctr">
                        <a:lnSpc>
                          <a:spcPct val="115000"/>
                        </a:lnSpc>
                        <a:spcBef>
                          <a:spcPts val="0"/>
                        </a:spcBef>
                        <a:spcAft>
                          <a:spcPts val="0"/>
                        </a:spcAft>
                        <a:buNone/>
                      </a:pPr>
                      <a:r>
                        <a:rPr b="1" lang="en" sz="1200">
                          <a:solidFill>
                            <a:srgbClr val="000000"/>
                          </a:solidFill>
                        </a:rPr>
                        <a:t>Grade</a:t>
                      </a:r>
                      <a:endParaRPr b="1" sz="1200">
                        <a:solidFill>
                          <a:srgbClr val="000000"/>
                        </a:solidFill>
                      </a:endParaRPr>
                    </a:p>
                  </a:txBody>
                  <a:tcPr marT="91425" marB="91425" marR="28575" marL="28575" anchor="ctr">
                    <a:lnL cap="flat" cmpd="sng" w="9525">
                      <a:solidFill>
                        <a:srgbClr val="0A2B3C"/>
                      </a:solidFill>
                      <a:prstDash val="solid"/>
                      <a:round/>
                      <a:headEnd len="sm" w="sm" type="none"/>
                      <a:tailEnd len="sm" w="sm" type="none"/>
                    </a:lnL>
                    <a:lnR cap="flat" cmpd="sng" w="9525">
                      <a:solidFill>
                        <a:srgbClr val="0A2B3C"/>
                      </a:solidFill>
                      <a:prstDash val="solid"/>
                      <a:round/>
                      <a:headEnd len="sm" w="sm" type="none"/>
                      <a:tailEnd len="sm" w="sm" type="none"/>
                    </a:lnR>
                    <a:lnT cap="flat" cmpd="sng" w="9525">
                      <a:solidFill>
                        <a:srgbClr val="0A2B3C">
                          <a:alpha val="0"/>
                        </a:srgbClr>
                      </a:solidFill>
                      <a:prstDash val="solid"/>
                      <a:round/>
                      <a:headEnd len="sm" w="sm" type="none"/>
                      <a:tailEnd len="sm" w="sm" type="none"/>
                    </a:lnT>
                    <a:lnB cap="flat" cmpd="sng" w="9525">
                      <a:solidFill>
                        <a:srgbClr val="0A2B3C"/>
                      </a:solidFill>
                      <a:prstDash val="solid"/>
                      <a:round/>
                      <a:headEnd len="sm" w="sm" type="none"/>
                      <a:tailEnd len="sm" w="sm" type="none"/>
                    </a:lnB>
                    <a:solidFill>
                      <a:srgbClr val="0BD0D9"/>
                    </a:solidFill>
                  </a:tcPr>
                </a:tc>
                <a:tc>
                  <a:txBody>
                    <a:bodyPr/>
                    <a:lstStyle/>
                    <a:p>
                      <a:pPr indent="0" lvl="0" marL="0" rtl="0" algn="ctr">
                        <a:lnSpc>
                          <a:spcPct val="115000"/>
                        </a:lnSpc>
                        <a:spcBef>
                          <a:spcPts val="0"/>
                        </a:spcBef>
                        <a:spcAft>
                          <a:spcPts val="0"/>
                        </a:spcAft>
                        <a:buNone/>
                      </a:pPr>
                      <a:r>
                        <a:rPr b="1" lang="en" sz="1200">
                          <a:solidFill>
                            <a:srgbClr val="000000"/>
                          </a:solidFill>
                        </a:rPr>
                        <a:t>Weight</a:t>
                      </a:r>
                      <a:endParaRPr b="1" sz="1200">
                        <a:solidFill>
                          <a:srgbClr val="000000"/>
                        </a:solidFill>
                      </a:endParaRPr>
                    </a:p>
                  </a:txBody>
                  <a:tcPr marT="91425" marB="91425" marR="28575" marL="28575" anchor="ctr">
                    <a:lnL cap="flat" cmpd="sng" w="9525">
                      <a:solidFill>
                        <a:srgbClr val="0A2B3C"/>
                      </a:solidFill>
                      <a:prstDash val="solid"/>
                      <a:round/>
                      <a:headEnd len="sm" w="sm" type="none"/>
                      <a:tailEnd len="sm" w="sm" type="none"/>
                    </a:lnL>
                    <a:lnR cap="flat" cmpd="sng" w="9525">
                      <a:solidFill>
                        <a:srgbClr val="0A2B3C"/>
                      </a:solidFill>
                      <a:prstDash val="solid"/>
                      <a:round/>
                      <a:headEnd len="sm" w="sm" type="none"/>
                      <a:tailEnd len="sm" w="sm" type="none"/>
                    </a:lnR>
                    <a:lnT cap="flat" cmpd="sng" w="9525">
                      <a:solidFill>
                        <a:srgbClr val="0A2B3C">
                          <a:alpha val="0"/>
                        </a:srgbClr>
                      </a:solidFill>
                      <a:prstDash val="solid"/>
                      <a:round/>
                      <a:headEnd len="sm" w="sm" type="none"/>
                      <a:tailEnd len="sm" w="sm" type="none"/>
                    </a:lnT>
                    <a:lnB cap="flat" cmpd="sng" w="9525">
                      <a:solidFill>
                        <a:srgbClr val="0A2B3C"/>
                      </a:solidFill>
                      <a:prstDash val="solid"/>
                      <a:round/>
                      <a:headEnd len="sm" w="sm" type="none"/>
                      <a:tailEnd len="sm" w="sm" type="none"/>
                    </a:lnB>
                    <a:solidFill>
                      <a:srgbClr val="0BD0D9"/>
                    </a:solidFill>
                  </a:tcPr>
                </a:tc>
                <a:tc>
                  <a:txBody>
                    <a:bodyPr/>
                    <a:lstStyle/>
                    <a:p>
                      <a:pPr indent="0" lvl="0" marL="0" rtl="0" algn="ctr">
                        <a:lnSpc>
                          <a:spcPct val="115000"/>
                        </a:lnSpc>
                        <a:spcBef>
                          <a:spcPts val="0"/>
                        </a:spcBef>
                        <a:spcAft>
                          <a:spcPts val="0"/>
                        </a:spcAft>
                        <a:buNone/>
                      </a:pPr>
                      <a:r>
                        <a:rPr b="1" lang="en" sz="1200">
                          <a:solidFill>
                            <a:srgbClr val="000000"/>
                          </a:solidFill>
                        </a:rPr>
                        <a:t>Distributed Local DC-DC Conversion</a:t>
                      </a:r>
                      <a:endParaRPr b="1" sz="1200">
                        <a:solidFill>
                          <a:srgbClr val="000000"/>
                        </a:solidFill>
                      </a:endParaRPr>
                    </a:p>
                  </a:txBody>
                  <a:tcPr marT="91425" marB="91425" marR="28575" marL="28575" anchor="ctr">
                    <a:lnL cap="flat" cmpd="sng" w="9525">
                      <a:solidFill>
                        <a:srgbClr val="0A2B3C"/>
                      </a:solidFill>
                      <a:prstDash val="solid"/>
                      <a:round/>
                      <a:headEnd len="sm" w="sm" type="none"/>
                      <a:tailEnd len="sm" w="sm" type="none"/>
                    </a:lnL>
                    <a:lnR cap="flat" cmpd="sng" w="9525">
                      <a:solidFill>
                        <a:srgbClr val="0A2B3C"/>
                      </a:solidFill>
                      <a:prstDash val="solid"/>
                      <a:round/>
                      <a:headEnd len="sm" w="sm" type="none"/>
                      <a:tailEnd len="sm" w="sm" type="none"/>
                    </a:lnR>
                    <a:lnT cap="flat" cmpd="sng" w="9525">
                      <a:solidFill>
                        <a:srgbClr val="0A2B3C">
                          <a:alpha val="0"/>
                        </a:srgbClr>
                      </a:solidFill>
                      <a:prstDash val="solid"/>
                      <a:round/>
                      <a:headEnd len="sm" w="sm" type="none"/>
                      <a:tailEnd len="sm" w="sm" type="none"/>
                    </a:lnT>
                    <a:lnB cap="flat" cmpd="sng" w="9525">
                      <a:solidFill>
                        <a:srgbClr val="0A2B3C"/>
                      </a:solidFill>
                      <a:prstDash val="solid"/>
                      <a:round/>
                      <a:headEnd len="sm" w="sm" type="none"/>
                      <a:tailEnd len="sm" w="sm" type="none"/>
                    </a:lnB>
                    <a:solidFill>
                      <a:srgbClr val="0BD0D9"/>
                    </a:solidFill>
                  </a:tcPr>
                </a:tc>
                <a:tc>
                  <a:txBody>
                    <a:bodyPr/>
                    <a:lstStyle/>
                    <a:p>
                      <a:pPr indent="0" lvl="0" marL="0" rtl="0" algn="ctr">
                        <a:lnSpc>
                          <a:spcPct val="115000"/>
                        </a:lnSpc>
                        <a:spcBef>
                          <a:spcPts val="0"/>
                        </a:spcBef>
                        <a:spcAft>
                          <a:spcPts val="0"/>
                        </a:spcAft>
                        <a:buNone/>
                      </a:pPr>
                      <a:r>
                        <a:rPr b="1" lang="en" sz="1200">
                          <a:solidFill>
                            <a:srgbClr val="000000"/>
                          </a:solidFill>
                        </a:rPr>
                        <a:t>Dual-Voltage Bus</a:t>
                      </a:r>
                      <a:endParaRPr b="1" sz="1200">
                        <a:solidFill>
                          <a:srgbClr val="000000"/>
                        </a:solidFill>
                      </a:endParaRPr>
                    </a:p>
                  </a:txBody>
                  <a:tcPr marT="91425" marB="91425" marR="28575" marL="28575" anchor="ctr">
                    <a:lnL cap="flat" cmpd="sng" w="9525">
                      <a:solidFill>
                        <a:srgbClr val="0A2B3C"/>
                      </a:solidFill>
                      <a:prstDash val="solid"/>
                      <a:round/>
                      <a:headEnd len="sm" w="sm" type="none"/>
                      <a:tailEnd len="sm" w="sm" type="none"/>
                    </a:lnL>
                    <a:lnR cap="flat" cmpd="sng" w="9525">
                      <a:solidFill>
                        <a:srgbClr val="0A2B3C"/>
                      </a:solidFill>
                      <a:prstDash val="solid"/>
                      <a:round/>
                      <a:headEnd len="sm" w="sm" type="none"/>
                      <a:tailEnd len="sm" w="sm" type="none"/>
                    </a:lnR>
                    <a:lnT cap="flat" cmpd="sng" w="9525">
                      <a:solidFill>
                        <a:srgbClr val="0A2B3C">
                          <a:alpha val="0"/>
                        </a:srgbClr>
                      </a:solidFill>
                      <a:prstDash val="solid"/>
                      <a:round/>
                      <a:headEnd len="sm" w="sm" type="none"/>
                      <a:tailEnd len="sm" w="sm" type="none"/>
                    </a:lnT>
                    <a:lnB cap="flat" cmpd="sng" w="9525">
                      <a:solidFill>
                        <a:srgbClr val="0A2B3C"/>
                      </a:solidFill>
                      <a:prstDash val="solid"/>
                      <a:round/>
                      <a:headEnd len="sm" w="sm" type="none"/>
                      <a:tailEnd len="sm" w="sm" type="none"/>
                    </a:lnB>
                    <a:solidFill>
                      <a:srgbClr val="0BD0D9"/>
                    </a:solidFill>
                  </a:tcPr>
                </a:tc>
                <a:tc>
                  <a:txBody>
                    <a:bodyPr/>
                    <a:lstStyle/>
                    <a:p>
                      <a:pPr indent="0" lvl="0" marL="0" rtl="0" algn="ctr">
                        <a:lnSpc>
                          <a:spcPct val="115000"/>
                        </a:lnSpc>
                        <a:spcBef>
                          <a:spcPts val="0"/>
                        </a:spcBef>
                        <a:spcAft>
                          <a:spcPts val="0"/>
                        </a:spcAft>
                        <a:buNone/>
                      </a:pPr>
                      <a:r>
                        <a:rPr b="1" lang="en" sz="1200">
                          <a:solidFill>
                            <a:srgbClr val="000000"/>
                          </a:solidFill>
                        </a:rPr>
                        <a:t>Single-Bus Centralized DC</a:t>
                      </a:r>
                      <a:endParaRPr b="1" sz="1200">
                        <a:solidFill>
                          <a:srgbClr val="000000"/>
                        </a:solidFill>
                      </a:endParaRPr>
                    </a:p>
                  </a:txBody>
                  <a:tcPr marT="91425" marB="91425" marR="28575" marL="28575" anchor="ctr">
                    <a:lnL cap="flat" cmpd="sng" w="9525">
                      <a:solidFill>
                        <a:srgbClr val="0A2B3C"/>
                      </a:solidFill>
                      <a:prstDash val="solid"/>
                      <a:round/>
                      <a:headEnd len="sm" w="sm" type="none"/>
                      <a:tailEnd len="sm" w="sm" type="none"/>
                    </a:lnL>
                    <a:lnR cap="flat" cmpd="sng" w="9525">
                      <a:solidFill>
                        <a:srgbClr val="0A2B3C"/>
                      </a:solidFill>
                      <a:prstDash val="solid"/>
                      <a:round/>
                      <a:headEnd len="sm" w="sm" type="none"/>
                      <a:tailEnd len="sm" w="sm" type="none"/>
                    </a:lnR>
                    <a:lnT cap="flat" cmpd="sng" w="9525">
                      <a:solidFill>
                        <a:srgbClr val="0A2B3C">
                          <a:alpha val="0"/>
                        </a:srgbClr>
                      </a:solidFill>
                      <a:prstDash val="solid"/>
                      <a:round/>
                      <a:headEnd len="sm" w="sm" type="none"/>
                      <a:tailEnd len="sm" w="sm" type="none"/>
                    </a:lnT>
                    <a:lnB cap="flat" cmpd="sng" w="9525">
                      <a:solidFill>
                        <a:srgbClr val="0A2B3C"/>
                      </a:solidFill>
                      <a:prstDash val="solid"/>
                      <a:round/>
                      <a:headEnd len="sm" w="sm" type="none"/>
                      <a:tailEnd len="sm" w="sm" type="none"/>
                    </a:lnB>
                    <a:solidFill>
                      <a:srgbClr val="0BD0D9"/>
                    </a:solidFill>
                  </a:tcPr>
                </a:tc>
              </a:tr>
              <a:tr h="548100">
                <a:tc>
                  <a:txBody>
                    <a:bodyPr/>
                    <a:lstStyle/>
                    <a:p>
                      <a:pPr indent="0" lvl="0" marL="0" rtl="0" algn="ctr">
                        <a:lnSpc>
                          <a:spcPct val="115000"/>
                        </a:lnSpc>
                        <a:spcBef>
                          <a:spcPts val="0"/>
                        </a:spcBef>
                        <a:spcAft>
                          <a:spcPts val="0"/>
                        </a:spcAft>
                        <a:buNone/>
                      </a:pPr>
                      <a:r>
                        <a:rPr lang="en" sz="1000">
                          <a:solidFill>
                            <a:srgbClr val="000000"/>
                          </a:solidFill>
                        </a:rPr>
                        <a:t>Electrical Efficiency</a:t>
                      </a:r>
                      <a:endParaRPr sz="1000">
                        <a:solidFill>
                          <a:srgbClr val="000000"/>
                        </a:solidFill>
                      </a:endParaRPr>
                    </a:p>
                  </a:txBody>
                  <a:tcPr marT="19050" marB="19050" marR="76200" marL="76200" anchor="ctr">
                    <a:lnL cap="flat" cmpd="sng" w="9525">
                      <a:solidFill>
                        <a:srgbClr val="0A2B3C"/>
                      </a:solidFill>
                      <a:prstDash val="solid"/>
                      <a:round/>
                      <a:headEnd len="sm" w="sm" type="none"/>
                      <a:tailEnd len="sm" w="sm" type="none"/>
                    </a:lnL>
                    <a:lnR cap="flat" cmpd="sng" w="9525">
                      <a:solidFill>
                        <a:srgbClr val="0A2B3C"/>
                      </a:solidFill>
                      <a:prstDash val="solid"/>
                      <a:round/>
                      <a:headEnd len="sm" w="sm" type="none"/>
                      <a:tailEnd len="sm" w="sm" type="none"/>
                    </a:lnR>
                    <a:lnT cap="flat" cmpd="sng" w="9525">
                      <a:solidFill>
                        <a:srgbClr val="0A2B3C"/>
                      </a:solidFill>
                      <a:prstDash val="solid"/>
                      <a:round/>
                      <a:headEnd len="sm" w="sm" type="none"/>
                      <a:tailEnd len="sm" w="sm" type="none"/>
                    </a:lnT>
                    <a:lnB cap="flat" cmpd="sng" w="9525">
                      <a:solidFill>
                        <a:srgbClr val="0A2B3C"/>
                      </a:solidFill>
                      <a:prstDash val="solid"/>
                      <a:round/>
                      <a:headEnd len="sm" w="sm" type="none"/>
                      <a:tailEnd len="sm" w="sm" type="none"/>
                    </a:lnB>
                    <a:solidFill>
                      <a:srgbClr val="DBEFF9"/>
                    </a:solidFill>
                  </a:tcPr>
                </a:tc>
                <a:tc>
                  <a:txBody>
                    <a:bodyPr/>
                    <a:lstStyle/>
                    <a:p>
                      <a:pPr indent="0" lvl="0" marL="0" rtl="0" algn="ctr">
                        <a:lnSpc>
                          <a:spcPct val="115000"/>
                        </a:lnSpc>
                        <a:spcBef>
                          <a:spcPts val="0"/>
                        </a:spcBef>
                        <a:spcAft>
                          <a:spcPts val="0"/>
                        </a:spcAft>
                        <a:buNone/>
                      </a:pPr>
                      <a:r>
                        <a:rPr lang="en" sz="1000"/>
                        <a:t>Reduces resistive losses and optimizes power transfer for long tether systems.</a:t>
                      </a:r>
                      <a:endParaRPr sz="1000"/>
                    </a:p>
                  </a:txBody>
                  <a:tcPr marT="19050" marB="19050" marR="76200" marL="76200" anchor="ctr">
                    <a:lnL cap="flat" cmpd="sng" w="9525">
                      <a:solidFill>
                        <a:srgbClr val="0A2B3C"/>
                      </a:solidFill>
                      <a:prstDash val="solid"/>
                      <a:round/>
                      <a:headEnd len="sm" w="sm" type="none"/>
                      <a:tailEnd len="sm" w="sm" type="none"/>
                    </a:lnL>
                    <a:lnR cap="flat" cmpd="sng" w="9525">
                      <a:solidFill>
                        <a:srgbClr val="0A2B3C"/>
                      </a:solidFill>
                      <a:prstDash val="solid"/>
                      <a:round/>
                      <a:headEnd len="sm" w="sm" type="none"/>
                      <a:tailEnd len="sm" w="sm" type="none"/>
                    </a:lnR>
                    <a:lnT cap="flat" cmpd="sng" w="9525">
                      <a:solidFill>
                        <a:srgbClr val="0A2B3C"/>
                      </a:solidFill>
                      <a:prstDash val="solid"/>
                      <a:round/>
                      <a:headEnd len="sm" w="sm" type="none"/>
                      <a:tailEnd len="sm" w="sm" type="none"/>
                    </a:lnT>
                    <a:lnB cap="flat" cmpd="sng" w="9525">
                      <a:solidFill>
                        <a:srgbClr val="0A2B3C"/>
                      </a:solidFill>
                      <a:prstDash val="solid"/>
                      <a:round/>
                      <a:headEnd len="sm" w="sm" type="none"/>
                      <a:tailEnd len="sm" w="sm" type="none"/>
                    </a:lnB>
                    <a:solidFill>
                      <a:srgbClr val="DBEFF9"/>
                    </a:solidFill>
                  </a:tcPr>
                </a:tc>
                <a:tc rowSpan="8">
                  <a:txBody>
                    <a:bodyPr/>
                    <a:lstStyle/>
                    <a:p>
                      <a:pPr indent="0" lvl="0" marL="0" rtl="0" algn="l">
                        <a:lnSpc>
                          <a:spcPct val="115000"/>
                        </a:lnSpc>
                        <a:spcBef>
                          <a:spcPts val="0"/>
                        </a:spcBef>
                        <a:spcAft>
                          <a:spcPts val="0"/>
                        </a:spcAft>
                        <a:buNone/>
                      </a:pPr>
                      <a:r>
                        <a:rPr lang="en" sz="1000">
                          <a:solidFill>
                            <a:srgbClr val="000000"/>
                          </a:solidFill>
                          <a:latin typeface="Roboto"/>
                          <a:ea typeface="Roboto"/>
                          <a:cs typeface="Roboto"/>
                          <a:sym typeface="Roboto"/>
                        </a:rPr>
                        <a:t>5 = High</a:t>
                      </a:r>
                      <a:endParaRPr sz="1000">
                        <a:solidFill>
                          <a:srgbClr val="000000"/>
                        </a:solidFill>
                        <a:latin typeface="Roboto"/>
                        <a:ea typeface="Roboto"/>
                        <a:cs typeface="Roboto"/>
                        <a:sym typeface="Roboto"/>
                      </a:endParaRPr>
                    </a:p>
                    <a:p>
                      <a:pPr indent="0" lvl="0" marL="0" rtl="0" algn="l">
                        <a:lnSpc>
                          <a:spcPct val="115000"/>
                        </a:lnSpc>
                        <a:spcBef>
                          <a:spcPts val="0"/>
                        </a:spcBef>
                        <a:spcAft>
                          <a:spcPts val="0"/>
                        </a:spcAft>
                        <a:buNone/>
                      </a:pPr>
                      <a:r>
                        <a:rPr lang="en" sz="1000">
                          <a:solidFill>
                            <a:srgbClr val="000000"/>
                          </a:solidFill>
                          <a:latin typeface="Roboto"/>
                          <a:ea typeface="Roboto"/>
                          <a:cs typeface="Roboto"/>
                          <a:sym typeface="Roboto"/>
                        </a:rPr>
                        <a:t>3 = Medium</a:t>
                      </a:r>
                      <a:endParaRPr sz="1000">
                        <a:solidFill>
                          <a:srgbClr val="000000"/>
                        </a:solidFill>
                        <a:latin typeface="Roboto"/>
                        <a:ea typeface="Roboto"/>
                        <a:cs typeface="Roboto"/>
                        <a:sym typeface="Roboto"/>
                      </a:endParaRPr>
                    </a:p>
                    <a:p>
                      <a:pPr indent="0" lvl="0" marL="0" rtl="0" algn="l">
                        <a:lnSpc>
                          <a:spcPct val="115000"/>
                        </a:lnSpc>
                        <a:spcBef>
                          <a:spcPts val="0"/>
                        </a:spcBef>
                        <a:spcAft>
                          <a:spcPts val="0"/>
                        </a:spcAft>
                        <a:buNone/>
                      </a:pPr>
                      <a:r>
                        <a:rPr lang="en" sz="1000">
                          <a:solidFill>
                            <a:srgbClr val="000000"/>
                          </a:solidFill>
                          <a:latin typeface="Roboto"/>
                          <a:ea typeface="Roboto"/>
                          <a:cs typeface="Roboto"/>
                          <a:sym typeface="Roboto"/>
                        </a:rPr>
                        <a:t>1 = Low</a:t>
                      </a:r>
                      <a:endParaRPr sz="1000">
                        <a:solidFill>
                          <a:srgbClr val="000000"/>
                        </a:solidFill>
                        <a:latin typeface="Roboto"/>
                        <a:ea typeface="Roboto"/>
                        <a:cs typeface="Roboto"/>
                        <a:sym typeface="Roboto"/>
                      </a:endParaRPr>
                    </a:p>
                    <a:p>
                      <a:pPr indent="0" lvl="0" marL="0" rtl="0" algn="l">
                        <a:lnSpc>
                          <a:spcPct val="115000"/>
                        </a:lnSpc>
                        <a:spcBef>
                          <a:spcPts val="0"/>
                        </a:spcBef>
                        <a:spcAft>
                          <a:spcPts val="0"/>
                        </a:spcAft>
                        <a:buNone/>
                      </a:pPr>
                      <a:r>
                        <a:rPr lang="en" sz="1000">
                          <a:solidFill>
                            <a:srgbClr val="000000"/>
                          </a:solidFill>
                          <a:latin typeface="Roboto"/>
                          <a:ea typeface="Roboto"/>
                          <a:cs typeface="Roboto"/>
                          <a:sym typeface="Roboto"/>
                        </a:rPr>
                        <a:t>0 = Fail</a:t>
                      </a:r>
                      <a:endParaRPr sz="1000">
                        <a:solidFill>
                          <a:srgbClr val="000000"/>
                        </a:solidFill>
                        <a:latin typeface="Roboto"/>
                        <a:ea typeface="Roboto"/>
                        <a:cs typeface="Roboto"/>
                        <a:sym typeface="Roboto"/>
                      </a:endParaRPr>
                    </a:p>
                  </a:txBody>
                  <a:tcPr marT="91425" marB="91425" marR="28575" marL="28575" anchor="ctr">
                    <a:lnL cap="flat" cmpd="sng" w="9525">
                      <a:solidFill>
                        <a:srgbClr val="0A2B3C"/>
                      </a:solidFill>
                      <a:prstDash val="solid"/>
                      <a:round/>
                      <a:headEnd len="sm" w="sm" type="none"/>
                      <a:tailEnd len="sm" w="sm" type="none"/>
                    </a:lnL>
                    <a:lnR cap="flat" cmpd="sng" w="9525">
                      <a:solidFill>
                        <a:srgbClr val="0A2B3C"/>
                      </a:solidFill>
                      <a:prstDash val="solid"/>
                      <a:round/>
                      <a:headEnd len="sm" w="sm" type="none"/>
                      <a:tailEnd len="sm" w="sm" type="none"/>
                    </a:lnR>
                    <a:lnT cap="flat" cmpd="sng" w="9525">
                      <a:solidFill>
                        <a:srgbClr val="0A2B3C"/>
                      </a:solidFill>
                      <a:prstDash val="solid"/>
                      <a:round/>
                      <a:headEnd len="sm" w="sm" type="none"/>
                      <a:tailEnd len="sm" w="sm" type="none"/>
                    </a:lnT>
                    <a:lnB cap="flat" cmpd="sng" w="9525">
                      <a:solidFill>
                        <a:srgbClr val="0A2B3C"/>
                      </a:solidFill>
                      <a:prstDash val="solid"/>
                      <a:round/>
                      <a:headEnd len="sm" w="sm" type="none"/>
                      <a:tailEnd len="sm" w="sm" type="none"/>
                    </a:lnB>
                    <a:solidFill>
                      <a:srgbClr val="DBEFF9"/>
                    </a:solidFill>
                  </a:tcPr>
                </a:tc>
                <a:tc>
                  <a:txBody>
                    <a:bodyPr/>
                    <a:lstStyle/>
                    <a:p>
                      <a:pPr indent="0" lvl="0" marL="0" rtl="0" algn="ctr">
                        <a:lnSpc>
                          <a:spcPct val="115000"/>
                        </a:lnSpc>
                        <a:spcBef>
                          <a:spcPts val="0"/>
                        </a:spcBef>
                        <a:spcAft>
                          <a:spcPts val="0"/>
                        </a:spcAft>
                        <a:buNone/>
                      </a:pPr>
                      <a:r>
                        <a:rPr lang="en" sz="1000">
                          <a:solidFill>
                            <a:srgbClr val="000000"/>
                          </a:solidFill>
                        </a:rPr>
                        <a:t>18%</a:t>
                      </a:r>
                      <a:endParaRPr sz="1000">
                        <a:solidFill>
                          <a:srgbClr val="000000"/>
                        </a:solidFill>
                      </a:endParaRPr>
                    </a:p>
                  </a:txBody>
                  <a:tcPr marT="91425" marB="91425" marR="28575" marL="28575" anchor="ctr">
                    <a:lnL cap="flat" cmpd="sng" w="9525">
                      <a:solidFill>
                        <a:srgbClr val="0A2B3C"/>
                      </a:solidFill>
                      <a:prstDash val="solid"/>
                      <a:round/>
                      <a:headEnd len="sm" w="sm" type="none"/>
                      <a:tailEnd len="sm" w="sm" type="none"/>
                    </a:lnL>
                    <a:lnR cap="flat" cmpd="sng" w="9525">
                      <a:solidFill>
                        <a:srgbClr val="0A2B3C"/>
                      </a:solidFill>
                      <a:prstDash val="solid"/>
                      <a:round/>
                      <a:headEnd len="sm" w="sm" type="none"/>
                      <a:tailEnd len="sm" w="sm" type="none"/>
                    </a:lnR>
                    <a:lnT cap="flat" cmpd="sng" w="9525">
                      <a:solidFill>
                        <a:srgbClr val="0A2B3C"/>
                      </a:solidFill>
                      <a:prstDash val="solid"/>
                      <a:round/>
                      <a:headEnd len="sm" w="sm" type="none"/>
                      <a:tailEnd len="sm" w="sm" type="none"/>
                    </a:lnT>
                    <a:lnB cap="flat" cmpd="sng" w="9525">
                      <a:solidFill>
                        <a:srgbClr val="0A2B3C"/>
                      </a:solidFill>
                      <a:prstDash val="solid"/>
                      <a:round/>
                      <a:headEnd len="sm" w="sm" type="none"/>
                      <a:tailEnd len="sm" w="sm" type="none"/>
                    </a:lnB>
                    <a:solidFill>
                      <a:srgbClr val="DBEFF9"/>
                    </a:solidFill>
                  </a:tcPr>
                </a:tc>
                <a:tc>
                  <a:txBody>
                    <a:bodyPr/>
                    <a:lstStyle/>
                    <a:p>
                      <a:pPr indent="0" lvl="0" marL="0" rtl="0" algn="ctr">
                        <a:lnSpc>
                          <a:spcPct val="115000"/>
                        </a:lnSpc>
                        <a:spcBef>
                          <a:spcPts val="0"/>
                        </a:spcBef>
                        <a:spcAft>
                          <a:spcPts val="0"/>
                        </a:spcAft>
                        <a:buNone/>
                      </a:pPr>
                      <a:r>
                        <a:rPr lang="en" sz="1000">
                          <a:solidFill>
                            <a:srgbClr val="000000"/>
                          </a:solidFill>
                        </a:rPr>
                        <a:t>5</a:t>
                      </a:r>
                      <a:endParaRPr sz="1000">
                        <a:solidFill>
                          <a:srgbClr val="000000"/>
                        </a:solidFill>
                      </a:endParaRPr>
                    </a:p>
                  </a:txBody>
                  <a:tcPr marT="91425" marB="91425" marR="28575" marL="28575" anchor="ctr">
                    <a:lnL cap="flat" cmpd="sng" w="9525">
                      <a:solidFill>
                        <a:srgbClr val="0A2B3C"/>
                      </a:solidFill>
                      <a:prstDash val="solid"/>
                      <a:round/>
                      <a:headEnd len="sm" w="sm" type="none"/>
                      <a:tailEnd len="sm" w="sm" type="none"/>
                    </a:lnL>
                    <a:lnR cap="flat" cmpd="sng" w="9525">
                      <a:solidFill>
                        <a:srgbClr val="0A2B3C"/>
                      </a:solidFill>
                      <a:prstDash val="solid"/>
                      <a:round/>
                      <a:headEnd len="sm" w="sm" type="none"/>
                      <a:tailEnd len="sm" w="sm" type="none"/>
                    </a:lnR>
                    <a:lnT cap="flat" cmpd="sng" w="9525">
                      <a:solidFill>
                        <a:srgbClr val="0A2B3C"/>
                      </a:solidFill>
                      <a:prstDash val="solid"/>
                      <a:round/>
                      <a:headEnd len="sm" w="sm" type="none"/>
                      <a:tailEnd len="sm" w="sm" type="none"/>
                    </a:lnT>
                    <a:lnB cap="flat" cmpd="sng" w="9525">
                      <a:solidFill>
                        <a:srgbClr val="0A2B3C"/>
                      </a:solidFill>
                      <a:prstDash val="solid"/>
                      <a:round/>
                      <a:headEnd len="sm" w="sm" type="none"/>
                      <a:tailEnd len="sm" w="sm" type="none"/>
                    </a:lnB>
                    <a:solidFill>
                      <a:srgbClr val="DBEFF9"/>
                    </a:solidFill>
                  </a:tcPr>
                </a:tc>
                <a:tc>
                  <a:txBody>
                    <a:bodyPr/>
                    <a:lstStyle/>
                    <a:p>
                      <a:pPr indent="0" lvl="0" marL="0" rtl="0" algn="ctr">
                        <a:lnSpc>
                          <a:spcPct val="115000"/>
                        </a:lnSpc>
                        <a:spcBef>
                          <a:spcPts val="0"/>
                        </a:spcBef>
                        <a:spcAft>
                          <a:spcPts val="0"/>
                        </a:spcAft>
                        <a:buNone/>
                      </a:pPr>
                      <a:r>
                        <a:rPr lang="en" sz="1000">
                          <a:solidFill>
                            <a:srgbClr val="000000"/>
                          </a:solidFill>
                        </a:rPr>
                        <a:t>4</a:t>
                      </a:r>
                      <a:endParaRPr sz="1000">
                        <a:solidFill>
                          <a:srgbClr val="000000"/>
                        </a:solidFill>
                      </a:endParaRPr>
                    </a:p>
                  </a:txBody>
                  <a:tcPr marT="91425" marB="91425" marR="28575" marL="28575" anchor="ctr">
                    <a:lnL cap="flat" cmpd="sng" w="9525">
                      <a:solidFill>
                        <a:srgbClr val="0A2B3C"/>
                      </a:solidFill>
                      <a:prstDash val="solid"/>
                      <a:round/>
                      <a:headEnd len="sm" w="sm" type="none"/>
                      <a:tailEnd len="sm" w="sm" type="none"/>
                    </a:lnL>
                    <a:lnR cap="flat" cmpd="sng" w="9525">
                      <a:solidFill>
                        <a:srgbClr val="0A2B3C"/>
                      </a:solidFill>
                      <a:prstDash val="solid"/>
                      <a:round/>
                      <a:headEnd len="sm" w="sm" type="none"/>
                      <a:tailEnd len="sm" w="sm" type="none"/>
                    </a:lnR>
                    <a:lnT cap="flat" cmpd="sng" w="9525">
                      <a:solidFill>
                        <a:srgbClr val="0A2B3C"/>
                      </a:solidFill>
                      <a:prstDash val="solid"/>
                      <a:round/>
                      <a:headEnd len="sm" w="sm" type="none"/>
                      <a:tailEnd len="sm" w="sm" type="none"/>
                    </a:lnT>
                    <a:lnB cap="flat" cmpd="sng" w="9525">
                      <a:solidFill>
                        <a:srgbClr val="0A2B3C"/>
                      </a:solidFill>
                      <a:prstDash val="solid"/>
                      <a:round/>
                      <a:headEnd len="sm" w="sm" type="none"/>
                      <a:tailEnd len="sm" w="sm" type="none"/>
                    </a:lnB>
                    <a:solidFill>
                      <a:srgbClr val="DBEFF9"/>
                    </a:solidFill>
                  </a:tcPr>
                </a:tc>
                <a:tc>
                  <a:txBody>
                    <a:bodyPr/>
                    <a:lstStyle/>
                    <a:p>
                      <a:pPr indent="0" lvl="0" marL="0" rtl="0" algn="ctr">
                        <a:lnSpc>
                          <a:spcPct val="115000"/>
                        </a:lnSpc>
                        <a:spcBef>
                          <a:spcPts val="0"/>
                        </a:spcBef>
                        <a:spcAft>
                          <a:spcPts val="0"/>
                        </a:spcAft>
                        <a:buNone/>
                      </a:pPr>
                      <a:r>
                        <a:rPr lang="en" sz="1000">
                          <a:solidFill>
                            <a:srgbClr val="000000"/>
                          </a:solidFill>
                        </a:rPr>
                        <a:t>3</a:t>
                      </a:r>
                      <a:endParaRPr sz="1000">
                        <a:solidFill>
                          <a:srgbClr val="000000"/>
                        </a:solidFill>
                      </a:endParaRPr>
                    </a:p>
                  </a:txBody>
                  <a:tcPr marT="91425" marB="91425" marR="28575" marL="28575" anchor="ctr">
                    <a:lnL cap="flat" cmpd="sng" w="9525">
                      <a:solidFill>
                        <a:srgbClr val="0A2B3C"/>
                      </a:solidFill>
                      <a:prstDash val="solid"/>
                      <a:round/>
                      <a:headEnd len="sm" w="sm" type="none"/>
                      <a:tailEnd len="sm" w="sm" type="none"/>
                    </a:lnL>
                    <a:lnR cap="flat" cmpd="sng" w="9525">
                      <a:solidFill>
                        <a:srgbClr val="0A2B3C"/>
                      </a:solidFill>
                      <a:prstDash val="solid"/>
                      <a:round/>
                      <a:headEnd len="sm" w="sm" type="none"/>
                      <a:tailEnd len="sm" w="sm" type="none"/>
                    </a:lnR>
                    <a:lnT cap="flat" cmpd="sng" w="9525">
                      <a:solidFill>
                        <a:srgbClr val="0A2B3C"/>
                      </a:solidFill>
                      <a:prstDash val="solid"/>
                      <a:round/>
                      <a:headEnd len="sm" w="sm" type="none"/>
                      <a:tailEnd len="sm" w="sm" type="none"/>
                    </a:lnT>
                    <a:lnB cap="flat" cmpd="sng" w="9525">
                      <a:solidFill>
                        <a:srgbClr val="0A2B3C"/>
                      </a:solidFill>
                      <a:prstDash val="solid"/>
                      <a:round/>
                      <a:headEnd len="sm" w="sm" type="none"/>
                      <a:tailEnd len="sm" w="sm" type="none"/>
                    </a:lnB>
                    <a:solidFill>
                      <a:srgbClr val="DBEFF9"/>
                    </a:solidFill>
                  </a:tcPr>
                </a:tc>
              </a:tr>
              <a:tr h="548100">
                <a:tc>
                  <a:txBody>
                    <a:bodyPr/>
                    <a:lstStyle/>
                    <a:p>
                      <a:pPr indent="0" lvl="0" marL="0" rtl="0" algn="ctr">
                        <a:lnSpc>
                          <a:spcPct val="115000"/>
                        </a:lnSpc>
                        <a:spcBef>
                          <a:spcPts val="0"/>
                        </a:spcBef>
                        <a:spcAft>
                          <a:spcPts val="0"/>
                        </a:spcAft>
                        <a:buNone/>
                      </a:pPr>
                      <a:r>
                        <a:rPr lang="en" sz="1000">
                          <a:solidFill>
                            <a:srgbClr val="000000"/>
                          </a:solidFill>
                        </a:rPr>
                        <a:t>Safety &amp; Fault Tolerance</a:t>
                      </a:r>
                      <a:endParaRPr sz="1000">
                        <a:solidFill>
                          <a:srgbClr val="000000"/>
                        </a:solidFill>
                      </a:endParaRPr>
                    </a:p>
                  </a:txBody>
                  <a:tcPr marT="19050" marB="19050" marR="76200" marL="76200" anchor="ctr">
                    <a:lnL cap="flat" cmpd="sng" w="9525">
                      <a:solidFill>
                        <a:srgbClr val="0A2B3C"/>
                      </a:solidFill>
                      <a:prstDash val="solid"/>
                      <a:round/>
                      <a:headEnd len="sm" w="sm" type="none"/>
                      <a:tailEnd len="sm" w="sm" type="none"/>
                    </a:lnL>
                    <a:lnR cap="flat" cmpd="sng" w="9525">
                      <a:solidFill>
                        <a:srgbClr val="0A2B3C"/>
                      </a:solidFill>
                      <a:prstDash val="solid"/>
                      <a:round/>
                      <a:headEnd len="sm" w="sm" type="none"/>
                      <a:tailEnd len="sm" w="sm" type="none"/>
                    </a:lnR>
                    <a:lnT cap="flat" cmpd="sng" w="9525">
                      <a:solidFill>
                        <a:srgbClr val="0A2B3C"/>
                      </a:solidFill>
                      <a:prstDash val="solid"/>
                      <a:round/>
                      <a:headEnd len="sm" w="sm" type="none"/>
                      <a:tailEnd len="sm" w="sm" type="none"/>
                    </a:lnT>
                    <a:lnB cap="flat" cmpd="sng" w="9525">
                      <a:solidFill>
                        <a:srgbClr val="0A2B3C"/>
                      </a:solidFill>
                      <a:prstDash val="solid"/>
                      <a:round/>
                      <a:headEnd len="sm" w="sm" type="none"/>
                      <a:tailEnd len="sm" w="sm" type="none"/>
                    </a:lnB>
                    <a:solidFill>
                      <a:srgbClr val="DBEFF9"/>
                    </a:solidFill>
                  </a:tcPr>
                </a:tc>
                <a:tc>
                  <a:txBody>
                    <a:bodyPr/>
                    <a:lstStyle/>
                    <a:p>
                      <a:pPr indent="0" lvl="0" marL="0" rtl="0" algn="ctr">
                        <a:lnSpc>
                          <a:spcPct val="115000"/>
                        </a:lnSpc>
                        <a:spcBef>
                          <a:spcPts val="0"/>
                        </a:spcBef>
                        <a:spcAft>
                          <a:spcPts val="0"/>
                        </a:spcAft>
                        <a:buNone/>
                      </a:pPr>
                      <a:r>
                        <a:rPr lang="en" sz="1000"/>
                        <a:t>Ensures system protection from faults and protects divers and electronics.</a:t>
                      </a:r>
                      <a:endParaRPr sz="1000"/>
                    </a:p>
                  </a:txBody>
                  <a:tcPr marT="19050" marB="19050" marR="76200" marL="76200" anchor="ctr">
                    <a:lnL cap="flat" cmpd="sng" w="9525">
                      <a:solidFill>
                        <a:srgbClr val="0A2B3C"/>
                      </a:solidFill>
                      <a:prstDash val="solid"/>
                      <a:round/>
                      <a:headEnd len="sm" w="sm" type="none"/>
                      <a:tailEnd len="sm" w="sm" type="none"/>
                    </a:lnL>
                    <a:lnR cap="flat" cmpd="sng" w="9525">
                      <a:solidFill>
                        <a:srgbClr val="0A2B3C"/>
                      </a:solidFill>
                      <a:prstDash val="solid"/>
                      <a:round/>
                      <a:headEnd len="sm" w="sm" type="none"/>
                      <a:tailEnd len="sm" w="sm" type="none"/>
                    </a:lnR>
                    <a:lnT cap="flat" cmpd="sng" w="9525">
                      <a:solidFill>
                        <a:srgbClr val="0A2B3C"/>
                      </a:solidFill>
                      <a:prstDash val="solid"/>
                      <a:round/>
                      <a:headEnd len="sm" w="sm" type="none"/>
                      <a:tailEnd len="sm" w="sm" type="none"/>
                    </a:lnT>
                    <a:lnB cap="flat" cmpd="sng" w="9525">
                      <a:solidFill>
                        <a:srgbClr val="0A2B3C"/>
                      </a:solidFill>
                      <a:prstDash val="solid"/>
                      <a:round/>
                      <a:headEnd len="sm" w="sm" type="none"/>
                      <a:tailEnd len="sm" w="sm" type="none"/>
                    </a:lnB>
                    <a:solidFill>
                      <a:srgbClr val="DBEFF9"/>
                    </a:solidFill>
                  </a:tcPr>
                </a:tc>
                <a:tc vMerge="1"/>
                <a:tc>
                  <a:txBody>
                    <a:bodyPr/>
                    <a:lstStyle/>
                    <a:p>
                      <a:pPr indent="0" lvl="0" marL="0" rtl="0" algn="ctr">
                        <a:lnSpc>
                          <a:spcPct val="115000"/>
                        </a:lnSpc>
                        <a:spcBef>
                          <a:spcPts val="0"/>
                        </a:spcBef>
                        <a:spcAft>
                          <a:spcPts val="0"/>
                        </a:spcAft>
                        <a:buNone/>
                      </a:pPr>
                      <a:r>
                        <a:rPr lang="en" sz="1000">
                          <a:solidFill>
                            <a:srgbClr val="000000"/>
                          </a:solidFill>
                        </a:rPr>
                        <a:t>18%</a:t>
                      </a:r>
                      <a:endParaRPr sz="1000">
                        <a:solidFill>
                          <a:srgbClr val="000000"/>
                        </a:solidFill>
                      </a:endParaRPr>
                    </a:p>
                  </a:txBody>
                  <a:tcPr marT="91425" marB="91425" marR="28575" marL="28575" anchor="ctr">
                    <a:lnL cap="flat" cmpd="sng" w="9525">
                      <a:solidFill>
                        <a:srgbClr val="0A2B3C"/>
                      </a:solidFill>
                      <a:prstDash val="solid"/>
                      <a:round/>
                      <a:headEnd len="sm" w="sm" type="none"/>
                      <a:tailEnd len="sm" w="sm" type="none"/>
                    </a:lnL>
                    <a:lnR cap="flat" cmpd="sng" w="9525">
                      <a:solidFill>
                        <a:srgbClr val="0A2B3C"/>
                      </a:solidFill>
                      <a:prstDash val="solid"/>
                      <a:round/>
                      <a:headEnd len="sm" w="sm" type="none"/>
                      <a:tailEnd len="sm" w="sm" type="none"/>
                    </a:lnR>
                    <a:lnT cap="flat" cmpd="sng" w="9525">
                      <a:solidFill>
                        <a:srgbClr val="0A2B3C"/>
                      </a:solidFill>
                      <a:prstDash val="solid"/>
                      <a:round/>
                      <a:headEnd len="sm" w="sm" type="none"/>
                      <a:tailEnd len="sm" w="sm" type="none"/>
                    </a:lnT>
                    <a:lnB cap="flat" cmpd="sng" w="9525">
                      <a:solidFill>
                        <a:srgbClr val="0A2B3C"/>
                      </a:solidFill>
                      <a:prstDash val="solid"/>
                      <a:round/>
                      <a:headEnd len="sm" w="sm" type="none"/>
                      <a:tailEnd len="sm" w="sm" type="none"/>
                    </a:lnB>
                    <a:solidFill>
                      <a:srgbClr val="DBEFF9"/>
                    </a:solidFill>
                  </a:tcPr>
                </a:tc>
                <a:tc>
                  <a:txBody>
                    <a:bodyPr/>
                    <a:lstStyle/>
                    <a:p>
                      <a:pPr indent="0" lvl="0" marL="0" rtl="0" algn="ctr">
                        <a:lnSpc>
                          <a:spcPct val="115000"/>
                        </a:lnSpc>
                        <a:spcBef>
                          <a:spcPts val="0"/>
                        </a:spcBef>
                        <a:spcAft>
                          <a:spcPts val="0"/>
                        </a:spcAft>
                        <a:buNone/>
                      </a:pPr>
                      <a:r>
                        <a:rPr lang="en" sz="1000">
                          <a:solidFill>
                            <a:srgbClr val="000000"/>
                          </a:solidFill>
                        </a:rPr>
                        <a:t>5</a:t>
                      </a:r>
                      <a:endParaRPr sz="1000">
                        <a:solidFill>
                          <a:srgbClr val="000000"/>
                        </a:solidFill>
                      </a:endParaRPr>
                    </a:p>
                  </a:txBody>
                  <a:tcPr marT="91425" marB="91425" marR="28575" marL="28575" anchor="ctr">
                    <a:lnL cap="flat" cmpd="sng" w="9525">
                      <a:solidFill>
                        <a:srgbClr val="0A2B3C"/>
                      </a:solidFill>
                      <a:prstDash val="solid"/>
                      <a:round/>
                      <a:headEnd len="sm" w="sm" type="none"/>
                      <a:tailEnd len="sm" w="sm" type="none"/>
                    </a:lnL>
                    <a:lnR cap="flat" cmpd="sng" w="9525">
                      <a:solidFill>
                        <a:srgbClr val="0A2B3C"/>
                      </a:solidFill>
                      <a:prstDash val="solid"/>
                      <a:round/>
                      <a:headEnd len="sm" w="sm" type="none"/>
                      <a:tailEnd len="sm" w="sm" type="none"/>
                    </a:lnR>
                    <a:lnT cap="flat" cmpd="sng" w="9525">
                      <a:solidFill>
                        <a:srgbClr val="0A2B3C"/>
                      </a:solidFill>
                      <a:prstDash val="solid"/>
                      <a:round/>
                      <a:headEnd len="sm" w="sm" type="none"/>
                      <a:tailEnd len="sm" w="sm" type="none"/>
                    </a:lnT>
                    <a:lnB cap="flat" cmpd="sng" w="9525">
                      <a:solidFill>
                        <a:srgbClr val="0A2B3C"/>
                      </a:solidFill>
                      <a:prstDash val="solid"/>
                      <a:round/>
                      <a:headEnd len="sm" w="sm" type="none"/>
                      <a:tailEnd len="sm" w="sm" type="none"/>
                    </a:lnB>
                    <a:solidFill>
                      <a:srgbClr val="DBEFF9"/>
                    </a:solidFill>
                  </a:tcPr>
                </a:tc>
                <a:tc>
                  <a:txBody>
                    <a:bodyPr/>
                    <a:lstStyle/>
                    <a:p>
                      <a:pPr indent="0" lvl="0" marL="0" rtl="0" algn="ctr">
                        <a:lnSpc>
                          <a:spcPct val="115000"/>
                        </a:lnSpc>
                        <a:spcBef>
                          <a:spcPts val="0"/>
                        </a:spcBef>
                        <a:spcAft>
                          <a:spcPts val="0"/>
                        </a:spcAft>
                        <a:buNone/>
                      </a:pPr>
                      <a:r>
                        <a:rPr lang="en" sz="1000">
                          <a:solidFill>
                            <a:srgbClr val="000000"/>
                          </a:solidFill>
                        </a:rPr>
                        <a:t>4</a:t>
                      </a:r>
                      <a:endParaRPr sz="1000">
                        <a:solidFill>
                          <a:srgbClr val="000000"/>
                        </a:solidFill>
                      </a:endParaRPr>
                    </a:p>
                  </a:txBody>
                  <a:tcPr marT="91425" marB="91425" marR="28575" marL="28575" anchor="ctr">
                    <a:lnL cap="flat" cmpd="sng" w="9525">
                      <a:solidFill>
                        <a:srgbClr val="0A2B3C"/>
                      </a:solidFill>
                      <a:prstDash val="solid"/>
                      <a:round/>
                      <a:headEnd len="sm" w="sm" type="none"/>
                      <a:tailEnd len="sm" w="sm" type="none"/>
                    </a:lnL>
                    <a:lnR cap="flat" cmpd="sng" w="9525">
                      <a:solidFill>
                        <a:srgbClr val="0A2B3C"/>
                      </a:solidFill>
                      <a:prstDash val="solid"/>
                      <a:round/>
                      <a:headEnd len="sm" w="sm" type="none"/>
                      <a:tailEnd len="sm" w="sm" type="none"/>
                    </a:lnR>
                    <a:lnT cap="flat" cmpd="sng" w="9525">
                      <a:solidFill>
                        <a:srgbClr val="0A2B3C"/>
                      </a:solidFill>
                      <a:prstDash val="solid"/>
                      <a:round/>
                      <a:headEnd len="sm" w="sm" type="none"/>
                      <a:tailEnd len="sm" w="sm" type="none"/>
                    </a:lnT>
                    <a:lnB cap="flat" cmpd="sng" w="9525">
                      <a:solidFill>
                        <a:srgbClr val="0A2B3C"/>
                      </a:solidFill>
                      <a:prstDash val="solid"/>
                      <a:round/>
                      <a:headEnd len="sm" w="sm" type="none"/>
                      <a:tailEnd len="sm" w="sm" type="none"/>
                    </a:lnB>
                    <a:solidFill>
                      <a:srgbClr val="DBEFF9"/>
                    </a:solidFill>
                  </a:tcPr>
                </a:tc>
                <a:tc>
                  <a:txBody>
                    <a:bodyPr/>
                    <a:lstStyle/>
                    <a:p>
                      <a:pPr indent="0" lvl="0" marL="0" rtl="0" algn="ctr">
                        <a:lnSpc>
                          <a:spcPct val="115000"/>
                        </a:lnSpc>
                        <a:spcBef>
                          <a:spcPts val="0"/>
                        </a:spcBef>
                        <a:spcAft>
                          <a:spcPts val="0"/>
                        </a:spcAft>
                        <a:buNone/>
                      </a:pPr>
                      <a:r>
                        <a:rPr lang="en" sz="1000">
                          <a:solidFill>
                            <a:srgbClr val="000000"/>
                          </a:solidFill>
                        </a:rPr>
                        <a:t>3</a:t>
                      </a:r>
                      <a:endParaRPr sz="1000">
                        <a:solidFill>
                          <a:srgbClr val="000000"/>
                        </a:solidFill>
                      </a:endParaRPr>
                    </a:p>
                  </a:txBody>
                  <a:tcPr marT="91425" marB="91425" marR="28575" marL="28575" anchor="ctr">
                    <a:lnL cap="flat" cmpd="sng" w="9525">
                      <a:solidFill>
                        <a:srgbClr val="0A2B3C"/>
                      </a:solidFill>
                      <a:prstDash val="solid"/>
                      <a:round/>
                      <a:headEnd len="sm" w="sm" type="none"/>
                      <a:tailEnd len="sm" w="sm" type="none"/>
                    </a:lnL>
                    <a:lnR cap="flat" cmpd="sng" w="9525">
                      <a:solidFill>
                        <a:srgbClr val="0A2B3C"/>
                      </a:solidFill>
                      <a:prstDash val="solid"/>
                      <a:round/>
                      <a:headEnd len="sm" w="sm" type="none"/>
                      <a:tailEnd len="sm" w="sm" type="none"/>
                    </a:lnR>
                    <a:lnT cap="flat" cmpd="sng" w="9525">
                      <a:solidFill>
                        <a:srgbClr val="0A2B3C"/>
                      </a:solidFill>
                      <a:prstDash val="solid"/>
                      <a:round/>
                      <a:headEnd len="sm" w="sm" type="none"/>
                      <a:tailEnd len="sm" w="sm" type="none"/>
                    </a:lnT>
                    <a:lnB cap="flat" cmpd="sng" w="9525">
                      <a:solidFill>
                        <a:srgbClr val="0A2B3C"/>
                      </a:solidFill>
                      <a:prstDash val="solid"/>
                      <a:round/>
                      <a:headEnd len="sm" w="sm" type="none"/>
                      <a:tailEnd len="sm" w="sm" type="none"/>
                    </a:lnB>
                    <a:solidFill>
                      <a:srgbClr val="DBEFF9"/>
                    </a:solidFill>
                  </a:tcPr>
                </a:tc>
              </a:tr>
              <a:tr h="378000">
                <a:tc>
                  <a:txBody>
                    <a:bodyPr/>
                    <a:lstStyle/>
                    <a:p>
                      <a:pPr indent="0" lvl="0" marL="0" rtl="0" algn="ctr">
                        <a:lnSpc>
                          <a:spcPct val="115000"/>
                        </a:lnSpc>
                        <a:spcBef>
                          <a:spcPts val="0"/>
                        </a:spcBef>
                        <a:spcAft>
                          <a:spcPts val="0"/>
                        </a:spcAft>
                        <a:buNone/>
                      </a:pPr>
                      <a:r>
                        <a:rPr lang="en" sz="1000">
                          <a:solidFill>
                            <a:srgbClr val="000000"/>
                          </a:solidFill>
                        </a:rPr>
                        <a:t>Modularity / Scalability</a:t>
                      </a:r>
                      <a:endParaRPr sz="1000">
                        <a:solidFill>
                          <a:srgbClr val="000000"/>
                        </a:solidFill>
                      </a:endParaRPr>
                    </a:p>
                  </a:txBody>
                  <a:tcPr marT="19050" marB="19050" marR="76200" marL="76200" anchor="ctr">
                    <a:lnL cap="flat" cmpd="sng" w="9525">
                      <a:solidFill>
                        <a:srgbClr val="0A2B3C"/>
                      </a:solidFill>
                      <a:prstDash val="solid"/>
                      <a:round/>
                      <a:headEnd len="sm" w="sm" type="none"/>
                      <a:tailEnd len="sm" w="sm" type="none"/>
                    </a:lnL>
                    <a:lnR cap="flat" cmpd="sng" w="9525">
                      <a:solidFill>
                        <a:srgbClr val="0A2B3C"/>
                      </a:solidFill>
                      <a:prstDash val="solid"/>
                      <a:round/>
                      <a:headEnd len="sm" w="sm" type="none"/>
                      <a:tailEnd len="sm" w="sm" type="none"/>
                    </a:lnR>
                    <a:lnT cap="flat" cmpd="sng" w="9525">
                      <a:solidFill>
                        <a:srgbClr val="0A2B3C"/>
                      </a:solidFill>
                      <a:prstDash val="solid"/>
                      <a:round/>
                      <a:headEnd len="sm" w="sm" type="none"/>
                      <a:tailEnd len="sm" w="sm" type="none"/>
                    </a:lnT>
                    <a:lnB cap="flat" cmpd="sng" w="9525">
                      <a:solidFill>
                        <a:srgbClr val="0A2B3C"/>
                      </a:solidFill>
                      <a:prstDash val="solid"/>
                      <a:round/>
                      <a:headEnd len="sm" w="sm" type="none"/>
                      <a:tailEnd len="sm" w="sm" type="none"/>
                    </a:lnB>
                    <a:solidFill>
                      <a:srgbClr val="DBEFF9"/>
                    </a:solidFill>
                  </a:tcPr>
                </a:tc>
                <a:tc>
                  <a:txBody>
                    <a:bodyPr/>
                    <a:lstStyle/>
                    <a:p>
                      <a:pPr indent="0" lvl="0" marL="0" rtl="0" algn="ctr">
                        <a:lnSpc>
                          <a:spcPct val="115000"/>
                        </a:lnSpc>
                        <a:spcBef>
                          <a:spcPts val="0"/>
                        </a:spcBef>
                        <a:spcAft>
                          <a:spcPts val="0"/>
                        </a:spcAft>
                        <a:buNone/>
                      </a:pPr>
                      <a:r>
                        <a:rPr lang="en" sz="1000"/>
                        <a:t>Allows expansion, subsystem replacement, or upgrades easily.</a:t>
                      </a:r>
                      <a:endParaRPr sz="1000"/>
                    </a:p>
                  </a:txBody>
                  <a:tcPr marT="19050" marB="19050" marR="76200" marL="76200" anchor="ctr">
                    <a:lnL cap="flat" cmpd="sng" w="9525">
                      <a:solidFill>
                        <a:srgbClr val="0A2B3C"/>
                      </a:solidFill>
                      <a:prstDash val="solid"/>
                      <a:round/>
                      <a:headEnd len="sm" w="sm" type="none"/>
                      <a:tailEnd len="sm" w="sm" type="none"/>
                    </a:lnL>
                    <a:lnR cap="flat" cmpd="sng" w="9525">
                      <a:solidFill>
                        <a:srgbClr val="0A2B3C"/>
                      </a:solidFill>
                      <a:prstDash val="solid"/>
                      <a:round/>
                      <a:headEnd len="sm" w="sm" type="none"/>
                      <a:tailEnd len="sm" w="sm" type="none"/>
                    </a:lnR>
                    <a:lnT cap="flat" cmpd="sng" w="9525">
                      <a:solidFill>
                        <a:srgbClr val="0A2B3C"/>
                      </a:solidFill>
                      <a:prstDash val="solid"/>
                      <a:round/>
                      <a:headEnd len="sm" w="sm" type="none"/>
                      <a:tailEnd len="sm" w="sm" type="none"/>
                    </a:lnT>
                    <a:lnB cap="flat" cmpd="sng" w="9525">
                      <a:solidFill>
                        <a:srgbClr val="0A2B3C"/>
                      </a:solidFill>
                      <a:prstDash val="solid"/>
                      <a:round/>
                      <a:headEnd len="sm" w="sm" type="none"/>
                      <a:tailEnd len="sm" w="sm" type="none"/>
                    </a:lnB>
                    <a:solidFill>
                      <a:srgbClr val="DBEFF9"/>
                    </a:solidFill>
                  </a:tcPr>
                </a:tc>
                <a:tc vMerge="1"/>
                <a:tc>
                  <a:txBody>
                    <a:bodyPr/>
                    <a:lstStyle/>
                    <a:p>
                      <a:pPr indent="0" lvl="0" marL="0" rtl="0" algn="ctr">
                        <a:lnSpc>
                          <a:spcPct val="115000"/>
                        </a:lnSpc>
                        <a:spcBef>
                          <a:spcPts val="0"/>
                        </a:spcBef>
                        <a:spcAft>
                          <a:spcPts val="0"/>
                        </a:spcAft>
                        <a:buNone/>
                      </a:pPr>
                      <a:r>
                        <a:rPr lang="en" sz="1000">
                          <a:solidFill>
                            <a:srgbClr val="000000"/>
                          </a:solidFill>
                        </a:rPr>
                        <a:t>14%</a:t>
                      </a:r>
                      <a:endParaRPr sz="1000">
                        <a:solidFill>
                          <a:srgbClr val="000000"/>
                        </a:solidFill>
                      </a:endParaRPr>
                    </a:p>
                  </a:txBody>
                  <a:tcPr marT="91425" marB="91425" marR="28575" marL="28575" anchor="ctr">
                    <a:lnL cap="flat" cmpd="sng" w="9525">
                      <a:solidFill>
                        <a:srgbClr val="0A2B3C"/>
                      </a:solidFill>
                      <a:prstDash val="solid"/>
                      <a:round/>
                      <a:headEnd len="sm" w="sm" type="none"/>
                      <a:tailEnd len="sm" w="sm" type="none"/>
                    </a:lnL>
                    <a:lnR cap="flat" cmpd="sng" w="9525">
                      <a:solidFill>
                        <a:srgbClr val="0A2B3C"/>
                      </a:solidFill>
                      <a:prstDash val="solid"/>
                      <a:round/>
                      <a:headEnd len="sm" w="sm" type="none"/>
                      <a:tailEnd len="sm" w="sm" type="none"/>
                    </a:lnR>
                    <a:lnT cap="flat" cmpd="sng" w="9525">
                      <a:solidFill>
                        <a:srgbClr val="0A2B3C"/>
                      </a:solidFill>
                      <a:prstDash val="solid"/>
                      <a:round/>
                      <a:headEnd len="sm" w="sm" type="none"/>
                      <a:tailEnd len="sm" w="sm" type="none"/>
                    </a:lnT>
                    <a:lnB cap="flat" cmpd="sng" w="9525">
                      <a:solidFill>
                        <a:srgbClr val="0A2B3C"/>
                      </a:solidFill>
                      <a:prstDash val="solid"/>
                      <a:round/>
                      <a:headEnd len="sm" w="sm" type="none"/>
                      <a:tailEnd len="sm" w="sm" type="none"/>
                    </a:lnB>
                    <a:solidFill>
                      <a:srgbClr val="DBEFF9"/>
                    </a:solidFill>
                  </a:tcPr>
                </a:tc>
                <a:tc>
                  <a:txBody>
                    <a:bodyPr/>
                    <a:lstStyle/>
                    <a:p>
                      <a:pPr indent="0" lvl="0" marL="0" rtl="0" algn="ctr">
                        <a:lnSpc>
                          <a:spcPct val="115000"/>
                        </a:lnSpc>
                        <a:spcBef>
                          <a:spcPts val="0"/>
                        </a:spcBef>
                        <a:spcAft>
                          <a:spcPts val="0"/>
                        </a:spcAft>
                        <a:buNone/>
                      </a:pPr>
                      <a:r>
                        <a:rPr lang="en" sz="1000">
                          <a:solidFill>
                            <a:srgbClr val="000000"/>
                          </a:solidFill>
                        </a:rPr>
                        <a:t>5</a:t>
                      </a:r>
                      <a:endParaRPr sz="1000">
                        <a:solidFill>
                          <a:srgbClr val="000000"/>
                        </a:solidFill>
                      </a:endParaRPr>
                    </a:p>
                  </a:txBody>
                  <a:tcPr marT="91425" marB="91425" marR="28575" marL="28575" anchor="ctr">
                    <a:lnL cap="flat" cmpd="sng" w="9525">
                      <a:solidFill>
                        <a:srgbClr val="0A2B3C"/>
                      </a:solidFill>
                      <a:prstDash val="solid"/>
                      <a:round/>
                      <a:headEnd len="sm" w="sm" type="none"/>
                      <a:tailEnd len="sm" w="sm" type="none"/>
                    </a:lnL>
                    <a:lnR cap="flat" cmpd="sng" w="9525">
                      <a:solidFill>
                        <a:srgbClr val="0A2B3C"/>
                      </a:solidFill>
                      <a:prstDash val="solid"/>
                      <a:round/>
                      <a:headEnd len="sm" w="sm" type="none"/>
                      <a:tailEnd len="sm" w="sm" type="none"/>
                    </a:lnR>
                    <a:lnT cap="flat" cmpd="sng" w="9525">
                      <a:solidFill>
                        <a:srgbClr val="0A2B3C"/>
                      </a:solidFill>
                      <a:prstDash val="solid"/>
                      <a:round/>
                      <a:headEnd len="sm" w="sm" type="none"/>
                      <a:tailEnd len="sm" w="sm" type="none"/>
                    </a:lnT>
                    <a:lnB cap="flat" cmpd="sng" w="9525">
                      <a:solidFill>
                        <a:srgbClr val="0A2B3C"/>
                      </a:solidFill>
                      <a:prstDash val="solid"/>
                      <a:round/>
                      <a:headEnd len="sm" w="sm" type="none"/>
                      <a:tailEnd len="sm" w="sm" type="none"/>
                    </a:lnB>
                    <a:solidFill>
                      <a:srgbClr val="DBEFF9"/>
                    </a:solidFill>
                  </a:tcPr>
                </a:tc>
                <a:tc>
                  <a:txBody>
                    <a:bodyPr/>
                    <a:lstStyle/>
                    <a:p>
                      <a:pPr indent="0" lvl="0" marL="0" rtl="0" algn="ctr">
                        <a:lnSpc>
                          <a:spcPct val="115000"/>
                        </a:lnSpc>
                        <a:spcBef>
                          <a:spcPts val="0"/>
                        </a:spcBef>
                        <a:spcAft>
                          <a:spcPts val="0"/>
                        </a:spcAft>
                        <a:buNone/>
                      </a:pPr>
                      <a:r>
                        <a:rPr lang="en" sz="1000">
                          <a:solidFill>
                            <a:srgbClr val="000000"/>
                          </a:solidFill>
                        </a:rPr>
                        <a:t>4</a:t>
                      </a:r>
                      <a:endParaRPr sz="1000">
                        <a:solidFill>
                          <a:srgbClr val="000000"/>
                        </a:solidFill>
                      </a:endParaRPr>
                    </a:p>
                  </a:txBody>
                  <a:tcPr marT="91425" marB="91425" marR="28575" marL="28575" anchor="ctr">
                    <a:lnL cap="flat" cmpd="sng" w="9525">
                      <a:solidFill>
                        <a:srgbClr val="0A2B3C"/>
                      </a:solidFill>
                      <a:prstDash val="solid"/>
                      <a:round/>
                      <a:headEnd len="sm" w="sm" type="none"/>
                      <a:tailEnd len="sm" w="sm" type="none"/>
                    </a:lnL>
                    <a:lnR cap="flat" cmpd="sng" w="9525">
                      <a:solidFill>
                        <a:srgbClr val="0A2B3C"/>
                      </a:solidFill>
                      <a:prstDash val="solid"/>
                      <a:round/>
                      <a:headEnd len="sm" w="sm" type="none"/>
                      <a:tailEnd len="sm" w="sm" type="none"/>
                    </a:lnR>
                    <a:lnT cap="flat" cmpd="sng" w="9525">
                      <a:solidFill>
                        <a:srgbClr val="0A2B3C"/>
                      </a:solidFill>
                      <a:prstDash val="solid"/>
                      <a:round/>
                      <a:headEnd len="sm" w="sm" type="none"/>
                      <a:tailEnd len="sm" w="sm" type="none"/>
                    </a:lnT>
                    <a:lnB cap="flat" cmpd="sng" w="9525">
                      <a:solidFill>
                        <a:srgbClr val="0A2B3C"/>
                      </a:solidFill>
                      <a:prstDash val="solid"/>
                      <a:round/>
                      <a:headEnd len="sm" w="sm" type="none"/>
                      <a:tailEnd len="sm" w="sm" type="none"/>
                    </a:lnB>
                    <a:solidFill>
                      <a:srgbClr val="DBEFF9"/>
                    </a:solidFill>
                  </a:tcPr>
                </a:tc>
                <a:tc>
                  <a:txBody>
                    <a:bodyPr/>
                    <a:lstStyle/>
                    <a:p>
                      <a:pPr indent="0" lvl="0" marL="0" rtl="0" algn="ctr">
                        <a:lnSpc>
                          <a:spcPct val="115000"/>
                        </a:lnSpc>
                        <a:spcBef>
                          <a:spcPts val="0"/>
                        </a:spcBef>
                        <a:spcAft>
                          <a:spcPts val="0"/>
                        </a:spcAft>
                        <a:buNone/>
                      </a:pPr>
                      <a:r>
                        <a:rPr lang="en" sz="1000">
                          <a:solidFill>
                            <a:srgbClr val="000000"/>
                          </a:solidFill>
                        </a:rPr>
                        <a:t>2</a:t>
                      </a:r>
                      <a:endParaRPr sz="1000">
                        <a:solidFill>
                          <a:srgbClr val="000000"/>
                        </a:solidFill>
                      </a:endParaRPr>
                    </a:p>
                  </a:txBody>
                  <a:tcPr marT="91425" marB="91425" marR="28575" marL="28575" anchor="ctr">
                    <a:lnL cap="flat" cmpd="sng" w="9525">
                      <a:solidFill>
                        <a:srgbClr val="0A2B3C"/>
                      </a:solidFill>
                      <a:prstDash val="solid"/>
                      <a:round/>
                      <a:headEnd len="sm" w="sm" type="none"/>
                      <a:tailEnd len="sm" w="sm" type="none"/>
                    </a:lnL>
                    <a:lnR cap="flat" cmpd="sng" w="9525">
                      <a:solidFill>
                        <a:srgbClr val="0A2B3C"/>
                      </a:solidFill>
                      <a:prstDash val="solid"/>
                      <a:round/>
                      <a:headEnd len="sm" w="sm" type="none"/>
                      <a:tailEnd len="sm" w="sm" type="none"/>
                    </a:lnR>
                    <a:lnT cap="flat" cmpd="sng" w="9525">
                      <a:solidFill>
                        <a:srgbClr val="0A2B3C"/>
                      </a:solidFill>
                      <a:prstDash val="solid"/>
                      <a:round/>
                      <a:headEnd len="sm" w="sm" type="none"/>
                      <a:tailEnd len="sm" w="sm" type="none"/>
                    </a:lnT>
                    <a:lnB cap="flat" cmpd="sng" w="9525">
                      <a:solidFill>
                        <a:srgbClr val="0A2B3C"/>
                      </a:solidFill>
                      <a:prstDash val="solid"/>
                      <a:round/>
                      <a:headEnd len="sm" w="sm" type="none"/>
                      <a:tailEnd len="sm" w="sm" type="none"/>
                    </a:lnB>
                    <a:solidFill>
                      <a:srgbClr val="DBEFF9"/>
                    </a:solidFill>
                  </a:tcPr>
                </a:tc>
              </a:tr>
              <a:tr h="378000">
                <a:tc>
                  <a:txBody>
                    <a:bodyPr/>
                    <a:lstStyle/>
                    <a:p>
                      <a:pPr indent="0" lvl="0" marL="0" rtl="0" algn="ctr">
                        <a:lnSpc>
                          <a:spcPct val="115000"/>
                        </a:lnSpc>
                        <a:spcBef>
                          <a:spcPts val="0"/>
                        </a:spcBef>
                        <a:spcAft>
                          <a:spcPts val="0"/>
                        </a:spcAft>
                        <a:buNone/>
                      </a:pPr>
                      <a:r>
                        <a:rPr lang="en" sz="1000">
                          <a:solidFill>
                            <a:srgbClr val="000000"/>
                          </a:solidFill>
                        </a:rPr>
                        <a:t>Maintenance / Serviceability</a:t>
                      </a:r>
                      <a:endParaRPr sz="1000">
                        <a:solidFill>
                          <a:srgbClr val="000000"/>
                        </a:solidFill>
                      </a:endParaRPr>
                    </a:p>
                  </a:txBody>
                  <a:tcPr marT="19050" marB="19050" marR="76200" marL="76200" anchor="ctr">
                    <a:lnL cap="flat" cmpd="sng" w="9525">
                      <a:solidFill>
                        <a:srgbClr val="0A2B3C"/>
                      </a:solidFill>
                      <a:prstDash val="solid"/>
                      <a:round/>
                      <a:headEnd len="sm" w="sm" type="none"/>
                      <a:tailEnd len="sm" w="sm" type="none"/>
                    </a:lnL>
                    <a:lnR cap="flat" cmpd="sng" w="9525">
                      <a:solidFill>
                        <a:srgbClr val="0A2B3C"/>
                      </a:solidFill>
                      <a:prstDash val="solid"/>
                      <a:round/>
                      <a:headEnd len="sm" w="sm" type="none"/>
                      <a:tailEnd len="sm" w="sm" type="none"/>
                    </a:lnR>
                    <a:lnT cap="flat" cmpd="sng" w="9525">
                      <a:solidFill>
                        <a:srgbClr val="0A2B3C"/>
                      </a:solidFill>
                      <a:prstDash val="solid"/>
                      <a:round/>
                      <a:headEnd len="sm" w="sm" type="none"/>
                      <a:tailEnd len="sm" w="sm" type="none"/>
                    </a:lnT>
                    <a:lnB cap="flat" cmpd="sng" w="9525">
                      <a:solidFill>
                        <a:srgbClr val="0A2B3C"/>
                      </a:solidFill>
                      <a:prstDash val="solid"/>
                      <a:round/>
                      <a:headEnd len="sm" w="sm" type="none"/>
                      <a:tailEnd len="sm" w="sm" type="none"/>
                    </a:lnB>
                    <a:solidFill>
                      <a:srgbClr val="DBEFF9"/>
                    </a:solidFill>
                  </a:tcPr>
                </a:tc>
                <a:tc>
                  <a:txBody>
                    <a:bodyPr/>
                    <a:lstStyle/>
                    <a:p>
                      <a:pPr indent="0" lvl="0" marL="0" rtl="0" algn="ctr">
                        <a:lnSpc>
                          <a:spcPct val="115000"/>
                        </a:lnSpc>
                        <a:spcBef>
                          <a:spcPts val="0"/>
                        </a:spcBef>
                        <a:spcAft>
                          <a:spcPts val="0"/>
                        </a:spcAft>
                        <a:buNone/>
                      </a:pPr>
                      <a:r>
                        <a:rPr lang="en" sz="1000"/>
                        <a:t>Simplifies troubleshooting and long-term upkeep.</a:t>
                      </a:r>
                      <a:endParaRPr sz="1000"/>
                    </a:p>
                  </a:txBody>
                  <a:tcPr marT="19050" marB="19050" marR="76200" marL="76200" anchor="ctr">
                    <a:lnL cap="flat" cmpd="sng" w="9525">
                      <a:solidFill>
                        <a:srgbClr val="0A2B3C"/>
                      </a:solidFill>
                      <a:prstDash val="solid"/>
                      <a:round/>
                      <a:headEnd len="sm" w="sm" type="none"/>
                      <a:tailEnd len="sm" w="sm" type="none"/>
                    </a:lnL>
                    <a:lnR cap="flat" cmpd="sng" w="9525">
                      <a:solidFill>
                        <a:srgbClr val="0A2B3C"/>
                      </a:solidFill>
                      <a:prstDash val="solid"/>
                      <a:round/>
                      <a:headEnd len="sm" w="sm" type="none"/>
                      <a:tailEnd len="sm" w="sm" type="none"/>
                    </a:lnR>
                    <a:lnT cap="flat" cmpd="sng" w="9525">
                      <a:solidFill>
                        <a:srgbClr val="0A2B3C"/>
                      </a:solidFill>
                      <a:prstDash val="solid"/>
                      <a:round/>
                      <a:headEnd len="sm" w="sm" type="none"/>
                      <a:tailEnd len="sm" w="sm" type="none"/>
                    </a:lnT>
                    <a:lnB cap="flat" cmpd="sng" w="9525">
                      <a:solidFill>
                        <a:srgbClr val="0A2B3C"/>
                      </a:solidFill>
                      <a:prstDash val="solid"/>
                      <a:round/>
                      <a:headEnd len="sm" w="sm" type="none"/>
                      <a:tailEnd len="sm" w="sm" type="none"/>
                    </a:lnB>
                    <a:solidFill>
                      <a:srgbClr val="DBEFF9"/>
                    </a:solidFill>
                  </a:tcPr>
                </a:tc>
                <a:tc vMerge="1"/>
                <a:tc>
                  <a:txBody>
                    <a:bodyPr/>
                    <a:lstStyle/>
                    <a:p>
                      <a:pPr indent="0" lvl="0" marL="0" rtl="0" algn="ctr">
                        <a:lnSpc>
                          <a:spcPct val="115000"/>
                        </a:lnSpc>
                        <a:spcBef>
                          <a:spcPts val="0"/>
                        </a:spcBef>
                        <a:spcAft>
                          <a:spcPts val="0"/>
                        </a:spcAft>
                        <a:buNone/>
                      </a:pPr>
                      <a:r>
                        <a:rPr lang="en" sz="1000">
                          <a:solidFill>
                            <a:srgbClr val="000000"/>
                          </a:solidFill>
                        </a:rPr>
                        <a:t>12%</a:t>
                      </a:r>
                      <a:endParaRPr sz="1000">
                        <a:solidFill>
                          <a:srgbClr val="000000"/>
                        </a:solidFill>
                      </a:endParaRPr>
                    </a:p>
                  </a:txBody>
                  <a:tcPr marT="91425" marB="91425" marR="28575" marL="28575" anchor="ctr">
                    <a:lnL cap="flat" cmpd="sng" w="9525">
                      <a:solidFill>
                        <a:srgbClr val="0A2B3C"/>
                      </a:solidFill>
                      <a:prstDash val="solid"/>
                      <a:round/>
                      <a:headEnd len="sm" w="sm" type="none"/>
                      <a:tailEnd len="sm" w="sm" type="none"/>
                    </a:lnL>
                    <a:lnR cap="flat" cmpd="sng" w="9525">
                      <a:solidFill>
                        <a:srgbClr val="0A2B3C"/>
                      </a:solidFill>
                      <a:prstDash val="solid"/>
                      <a:round/>
                      <a:headEnd len="sm" w="sm" type="none"/>
                      <a:tailEnd len="sm" w="sm" type="none"/>
                    </a:lnR>
                    <a:lnT cap="flat" cmpd="sng" w="9525">
                      <a:solidFill>
                        <a:srgbClr val="0A2B3C"/>
                      </a:solidFill>
                      <a:prstDash val="solid"/>
                      <a:round/>
                      <a:headEnd len="sm" w="sm" type="none"/>
                      <a:tailEnd len="sm" w="sm" type="none"/>
                    </a:lnT>
                    <a:lnB cap="flat" cmpd="sng" w="9525">
                      <a:solidFill>
                        <a:srgbClr val="0A2B3C"/>
                      </a:solidFill>
                      <a:prstDash val="solid"/>
                      <a:round/>
                      <a:headEnd len="sm" w="sm" type="none"/>
                      <a:tailEnd len="sm" w="sm" type="none"/>
                    </a:lnB>
                    <a:solidFill>
                      <a:srgbClr val="DBEFF9"/>
                    </a:solidFill>
                  </a:tcPr>
                </a:tc>
                <a:tc>
                  <a:txBody>
                    <a:bodyPr/>
                    <a:lstStyle/>
                    <a:p>
                      <a:pPr indent="0" lvl="0" marL="0" rtl="0" algn="ctr">
                        <a:lnSpc>
                          <a:spcPct val="115000"/>
                        </a:lnSpc>
                        <a:spcBef>
                          <a:spcPts val="0"/>
                        </a:spcBef>
                        <a:spcAft>
                          <a:spcPts val="0"/>
                        </a:spcAft>
                        <a:buNone/>
                      </a:pPr>
                      <a:r>
                        <a:rPr lang="en" sz="1000">
                          <a:solidFill>
                            <a:srgbClr val="000000"/>
                          </a:solidFill>
                        </a:rPr>
                        <a:t>3</a:t>
                      </a:r>
                      <a:endParaRPr sz="1000">
                        <a:solidFill>
                          <a:srgbClr val="000000"/>
                        </a:solidFill>
                      </a:endParaRPr>
                    </a:p>
                  </a:txBody>
                  <a:tcPr marT="91425" marB="91425" marR="28575" marL="28575" anchor="ctr">
                    <a:lnL cap="flat" cmpd="sng" w="9525">
                      <a:solidFill>
                        <a:srgbClr val="0A2B3C"/>
                      </a:solidFill>
                      <a:prstDash val="solid"/>
                      <a:round/>
                      <a:headEnd len="sm" w="sm" type="none"/>
                      <a:tailEnd len="sm" w="sm" type="none"/>
                    </a:lnL>
                    <a:lnR cap="flat" cmpd="sng" w="9525">
                      <a:solidFill>
                        <a:srgbClr val="0A2B3C"/>
                      </a:solidFill>
                      <a:prstDash val="solid"/>
                      <a:round/>
                      <a:headEnd len="sm" w="sm" type="none"/>
                      <a:tailEnd len="sm" w="sm" type="none"/>
                    </a:lnR>
                    <a:lnT cap="flat" cmpd="sng" w="9525">
                      <a:solidFill>
                        <a:srgbClr val="0A2B3C"/>
                      </a:solidFill>
                      <a:prstDash val="solid"/>
                      <a:round/>
                      <a:headEnd len="sm" w="sm" type="none"/>
                      <a:tailEnd len="sm" w="sm" type="none"/>
                    </a:lnT>
                    <a:lnB cap="flat" cmpd="sng" w="9525">
                      <a:solidFill>
                        <a:srgbClr val="0A2B3C"/>
                      </a:solidFill>
                      <a:prstDash val="solid"/>
                      <a:round/>
                      <a:headEnd len="sm" w="sm" type="none"/>
                      <a:tailEnd len="sm" w="sm" type="none"/>
                    </a:lnB>
                    <a:solidFill>
                      <a:srgbClr val="DBEFF9"/>
                    </a:solidFill>
                  </a:tcPr>
                </a:tc>
                <a:tc>
                  <a:txBody>
                    <a:bodyPr/>
                    <a:lstStyle/>
                    <a:p>
                      <a:pPr indent="0" lvl="0" marL="0" rtl="0" algn="ctr">
                        <a:lnSpc>
                          <a:spcPct val="115000"/>
                        </a:lnSpc>
                        <a:spcBef>
                          <a:spcPts val="0"/>
                        </a:spcBef>
                        <a:spcAft>
                          <a:spcPts val="0"/>
                        </a:spcAft>
                        <a:buNone/>
                      </a:pPr>
                      <a:r>
                        <a:rPr lang="en" sz="1000">
                          <a:solidFill>
                            <a:srgbClr val="000000"/>
                          </a:solidFill>
                        </a:rPr>
                        <a:t>3</a:t>
                      </a:r>
                      <a:endParaRPr sz="1000">
                        <a:solidFill>
                          <a:srgbClr val="000000"/>
                        </a:solidFill>
                      </a:endParaRPr>
                    </a:p>
                  </a:txBody>
                  <a:tcPr marT="91425" marB="91425" marR="28575" marL="28575" anchor="ctr">
                    <a:lnL cap="flat" cmpd="sng" w="9525">
                      <a:solidFill>
                        <a:srgbClr val="0A2B3C"/>
                      </a:solidFill>
                      <a:prstDash val="solid"/>
                      <a:round/>
                      <a:headEnd len="sm" w="sm" type="none"/>
                      <a:tailEnd len="sm" w="sm" type="none"/>
                    </a:lnL>
                    <a:lnR cap="flat" cmpd="sng" w="9525">
                      <a:solidFill>
                        <a:srgbClr val="0A2B3C"/>
                      </a:solidFill>
                      <a:prstDash val="solid"/>
                      <a:round/>
                      <a:headEnd len="sm" w="sm" type="none"/>
                      <a:tailEnd len="sm" w="sm" type="none"/>
                    </a:lnR>
                    <a:lnT cap="flat" cmpd="sng" w="9525">
                      <a:solidFill>
                        <a:srgbClr val="0A2B3C"/>
                      </a:solidFill>
                      <a:prstDash val="solid"/>
                      <a:round/>
                      <a:headEnd len="sm" w="sm" type="none"/>
                      <a:tailEnd len="sm" w="sm" type="none"/>
                    </a:lnT>
                    <a:lnB cap="flat" cmpd="sng" w="9525">
                      <a:solidFill>
                        <a:srgbClr val="0A2B3C"/>
                      </a:solidFill>
                      <a:prstDash val="solid"/>
                      <a:round/>
                      <a:headEnd len="sm" w="sm" type="none"/>
                      <a:tailEnd len="sm" w="sm" type="none"/>
                    </a:lnB>
                    <a:solidFill>
                      <a:srgbClr val="DBEFF9"/>
                    </a:solidFill>
                  </a:tcPr>
                </a:tc>
                <a:tc>
                  <a:txBody>
                    <a:bodyPr/>
                    <a:lstStyle/>
                    <a:p>
                      <a:pPr indent="0" lvl="0" marL="0" rtl="0" algn="ctr">
                        <a:lnSpc>
                          <a:spcPct val="115000"/>
                        </a:lnSpc>
                        <a:spcBef>
                          <a:spcPts val="0"/>
                        </a:spcBef>
                        <a:spcAft>
                          <a:spcPts val="0"/>
                        </a:spcAft>
                        <a:buNone/>
                      </a:pPr>
                      <a:r>
                        <a:rPr lang="en" sz="1000">
                          <a:solidFill>
                            <a:srgbClr val="000000"/>
                          </a:solidFill>
                        </a:rPr>
                        <a:t>4</a:t>
                      </a:r>
                      <a:endParaRPr sz="1000">
                        <a:solidFill>
                          <a:srgbClr val="000000"/>
                        </a:solidFill>
                      </a:endParaRPr>
                    </a:p>
                  </a:txBody>
                  <a:tcPr marT="91425" marB="91425" marR="28575" marL="28575" anchor="ctr">
                    <a:lnL cap="flat" cmpd="sng" w="9525">
                      <a:solidFill>
                        <a:srgbClr val="0A2B3C"/>
                      </a:solidFill>
                      <a:prstDash val="solid"/>
                      <a:round/>
                      <a:headEnd len="sm" w="sm" type="none"/>
                      <a:tailEnd len="sm" w="sm" type="none"/>
                    </a:lnL>
                    <a:lnR cap="flat" cmpd="sng" w="9525">
                      <a:solidFill>
                        <a:srgbClr val="0A2B3C"/>
                      </a:solidFill>
                      <a:prstDash val="solid"/>
                      <a:round/>
                      <a:headEnd len="sm" w="sm" type="none"/>
                      <a:tailEnd len="sm" w="sm" type="none"/>
                    </a:lnR>
                    <a:lnT cap="flat" cmpd="sng" w="9525">
                      <a:solidFill>
                        <a:srgbClr val="0A2B3C"/>
                      </a:solidFill>
                      <a:prstDash val="solid"/>
                      <a:round/>
                      <a:headEnd len="sm" w="sm" type="none"/>
                      <a:tailEnd len="sm" w="sm" type="none"/>
                    </a:lnT>
                    <a:lnB cap="flat" cmpd="sng" w="9525">
                      <a:solidFill>
                        <a:srgbClr val="0A2B3C"/>
                      </a:solidFill>
                      <a:prstDash val="solid"/>
                      <a:round/>
                      <a:headEnd len="sm" w="sm" type="none"/>
                      <a:tailEnd len="sm" w="sm" type="none"/>
                    </a:lnB>
                    <a:solidFill>
                      <a:srgbClr val="DBEFF9"/>
                    </a:solidFill>
                  </a:tcPr>
                </a:tc>
              </a:tr>
              <a:tr h="378000">
                <a:tc>
                  <a:txBody>
                    <a:bodyPr/>
                    <a:lstStyle/>
                    <a:p>
                      <a:pPr indent="0" lvl="0" marL="0" rtl="0" algn="ctr">
                        <a:lnSpc>
                          <a:spcPct val="115000"/>
                        </a:lnSpc>
                        <a:spcBef>
                          <a:spcPts val="0"/>
                        </a:spcBef>
                        <a:spcAft>
                          <a:spcPts val="0"/>
                        </a:spcAft>
                        <a:buNone/>
                      </a:pPr>
                      <a:r>
                        <a:rPr lang="en" sz="1000">
                          <a:solidFill>
                            <a:srgbClr val="000000"/>
                          </a:solidFill>
                        </a:rPr>
                        <a:t>Weight &amp; Space Efficiency</a:t>
                      </a:r>
                      <a:endParaRPr sz="1000">
                        <a:solidFill>
                          <a:srgbClr val="000000"/>
                        </a:solidFill>
                      </a:endParaRPr>
                    </a:p>
                  </a:txBody>
                  <a:tcPr marT="19050" marB="19050" marR="76200" marL="76200" anchor="ctr">
                    <a:lnL cap="flat" cmpd="sng" w="9525">
                      <a:solidFill>
                        <a:srgbClr val="0A2B3C"/>
                      </a:solidFill>
                      <a:prstDash val="solid"/>
                      <a:round/>
                      <a:headEnd len="sm" w="sm" type="none"/>
                      <a:tailEnd len="sm" w="sm" type="none"/>
                    </a:lnL>
                    <a:lnR cap="flat" cmpd="sng" w="9525">
                      <a:solidFill>
                        <a:srgbClr val="0A2B3C"/>
                      </a:solidFill>
                      <a:prstDash val="solid"/>
                      <a:round/>
                      <a:headEnd len="sm" w="sm" type="none"/>
                      <a:tailEnd len="sm" w="sm" type="none"/>
                    </a:lnR>
                    <a:lnT cap="flat" cmpd="sng" w="9525">
                      <a:solidFill>
                        <a:srgbClr val="0A2B3C"/>
                      </a:solidFill>
                      <a:prstDash val="solid"/>
                      <a:round/>
                      <a:headEnd len="sm" w="sm" type="none"/>
                      <a:tailEnd len="sm" w="sm" type="none"/>
                    </a:lnT>
                    <a:lnB cap="flat" cmpd="sng" w="9525">
                      <a:solidFill>
                        <a:srgbClr val="0A2B3C"/>
                      </a:solidFill>
                      <a:prstDash val="solid"/>
                      <a:round/>
                      <a:headEnd len="sm" w="sm" type="none"/>
                      <a:tailEnd len="sm" w="sm" type="none"/>
                    </a:lnB>
                    <a:solidFill>
                      <a:srgbClr val="DBEFF9"/>
                    </a:solidFill>
                  </a:tcPr>
                </a:tc>
                <a:tc>
                  <a:txBody>
                    <a:bodyPr/>
                    <a:lstStyle/>
                    <a:p>
                      <a:pPr indent="0" lvl="0" marL="0" rtl="0" algn="ctr">
                        <a:lnSpc>
                          <a:spcPct val="115000"/>
                        </a:lnSpc>
                        <a:spcBef>
                          <a:spcPts val="0"/>
                        </a:spcBef>
                        <a:spcAft>
                          <a:spcPts val="0"/>
                        </a:spcAft>
                        <a:buNone/>
                      </a:pPr>
                      <a:r>
                        <a:rPr lang="en" sz="1000"/>
                        <a:t>Reduces housing footprint and helps achieve neutral buoyancy.</a:t>
                      </a:r>
                      <a:endParaRPr sz="1000"/>
                    </a:p>
                  </a:txBody>
                  <a:tcPr marT="19050" marB="19050" marR="76200" marL="76200" anchor="ctr">
                    <a:lnL cap="flat" cmpd="sng" w="9525">
                      <a:solidFill>
                        <a:srgbClr val="0A2B3C"/>
                      </a:solidFill>
                      <a:prstDash val="solid"/>
                      <a:round/>
                      <a:headEnd len="sm" w="sm" type="none"/>
                      <a:tailEnd len="sm" w="sm" type="none"/>
                    </a:lnL>
                    <a:lnR cap="flat" cmpd="sng" w="9525">
                      <a:solidFill>
                        <a:srgbClr val="0A2B3C"/>
                      </a:solidFill>
                      <a:prstDash val="solid"/>
                      <a:round/>
                      <a:headEnd len="sm" w="sm" type="none"/>
                      <a:tailEnd len="sm" w="sm" type="none"/>
                    </a:lnR>
                    <a:lnT cap="flat" cmpd="sng" w="9525">
                      <a:solidFill>
                        <a:srgbClr val="0A2B3C"/>
                      </a:solidFill>
                      <a:prstDash val="solid"/>
                      <a:round/>
                      <a:headEnd len="sm" w="sm" type="none"/>
                      <a:tailEnd len="sm" w="sm" type="none"/>
                    </a:lnT>
                    <a:lnB cap="flat" cmpd="sng" w="9525">
                      <a:solidFill>
                        <a:srgbClr val="0A2B3C"/>
                      </a:solidFill>
                      <a:prstDash val="solid"/>
                      <a:round/>
                      <a:headEnd len="sm" w="sm" type="none"/>
                      <a:tailEnd len="sm" w="sm" type="none"/>
                    </a:lnB>
                    <a:solidFill>
                      <a:srgbClr val="DBEFF9"/>
                    </a:solidFill>
                  </a:tcPr>
                </a:tc>
                <a:tc vMerge="1"/>
                <a:tc>
                  <a:txBody>
                    <a:bodyPr/>
                    <a:lstStyle/>
                    <a:p>
                      <a:pPr indent="0" lvl="0" marL="0" rtl="0" algn="ctr">
                        <a:lnSpc>
                          <a:spcPct val="115000"/>
                        </a:lnSpc>
                        <a:spcBef>
                          <a:spcPts val="0"/>
                        </a:spcBef>
                        <a:spcAft>
                          <a:spcPts val="0"/>
                        </a:spcAft>
                        <a:buNone/>
                      </a:pPr>
                      <a:r>
                        <a:rPr lang="en" sz="1000">
                          <a:solidFill>
                            <a:srgbClr val="000000"/>
                          </a:solidFill>
                        </a:rPr>
                        <a:t>10%</a:t>
                      </a:r>
                      <a:endParaRPr sz="1000">
                        <a:solidFill>
                          <a:srgbClr val="000000"/>
                        </a:solidFill>
                      </a:endParaRPr>
                    </a:p>
                  </a:txBody>
                  <a:tcPr marT="91425" marB="91425" marR="28575" marL="28575" anchor="ctr">
                    <a:lnL cap="flat" cmpd="sng" w="9525">
                      <a:solidFill>
                        <a:srgbClr val="0A2B3C"/>
                      </a:solidFill>
                      <a:prstDash val="solid"/>
                      <a:round/>
                      <a:headEnd len="sm" w="sm" type="none"/>
                      <a:tailEnd len="sm" w="sm" type="none"/>
                    </a:lnL>
                    <a:lnR cap="flat" cmpd="sng" w="9525">
                      <a:solidFill>
                        <a:srgbClr val="0A2B3C"/>
                      </a:solidFill>
                      <a:prstDash val="solid"/>
                      <a:round/>
                      <a:headEnd len="sm" w="sm" type="none"/>
                      <a:tailEnd len="sm" w="sm" type="none"/>
                    </a:lnR>
                    <a:lnT cap="flat" cmpd="sng" w="9525">
                      <a:solidFill>
                        <a:srgbClr val="0A2B3C"/>
                      </a:solidFill>
                      <a:prstDash val="solid"/>
                      <a:round/>
                      <a:headEnd len="sm" w="sm" type="none"/>
                      <a:tailEnd len="sm" w="sm" type="none"/>
                    </a:lnT>
                    <a:lnB cap="flat" cmpd="sng" w="9525">
                      <a:solidFill>
                        <a:srgbClr val="0A2B3C"/>
                      </a:solidFill>
                      <a:prstDash val="solid"/>
                      <a:round/>
                      <a:headEnd len="sm" w="sm" type="none"/>
                      <a:tailEnd len="sm" w="sm" type="none"/>
                    </a:lnB>
                    <a:solidFill>
                      <a:srgbClr val="DBEFF9"/>
                    </a:solidFill>
                  </a:tcPr>
                </a:tc>
                <a:tc>
                  <a:txBody>
                    <a:bodyPr/>
                    <a:lstStyle/>
                    <a:p>
                      <a:pPr indent="0" lvl="0" marL="0" rtl="0" algn="ctr">
                        <a:lnSpc>
                          <a:spcPct val="115000"/>
                        </a:lnSpc>
                        <a:spcBef>
                          <a:spcPts val="0"/>
                        </a:spcBef>
                        <a:spcAft>
                          <a:spcPts val="0"/>
                        </a:spcAft>
                        <a:buNone/>
                      </a:pPr>
                      <a:r>
                        <a:rPr lang="en" sz="1000">
                          <a:solidFill>
                            <a:srgbClr val="000000"/>
                          </a:solidFill>
                        </a:rPr>
                        <a:t>3</a:t>
                      </a:r>
                      <a:endParaRPr sz="1000">
                        <a:solidFill>
                          <a:srgbClr val="000000"/>
                        </a:solidFill>
                      </a:endParaRPr>
                    </a:p>
                  </a:txBody>
                  <a:tcPr marT="91425" marB="91425" marR="28575" marL="28575" anchor="ctr">
                    <a:lnL cap="flat" cmpd="sng" w="9525">
                      <a:solidFill>
                        <a:srgbClr val="0A2B3C"/>
                      </a:solidFill>
                      <a:prstDash val="solid"/>
                      <a:round/>
                      <a:headEnd len="sm" w="sm" type="none"/>
                      <a:tailEnd len="sm" w="sm" type="none"/>
                    </a:lnL>
                    <a:lnR cap="flat" cmpd="sng" w="9525">
                      <a:solidFill>
                        <a:srgbClr val="0A2B3C"/>
                      </a:solidFill>
                      <a:prstDash val="solid"/>
                      <a:round/>
                      <a:headEnd len="sm" w="sm" type="none"/>
                      <a:tailEnd len="sm" w="sm" type="none"/>
                    </a:lnR>
                    <a:lnT cap="flat" cmpd="sng" w="9525">
                      <a:solidFill>
                        <a:srgbClr val="0A2B3C"/>
                      </a:solidFill>
                      <a:prstDash val="solid"/>
                      <a:round/>
                      <a:headEnd len="sm" w="sm" type="none"/>
                      <a:tailEnd len="sm" w="sm" type="none"/>
                    </a:lnT>
                    <a:lnB cap="flat" cmpd="sng" w="9525">
                      <a:solidFill>
                        <a:srgbClr val="0A2B3C"/>
                      </a:solidFill>
                      <a:prstDash val="solid"/>
                      <a:round/>
                      <a:headEnd len="sm" w="sm" type="none"/>
                      <a:tailEnd len="sm" w="sm" type="none"/>
                    </a:lnB>
                    <a:solidFill>
                      <a:srgbClr val="DBEFF9"/>
                    </a:solidFill>
                  </a:tcPr>
                </a:tc>
                <a:tc>
                  <a:txBody>
                    <a:bodyPr/>
                    <a:lstStyle/>
                    <a:p>
                      <a:pPr indent="0" lvl="0" marL="0" rtl="0" algn="ctr">
                        <a:lnSpc>
                          <a:spcPct val="115000"/>
                        </a:lnSpc>
                        <a:spcBef>
                          <a:spcPts val="0"/>
                        </a:spcBef>
                        <a:spcAft>
                          <a:spcPts val="0"/>
                        </a:spcAft>
                        <a:buNone/>
                      </a:pPr>
                      <a:r>
                        <a:rPr lang="en" sz="1000">
                          <a:solidFill>
                            <a:srgbClr val="000000"/>
                          </a:solidFill>
                        </a:rPr>
                        <a:t>3</a:t>
                      </a:r>
                      <a:endParaRPr sz="1000">
                        <a:solidFill>
                          <a:srgbClr val="000000"/>
                        </a:solidFill>
                      </a:endParaRPr>
                    </a:p>
                  </a:txBody>
                  <a:tcPr marT="91425" marB="91425" marR="28575" marL="28575" anchor="ctr">
                    <a:lnL cap="flat" cmpd="sng" w="9525">
                      <a:solidFill>
                        <a:srgbClr val="0A2B3C"/>
                      </a:solidFill>
                      <a:prstDash val="solid"/>
                      <a:round/>
                      <a:headEnd len="sm" w="sm" type="none"/>
                      <a:tailEnd len="sm" w="sm" type="none"/>
                    </a:lnL>
                    <a:lnR cap="flat" cmpd="sng" w="9525">
                      <a:solidFill>
                        <a:srgbClr val="0A2B3C"/>
                      </a:solidFill>
                      <a:prstDash val="solid"/>
                      <a:round/>
                      <a:headEnd len="sm" w="sm" type="none"/>
                      <a:tailEnd len="sm" w="sm" type="none"/>
                    </a:lnR>
                    <a:lnT cap="flat" cmpd="sng" w="9525">
                      <a:solidFill>
                        <a:srgbClr val="0A2B3C"/>
                      </a:solidFill>
                      <a:prstDash val="solid"/>
                      <a:round/>
                      <a:headEnd len="sm" w="sm" type="none"/>
                      <a:tailEnd len="sm" w="sm" type="none"/>
                    </a:lnT>
                    <a:lnB cap="flat" cmpd="sng" w="9525">
                      <a:solidFill>
                        <a:srgbClr val="0A2B3C"/>
                      </a:solidFill>
                      <a:prstDash val="solid"/>
                      <a:round/>
                      <a:headEnd len="sm" w="sm" type="none"/>
                      <a:tailEnd len="sm" w="sm" type="none"/>
                    </a:lnB>
                    <a:solidFill>
                      <a:srgbClr val="DBEFF9"/>
                    </a:solidFill>
                  </a:tcPr>
                </a:tc>
                <a:tc>
                  <a:txBody>
                    <a:bodyPr/>
                    <a:lstStyle/>
                    <a:p>
                      <a:pPr indent="0" lvl="0" marL="0" rtl="0" algn="ctr">
                        <a:lnSpc>
                          <a:spcPct val="115000"/>
                        </a:lnSpc>
                        <a:spcBef>
                          <a:spcPts val="0"/>
                        </a:spcBef>
                        <a:spcAft>
                          <a:spcPts val="0"/>
                        </a:spcAft>
                        <a:buNone/>
                      </a:pPr>
                      <a:r>
                        <a:rPr lang="en" sz="1000">
                          <a:solidFill>
                            <a:srgbClr val="000000"/>
                          </a:solidFill>
                        </a:rPr>
                        <a:t>4</a:t>
                      </a:r>
                      <a:endParaRPr sz="1000">
                        <a:solidFill>
                          <a:srgbClr val="000000"/>
                        </a:solidFill>
                      </a:endParaRPr>
                    </a:p>
                  </a:txBody>
                  <a:tcPr marT="91425" marB="91425" marR="28575" marL="28575" anchor="ctr">
                    <a:lnL cap="flat" cmpd="sng" w="9525">
                      <a:solidFill>
                        <a:srgbClr val="0A2B3C"/>
                      </a:solidFill>
                      <a:prstDash val="solid"/>
                      <a:round/>
                      <a:headEnd len="sm" w="sm" type="none"/>
                      <a:tailEnd len="sm" w="sm" type="none"/>
                    </a:lnL>
                    <a:lnR cap="flat" cmpd="sng" w="9525">
                      <a:solidFill>
                        <a:srgbClr val="0A2B3C"/>
                      </a:solidFill>
                      <a:prstDash val="solid"/>
                      <a:round/>
                      <a:headEnd len="sm" w="sm" type="none"/>
                      <a:tailEnd len="sm" w="sm" type="none"/>
                    </a:lnR>
                    <a:lnT cap="flat" cmpd="sng" w="9525">
                      <a:solidFill>
                        <a:srgbClr val="0A2B3C"/>
                      </a:solidFill>
                      <a:prstDash val="solid"/>
                      <a:round/>
                      <a:headEnd len="sm" w="sm" type="none"/>
                      <a:tailEnd len="sm" w="sm" type="none"/>
                    </a:lnT>
                    <a:lnB cap="flat" cmpd="sng" w="9525">
                      <a:solidFill>
                        <a:srgbClr val="0A2B3C"/>
                      </a:solidFill>
                      <a:prstDash val="solid"/>
                      <a:round/>
                      <a:headEnd len="sm" w="sm" type="none"/>
                      <a:tailEnd len="sm" w="sm" type="none"/>
                    </a:lnB>
                    <a:solidFill>
                      <a:srgbClr val="DBEFF9"/>
                    </a:solidFill>
                  </a:tcPr>
                </a:tc>
              </a:tr>
              <a:tr h="378000">
                <a:tc>
                  <a:txBody>
                    <a:bodyPr/>
                    <a:lstStyle/>
                    <a:p>
                      <a:pPr indent="0" lvl="0" marL="0" rtl="0" algn="ctr">
                        <a:lnSpc>
                          <a:spcPct val="115000"/>
                        </a:lnSpc>
                        <a:spcBef>
                          <a:spcPts val="0"/>
                        </a:spcBef>
                        <a:spcAft>
                          <a:spcPts val="0"/>
                        </a:spcAft>
                        <a:buNone/>
                      </a:pPr>
                      <a:r>
                        <a:rPr lang="en" sz="1000">
                          <a:solidFill>
                            <a:srgbClr val="000000"/>
                          </a:solidFill>
                        </a:rPr>
                        <a:t>Cost &amp; Complexity</a:t>
                      </a:r>
                      <a:endParaRPr sz="1000">
                        <a:solidFill>
                          <a:srgbClr val="000000"/>
                        </a:solidFill>
                      </a:endParaRPr>
                    </a:p>
                  </a:txBody>
                  <a:tcPr marT="19050" marB="19050" marR="76200" marL="76200" anchor="ctr">
                    <a:lnL cap="flat" cmpd="sng" w="9525">
                      <a:solidFill>
                        <a:srgbClr val="0A2B3C"/>
                      </a:solidFill>
                      <a:prstDash val="solid"/>
                      <a:round/>
                      <a:headEnd len="sm" w="sm" type="none"/>
                      <a:tailEnd len="sm" w="sm" type="none"/>
                    </a:lnL>
                    <a:lnR cap="flat" cmpd="sng" w="9525">
                      <a:solidFill>
                        <a:srgbClr val="0A2B3C"/>
                      </a:solidFill>
                      <a:prstDash val="solid"/>
                      <a:round/>
                      <a:headEnd len="sm" w="sm" type="none"/>
                      <a:tailEnd len="sm" w="sm" type="none"/>
                    </a:lnR>
                    <a:lnT cap="flat" cmpd="sng" w="9525">
                      <a:solidFill>
                        <a:srgbClr val="0A2B3C"/>
                      </a:solidFill>
                      <a:prstDash val="solid"/>
                      <a:round/>
                      <a:headEnd len="sm" w="sm" type="none"/>
                      <a:tailEnd len="sm" w="sm" type="none"/>
                    </a:lnT>
                    <a:lnB cap="flat" cmpd="sng" w="9525">
                      <a:solidFill>
                        <a:srgbClr val="0A2B3C"/>
                      </a:solidFill>
                      <a:prstDash val="solid"/>
                      <a:round/>
                      <a:headEnd len="sm" w="sm" type="none"/>
                      <a:tailEnd len="sm" w="sm" type="none"/>
                    </a:lnB>
                    <a:solidFill>
                      <a:srgbClr val="DBEFF9"/>
                    </a:solidFill>
                  </a:tcPr>
                </a:tc>
                <a:tc>
                  <a:txBody>
                    <a:bodyPr/>
                    <a:lstStyle/>
                    <a:p>
                      <a:pPr indent="0" lvl="0" marL="0" rtl="0" algn="ctr">
                        <a:lnSpc>
                          <a:spcPct val="115000"/>
                        </a:lnSpc>
                        <a:spcBef>
                          <a:spcPts val="0"/>
                        </a:spcBef>
                        <a:spcAft>
                          <a:spcPts val="0"/>
                        </a:spcAft>
                        <a:buNone/>
                      </a:pPr>
                      <a:r>
                        <a:rPr lang="en" sz="1000"/>
                        <a:t>Balances affordability and simplicity of implementation.</a:t>
                      </a:r>
                      <a:endParaRPr sz="1000"/>
                    </a:p>
                  </a:txBody>
                  <a:tcPr marT="19050" marB="19050" marR="76200" marL="76200" anchor="ctr">
                    <a:lnL cap="flat" cmpd="sng" w="9525">
                      <a:solidFill>
                        <a:srgbClr val="0A2B3C"/>
                      </a:solidFill>
                      <a:prstDash val="solid"/>
                      <a:round/>
                      <a:headEnd len="sm" w="sm" type="none"/>
                      <a:tailEnd len="sm" w="sm" type="none"/>
                    </a:lnL>
                    <a:lnR cap="flat" cmpd="sng" w="9525">
                      <a:solidFill>
                        <a:srgbClr val="0A2B3C"/>
                      </a:solidFill>
                      <a:prstDash val="solid"/>
                      <a:round/>
                      <a:headEnd len="sm" w="sm" type="none"/>
                      <a:tailEnd len="sm" w="sm" type="none"/>
                    </a:lnR>
                    <a:lnT cap="flat" cmpd="sng" w="9525">
                      <a:solidFill>
                        <a:srgbClr val="0A2B3C"/>
                      </a:solidFill>
                      <a:prstDash val="solid"/>
                      <a:round/>
                      <a:headEnd len="sm" w="sm" type="none"/>
                      <a:tailEnd len="sm" w="sm" type="none"/>
                    </a:lnT>
                    <a:lnB cap="flat" cmpd="sng" w="9525">
                      <a:solidFill>
                        <a:srgbClr val="0A2B3C"/>
                      </a:solidFill>
                      <a:prstDash val="solid"/>
                      <a:round/>
                      <a:headEnd len="sm" w="sm" type="none"/>
                      <a:tailEnd len="sm" w="sm" type="none"/>
                    </a:lnB>
                    <a:solidFill>
                      <a:srgbClr val="DBEFF9"/>
                    </a:solidFill>
                  </a:tcPr>
                </a:tc>
                <a:tc vMerge="1"/>
                <a:tc>
                  <a:txBody>
                    <a:bodyPr/>
                    <a:lstStyle/>
                    <a:p>
                      <a:pPr indent="0" lvl="0" marL="0" rtl="0" algn="ctr">
                        <a:lnSpc>
                          <a:spcPct val="115000"/>
                        </a:lnSpc>
                        <a:spcBef>
                          <a:spcPts val="0"/>
                        </a:spcBef>
                        <a:spcAft>
                          <a:spcPts val="0"/>
                        </a:spcAft>
                        <a:buNone/>
                      </a:pPr>
                      <a:r>
                        <a:rPr lang="en" sz="1000">
                          <a:solidFill>
                            <a:srgbClr val="000000"/>
                          </a:solidFill>
                        </a:rPr>
                        <a:t>10%</a:t>
                      </a:r>
                      <a:endParaRPr sz="1000">
                        <a:solidFill>
                          <a:srgbClr val="000000"/>
                        </a:solidFill>
                      </a:endParaRPr>
                    </a:p>
                  </a:txBody>
                  <a:tcPr marT="91425" marB="91425" marR="28575" marL="28575" anchor="ctr">
                    <a:lnL cap="flat" cmpd="sng" w="9525">
                      <a:solidFill>
                        <a:srgbClr val="0A2B3C"/>
                      </a:solidFill>
                      <a:prstDash val="solid"/>
                      <a:round/>
                      <a:headEnd len="sm" w="sm" type="none"/>
                      <a:tailEnd len="sm" w="sm" type="none"/>
                    </a:lnL>
                    <a:lnR cap="flat" cmpd="sng" w="9525">
                      <a:solidFill>
                        <a:srgbClr val="0A2B3C"/>
                      </a:solidFill>
                      <a:prstDash val="solid"/>
                      <a:round/>
                      <a:headEnd len="sm" w="sm" type="none"/>
                      <a:tailEnd len="sm" w="sm" type="none"/>
                    </a:lnR>
                    <a:lnT cap="flat" cmpd="sng" w="9525">
                      <a:solidFill>
                        <a:srgbClr val="0A2B3C"/>
                      </a:solidFill>
                      <a:prstDash val="solid"/>
                      <a:round/>
                      <a:headEnd len="sm" w="sm" type="none"/>
                      <a:tailEnd len="sm" w="sm" type="none"/>
                    </a:lnT>
                    <a:lnB cap="flat" cmpd="sng" w="9525">
                      <a:solidFill>
                        <a:srgbClr val="0A2B3C"/>
                      </a:solidFill>
                      <a:prstDash val="solid"/>
                      <a:round/>
                      <a:headEnd len="sm" w="sm" type="none"/>
                      <a:tailEnd len="sm" w="sm" type="none"/>
                    </a:lnB>
                    <a:solidFill>
                      <a:srgbClr val="DBEFF9"/>
                    </a:solidFill>
                  </a:tcPr>
                </a:tc>
                <a:tc>
                  <a:txBody>
                    <a:bodyPr/>
                    <a:lstStyle/>
                    <a:p>
                      <a:pPr indent="0" lvl="0" marL="0" rtl="0" algn="ctr">
                        <a:lnSpc>
                          <a:spcPct val="115000"/>
                        </a:lnSpc>
                        <a:spcBef>
                          <a:spcPts val="0"/>
                        </a:spcBef>
                        <a:spcAft>
                          <a:spcPts val="0"/>
                        </a:spcAft>
                        <a:buNone/>
                      </a:pPr>
                      <a:r>
                        <a:rPr lang="en" sz="1000">
                          <a:solidFill>
                            <a:srgbClr val="000000"/>
                          </a:solidFill>
                        </a:rPr>
                        <a:t>2</a:t>
                      </a:r>
                      <a:endParaRPr sz="1000">
                        <a:solidFill>
                          <a:srgbClr val="000000"/>
                        </a:solidFill>
                      </a:endParaRPr>
                    </a:p>
                  </a:txBody>
                  <a:tcPr marT="91425" marB="91425" marR="28575" marL="28575" anchor="ctr">
                    <a:lnL cap="flat" cmpd="sng" w="9525">
                      <a:solidFill>
                        <a:srgbClr val="0A2B3C"/>
                      </a:solidFill>
                      <a:prstDash val="solid"/>
                      <a:round/>
                      <a:headEnd len="sm" w="sm" type="none"/>
                      <a:tailEnd len="sm" w="sm" type="none"/>
                    </a:lnL>
                    <a:lnR cap="flat" cmpd="sng" w="9525">
                      <a:solidFill>
                        <a:srgbClr val="0A2B3C"/>
                      </a:solidFill>
                      <a:prstDash val="solid"/>
                      <a:round/>
                      <a:headEnd len="sm" w="sm" type="none"/>
                      <a:tailEnd len="sm" w="sm" type="none"/>
                    </a:lnR>
                    <a:lnT cap="flat" cmpd="sng" w="9525">
                      <a:solidFill>
                        <a:srgbClr val="0A2B3C"/>
                      </a:solidFill>
                      <a:prstDash val="solid"/>
                      <a:round/>
                      <a:headEnd len="sm" w="sm" type="none"/>
                      <a:tailEnd len="sm" w="sm" type="none"/>
                    </a:lnT>
                    <a:lnB cap="flat" cmpd="sng" w="9525">
                      <a:solidFill>
                        <a:srgbClr val="0A2B3C"/>
                      </a:solidFill>
                      <a:prstDash val="solid"/>
                      <a:round/>
                      <a:headEnd len="sm" w="sm" type="none"/>
                      <a:tailEnd len="sm" w="sm" type="none"/>
                    </a:lnB>
                    <a:solidFill>
                      <a:srgbClr val="DBEFF9"/>
                    </a:solidFill>
                  </a:tcPr>
                </a:tc>
                <a:tc>
                  <a:txBody>
                    <a:bodyPr/>
                    <a:lstStyle/>
                    <a:p>
                      <a:pPr indent="0" lvl="0" marL="0" rtl="0" algn="ctr">
                        <a:lnSpc>
                          <a:spcPct val="115000"/>
                        </a:lnSpc>
                        <a:spcBef>
                          <a:spcPts val="0"/>
                        </a:spcBef>
                        <a:spcAft>
                          <a:spcPts val="0"/>
                        </a:spcAft>
                        <a:buNone/>
                      </a:pPr>
                      <a:r>
                        <a:rPr lang="en" sz="1000">
                          <a:solidFill>
                            <a:srgbClr val="000000"/>
                          </a:solidFill>
                        </a:rPr>
                        <a:t>3</a:t>
                      </a:r>
                      <a:endParaRPr sz="1000">
                        <a:solidFill>
                          <a:srgbClr val="000000"/>
                        </a:solidFill>
                      </a:endParaRPr>
                    </a:p>
                  </a:txBody>
                  <a:tcPr marT="91425" marB="91425" marR="28575" marL="28575" anchor="ctr">
                    <a:lnL cap="flat" cmpd="sng" w="9525">
                      <a:solidFill>
                        <a:srgbClr val="0A2B3C"/>
                      </a:solidFill>
                      <a:prstDash val="solid"/>
                      <a:round/>
                      <a:headEnd len="sm" w="sm" type="none"/>
                      <a:tailEnd len="sm" w="sm" type="none"/>
                    </a:lnL>
                    <a:lnR cap="flat" cmpd="sng" w="9525">
                      <a:solidFill>
                        <a:srgbClr val="0A2B3C"/>
                      </a:solidFill>
                      <a:prstDash val="solid"/>
                      <a:round/>
                      <a:headEnd len="sm" w="sm" type="none"/>
                      <a:tailEnd len="sm" w="sm" type="none"/>
                    </a:lnR>
                    <a:lnT cap="flat" cmpd="sng" w="9525">
                      <a:solidFill>
                        <a:srgbClr val="0A2B3C"/>
                      </a:solidFill>
                      <a:prstDash val="solid"/>
                      <a:round/>
                      <a:headEnd len="sm" w="sm" type="none"/>
                      <a:tailEnd len="sm" w="sm" type="none"/>
                    </a:lnT>
                    <a:lnB cap="flat" cmpd="sng" w="9525">
                      <a:solidFill>
                        <a:srgbClr val="0A2B3C"/>
                      </a:solidFill>
                      <a:prstDash val="solid"/>
                      <a:round/>
                      <a:headEnd len="sm" w="sm" type="none"/>
                      <a:tailEnd len="sm" w="sm" type="none"/>
                    </a:lnB>
                    <a:solidFill>
                      <a:srgbClr val="DBEFF9"/>
                    </a:solidFill>
                  </a:tcPr>
                </a:tc>
                <a:tc>
                  <a:txBody>
                    <a:bodyPr/>
                    <a:lstStyle/>
                    <a:p>
                      <a:pPr indent="0" lvl="0" marL="0" rtl="0" algn="ctr">
                        <a:lnSpc>
                          <a:spcPct val="115000"/>
                        </a:lnSpc>
                        <a:spcBef>
                          <a:spcPts val="0"/>
                        </a:spcBef>
                        <a:spcAft>
                          <a:spcPts val="0"/>
                        </a:spcAft>
                        <a:buNone/>
                      </a:pPr>
                      <a:r>
                        <a:rPr lang="en" sz="1000">
                          <a:solidFill>
                            <a:srgbClr val="000000"/>
                          </a:solidFill>
                        </a:rPr>
                        <a:t>5</a:t>
                      </a:r>
                      <a:endParaRPr sz="1000">
                        <a:solidFill>
                          <a:srgbClr val="000000"/>
                        </a:solidFill>
                      </a:endParaRPr>
                    </a:p>
                  </a:txBody>
                  <a:tcPr marT="91425" marB="91425" marR="28575" marL="28575" anchor="ctr">
                    <a:lnL cap="flat" cmpd="sng" w="9525">
                      <a:solidFill>
                        <a:srgbClr val="0A2B3C"/>
                      </a:solidFill>
                      <a:prstDash val="solid"/>
                      <a:round/>
                      <a:headEnd len="sm" w="sm" type="none"/>
                      <a:tailEnd len="sm" w="sm" type="none"/>
                    </a:lnL>
                    <a:lnR cap="flat" cmpd="sng" w="9525">
                      <a:solidFill>
                        <a:srgbClr val="0A2B3C"/>
                      </a:solidFill>
                      <a:prstDash val="solid"/>
                      <a:round/>
                      <a:headEnd len="sm" w="sm" type="none"/>
                      <a:tailEnd len="sm" w="sm" type="none"/>
                    </a:lnR>
                    <a:lnT cap="flat" cmpd="sng" w="9525">
                      <a:solidFill>
                        <a:srgbClr val="0A2B3C"/>
                      </a:solidFill>
                      <a:prstDash val="solid"/>
                      <a:round/>
                      <a:headEnd len="sm" w="sm" type="none"/>
                      <a:tailEnd len="sm" w="sm" type="none"/>
                    </a:lnT>
                    <a:lnB cap="flat" cmpd="sng" w="9525">
                      <a:solidFill>
                        <a:srgbClr val="0A2B3C"/>
                      </a:solidFill>
                      <a:prstDash val="solid"/>
                      <a:round/>
                      <a:headEnd len="sm" w="sm" type="none"/>
                      <a:tailEnd len="sm" w="sm" type="none"/>
                    </a:lnB>
                    <a:solidFill>
                      <a:srgbClr val="DBEFF9"/>
                    </a:solidFill>
                  </a:tcPr>
                </a:tc>
              </a:tr>
              <a:tr h="378000">
                <a:tc>
                  <a:txBody>
                    <a:bodyPr/>
                    <a:lstStyle/>
                    <a:p>
                      <a:pPr indent="0" lvl="0" marL="0" rtl="0" algn="ctr">
                        <a:lnSpc>
                          <a:spcPct val="115000"/>
                        </a:lnSpc>
                        <a:spcBef>
                          <a:spcPts val="0"/>
                        </a:spcBef>
                        <a:spcAft>
                          <a:spcPts val="0"/>
                        </a:spcAft>
                        <a:buNone/>
                      </a:pPr>
                      <a:r>
                        <a:rPr lang="en" sz="1000">
                          <a:solidFill>
                            <a:srgbClr val="000000"/>
                          </a:solidFill>
                        </a:rPr>
                        <a:t>Ease of Integration</a:t>
                      </a:r>
                      <a:endParaRPr sz="1000">
                        <a:solidFill>
                          <a:srgbClr val="000000"/>
                        </a:solidFill>
                      </a:endParaRPr>
                    </a:p>
                  </a:txBody>
                  <a:tcPr marT="19050" marB="19050" marR="76200" marL="76200" anchor="ctr">
                    <a:lnL cap="flat" cmpd="sng" w="9525">
                      <a:solidFill>
                        <a:srgbClr val="0A2B3C"/>
                      </a:solidFill>
                      <a:prstDash val="solid"/>
                      <a:round/>
                      <a:headEnd len="sm" w="sm" type="none"/>
                      <a:tailEnd len="sm" w="sm" type="none"/>
                    </a:lnL>
                    <a:lnR cap="flat" cmpd="sng" w="9525">
                      <a:solidFill>
                        <a:srgbClr val="0A2B3C"/>
                      </a:solidFill>
                      <a:prstDash val="solid"/>
                      <a:round/>
                      <a:headEnd len="sm" w="sm" type="none"/>
                      <a:tailEnd len="sm" w="sm" type="none"/>
                    </a:lnR>
                    <a:lnT cap="flat" cmpd="sng" w="9525">
                      <a:solidFill>
                        <a:srgbClr val="0A2B3C"/>
                      </a:solidFill>
                      <a:prstDash val="solid"/>
                      <a:round/>
                      <a:headEnd len="sm" w="sm" type="none"/>
                      <a:tailEnd len="sm" w="sm" type="none"/>
                    </a:lnT>
                    <a:lnB cap="flat" cmpd="sng" w="9525">
                      <a:solidFill>
                        <a:srgbClr val="0A2B3C"/>
                      </a:solidFill>
                      <a:prstDash val="solid"/>
                      <a:round/>
                      <a:headEnd len="sm" w="sm" type="none"/>
                      <a:tailEnd len="sm" w="sm" type="none"/>
                    </a:lnB>
                    <a:solidFill>
                      <a:srgbClr val="DBEFF9"/>
                    </a:solidFill>
                  </a:tcPr>
                </a:tc>
                <a:tc>
                  <a:txBody>
                    <a:bodyPr/>
                    <a:lstStyle/>
                    <a:p>
                      <a:pPr indent="0" lvl="0" marL="0" rtl="0" algn="ctr">
                        <a:lnSpc>
                          <a:spcPct val="115000"/>
                        </a:lnSpc>
                        <a:spcBef>
                          <a:spcPts val="0"/>
                        </a:spcBef>
                        <a:spcAft>
                          <a:spcPts val="0"/>
                        </a:spcAft>
                        <a:buNone/>
                      </a:pPr>
                      <a:r>
                        <a:rPr lang="en" sz="1000"/>
                        <a:t>Simplifies wiring, layout, and assembly during manufacturing.</a:t>
                      </a:r>
                      <a:endParaRPr sz="1000"/>
                    </a:p>
                  </a:txBody>
                  <a:tcPr marT="19050" marB="19050" marR="76200" marL="76200" anchor="ctr">
                    <a:lnL cap="flat" cmpd="sng" w="9525">
                      <a:solidFill>
                        <a:srgbClr val="0A2B3C"/>
                      </a:solidFill>
                      <a:prstDash val="solid"/>
                      <a:round/>
                      <a:headEnd len="sm" w="sm" type="none"/>
                      <a:tailEnd len="sm" w="sm" type="none"/>
                    </a:lnL>
                    <a:lnR cap="flat" cmpd="sng" w="9525">
                      <a:solidFill>
                        <a:srgbClr val="0A2B3C"/>
                      </a:solidFill>
                      <a:prstDash val="solid"/>
                      <a:round/>
                      <a:headEnd len="sm" w="sm" type="none"/>
                      <a:tailEnd len="sm" w="sm" type="none"/>
                    </a:lnR>
                    <a:lnT cap="flat" cmpd="sng" w="9525">
                      <a:solidFill>
                        <a:srgbClr val="0A2B3C"/>
                      </a:solidFill>
                      <a:prstDash val="solid"/>
                      <a:round/>
                      <a:headEnd len="sm" w="sm" type="none"/>
                      <a:tailEnd len="sm" w="sm" type="none"/>
                    </a:lnT>
                    <a:lnB cap="flat" cmpd="sng" w="9525">
                      <a:solidFill>
                        <a:srgbClr val="0A2B3C"/>
                      </a:solidFill>
                      <a:prstDash val="solid"/>
                      <a:round/>
                      <a:headEnd len="sm" w="sm" type="none"/>
                      <a:tailEnd len="sm" w="sm" type="none"/>
                    </a:lnB>
                    <a:solidFill>
                      <a:srgbClr val="DBEFF9"/>
                    </a:solidFill>
                  </a:tcPr>
                </a:tc>
                <a:tc vMerge="1"/>
                <a:tc>
                  <a:txBody>
                    <a:bodyPr/>
                    <a:lstStyle/>
                    <a:p>
                      <a:pPr indent="0" lvl="0" marL="0" rtl="0" algn="ctr">
                        <a:lnSpc>
                          <a:spcPct val="115000"/>
                        </a:lnSpc>
                        <a:spcBef>
                          <a:spcPts val="0"/>
                        </a:spcBef>
                        <a:spcAft>
                          <a:spcPts val="0"/>
                        </a:spcAft>
                        <a:buNone/>
                      </a:pPr>
                      <a:r>
                        <a:rPr lang="en" sz="1000">
                          <a:solidFill>
                            <a:srgbClr val="000000"/>
                          </a:solidFill>
                        </a:rPr>
                        <a:t>10%</a:t>
                      </a:r>
                      <a:endParaRPr sz="1000">
                        <a:solidFill>
                          <a:srgbClr val="000000"/>
                        </a:solidFill>
                      </a:endParaRPr>
                    </a:p>
                  </a:txBody>
                  <a:tcPr marT="91425" marB="91425" marR="28575" marL="28575" anchor="ctr">
                    <a:lnL cap="flat" cmpd="sng" w="9525">
                      <a:solidFill>
                        <a:srgbClr val="0A2B3C"/>
                      </a:solidFill>
                      <a:prstDash val="solid"/>
                      <a:round/>
                      <a:headEnd len="sm" w="sm" type="none"/>
                      <a:tailEnd len="sm" w="sm" type="none"/>
                    </a:lnL>
                    <a:lnR cap="flat" cmpd="sng" w="9525">
                      <a:solidFill>
                        <a:srgbClr val="0A2B3C"/>
                      </a:solidFill>
                      <a:prstDash val="solid"/>
                      <a:round/>
                      <a:headEnd len="sm" w="sm" type="none"/>
                      <a:tailEnd len="sm" w="sm" type="none"/>
                    </a:lnR>
                    <a:lnT cap="flat" cmpd="sng" w="9525">
                      <a:solidFill>
                        <a:srgbClr val="0A2B3C"/>
                      </a:solidFill>
                      <a:prstDash val="solid"/>
                      <a:round/>
                      <a:headEnd len="sm" w="sm" type="none"/>
                      <a:tailEnd len="sm" w="sm" type="none"/>
                    </a:lnT>
                    <a:lnB cap="flat" cmpd="sng" w="9525">
                      <a:solidFill>
                        <a:srgbClr val="0A2B3C"/>
                      </a:solidFill>
                      <a:prstDash val="solid"/>
                      <a:round/>
                      <a:headEnd len="sm" w="sm" type="none"/>
                      <a:tailEnd len="sm" w="sm" type="none"/>
                    </a:lnB>
                    <a:solidFill>
                      <a:srgbClr val="DBEFF9"/>
                    </a:solidFill>
                  </a:tcPr>
                </a:tc>
                <a:tc>
                  <a:txBody>
                    <a:bodyPr/>
                    <a:lstStyle/>
                    <a:p>
                      <a:pPr indent="0" lvl="0" marL="0" rtl="0" algn="ctr">
                        <a:lnSpc>
                          <a:spcPct val="115000"/>
                        </a:lnSpc>
                        <a:spcBef>
                          <a:spcPts val="0"/>
                        </a:spcBef>
                        <a:spcAft>
                          <a:spcPts val="0"/>
                        </a:spcAft>
                        <a:buNone/>
                      </a:pPr>
                      <a:r>
                        <a:rPr lang="en" sz="1000">
                          <a:solidFill>
                            <a:srgbClr val="000000"/>
                          </a:solidFill>
                        </a:rPr>
                        <a:t>3</a:t>
                      </a:r>
                      <a:endParaRPr sz="1000">
                        <a:solidFill>
                          <a:srgbClr val="000000"/>
                        </a:solidFill>
                      </a:endParaRPr>
                    </a:p>
                  </a:txBody>
                  <a:tcPr marT="91425" marB="91425" marR="28575" marL="28575" anchor="ctr">
                    <a:lnL cap="flat" cmpd="sng" w="9525">
                      <a:solidFill>
                        <a:srgbClr val="0A2B3C"/>
                      </a:solidFill>
                      <a:prstDash val="solid"/>
                      <a:round/>
                      <a:headEnd len="sm" w="sm" type="none"/>
                      <a:tailEnd len="sm" w="sm" type="none"/>
                    </a:lnL>
                    <a:lnR cap="flat" cmpd="sng" w="9525">
                      <a:solidFill>
                        <a:srgbClr val="0A2B3C"/>
                      </a:solidFill>
                      <a:prstDash val="solid"/>
                      <a:round/>
                      <a:headEnd len="sm" w="sm" type="none"/>
                      <a:tailEnd len="sm" w="sm" type="none"/>
                    </a:lnR>
                    <a:lnT cap="flat" cmpd="sng" w="9525">
                      <a:solidFill>
                        <a:srgbClr val="0A2B3C"/>
                      </a:solidFill>
                      <a:prstDash val="solid"/>
                      <a:round/>
                      <a:headEnd len="sm" w="sm" type="none"/>
                      <a:tailEnd len="sm" w="sm" type="none"/>
                    </a:lnT>
                    <a:lnB cap="flat" cmpd="sng" w="9525">
                      <a:solidFill>
                        <a:srgbClr val="0A2B3C"/>
                      </a:solidFill>
                      <a:prstDash val="solid"/>
                      <a:round/>
                      <a:headEnd len="sm" w="sm" type="none"/>
                      <a:tailEnd len="sm" w="sm" type="none"/>
                    </a:lnB>
                    <a:solidFill>
                      <a:srgbClr val="DBEFF9"/>
                    </a:solidFill>
                  </a:tcPr>
                </a:tc>
                <a:tc>
                  <a:txBody>
                    <a:bodyPr/>
                    <a:lstStyle/>
                    <a:p>
                      <a:pPr indent="0" lvl="0" marL="0" rtl="0" algn="ctr">
                        <a:lnSpc>
                          <a:spcPct val="115000"/>
                        </a:lnSpc>
                        <a:spcBef>
                          <a:spcPts val="0"/>
                        </a:spcBef>
                        <a:spcAft>
                          <a:spcPts val="0"/>
                        </a:spcAft>
                        <a:buNone/>
                      </a:pPr>
                      <a:r>
                        <a:rPr lang="en" sz="1000">
                          <a:solidFill>
                            <a:srgbClr val="000000"/>
                          </a:solidFill>
                        </a:rPr>
                        <a:t>4</a:t>
                      </a:r>
                      <a:endParaRPr sz="1000">
                        <a:solidFill>
                          <a:srgbClr val="000000"/>
                        </a:solidFill>
                      </a:endParaRPr>
                    </a:p>
                  </a:txBody>
                  <a:tcPr marT="91425" marB="91425" marR="28575" marL="28575" anchor="ctr">
                    <a:lnL cap="flat" cmpd="sng" w="9525">
                      <a:solidFill>
                        <a:srgbClr val="0A2B3C"/>
                      </a:solidFill>
                      <a:prstDash val="solid"/>
                      <a:round/>
                      <a:headEnd len="sm" w="sm" type="none"/>
                      <a:tailEnd len="sm" w="sm" type="none"/>
                    </a:lnL>
                    <a:lnR cap="flat" cmpd="sng" w="9525">
                      <a:solidFill>
                        <a:srgbClr val="0A2B3C"/>
                      </a:solidFill>
                      <a:prstDash val="solid"/>
                      <a:round/>
                      <a:headEnd len="sm" w="sm" type="none"/>
                      <a:tailEnd len="sm" w="sm" type="none"/>
                    </a:lnR>
                    <a:lnT cap="flat" cmpd="sng" w="9525">
                      <a:solidFill>
                        <a:srgbClr val="0A2B3C"/>
                      </a:solidFill>
                      <a:prstDash val="solid"/>
                      <a:round/>
                      <a:headEnd len="sm" w="sm" type="none"/>
                      <a:tailEnd len="sm" w="sm" type="none"/>
                    </a:lnT>
                    <a:lnB cap="flat" cmpd="sng" w="9525">
                      <a:solidFill>
                        <a:srgbClr val="0A2B3C"/>
                      </a:solidFill>
                      <a:prstDash val="solid"/>
                      <a:round/>
                      <a:headEnd len="sm" w="sm" type="none"/>
                      <a:tailEnd len="sm" w="sm" type="none"/>
                    </a:lnB>
                    <a:solidFill>
                      <a:srgbClr val="DBEFF9"/>
                    </a:solidFill>
                  </a:tcPr>
                </a:tc>
                <a:tc>
                  <a:txBody>
                    <a:bodyPr/>
                    <a:lstStyle/>
                    <a:p>
                      <a:pPr indent="0" lvl="0" marL="0" rtl="0" algn="ctr">
                        <a:lnSpc>
                          <a:spcPct val="115000"/>
                        </a:lnSpc>
                        <a:spcBef>
                          <a:spcPts val="0"/>
                        </a:spcBef>
                        <a:spcAft>
                          <a:spcPts val="0"/>
                        </a:spcAft>
                        <a:buNone/>
                      </a:pPr>
                      <a:r>
                        <a:rPr lang="en" sz="1000">
                          <a:solidFill>
                            <a:srgbClr val="000000"/>
                          </a:solidFill>
                        </a:rPr>
                        <a:t>5</a:t>
                      </a:r>
                      <a:endParaRPr sz="1000">
                        <a:solidFill>
                          <a:srgbClr val="000000"/>
                        </a:solidFill>
                      </a:endParaRPr>
                    </a:p>
                  </a:txBody>
                  <a:tcPr marT="91425" marB="91425" marR="28575" marL="28575" anchor="ctr">
                    <a:lnL cap="flat" cmpd="sng" w="9525">
                      <a:solidFill>
                        <a:srgbClr val="0A2B3C"/>
                      </a:solidFill>
                      <a:prstDash val="solid"/>
                      <a:round/>
                      <a:headEnd len="sm" w="sm" type="none"/>
                      <a:tailEnd len="sm" w="sm" type="none"/>
                    </a:lnL>
                    <a:lnR cap="flat" cmpd="sng" w="9525">
                      <a:solidFill>
                        <a:srgbClr val="0A2B3C"/>
                      </a:solidFill>
                      <a:prstDash val="solid"/>
                      <a:round/>
                      <a:headEnd len="sm" w="sm" type="none"/>
                      <a:tailEnd len="sm" w="sm" type="none"/>
                    </a:lnR>
                    <a:lnT cap="flat" cmpd="sng" w="9525">
                      <a:solidFill>
                        <a:srgbClr val="0A2B3C"/>
                      </a:solidFill>
                      <a:prstDash val="solid"/>
                      <a:round/>
                      <a:headEnd len="sm" w="sm" type="none"/>
                      <a:tailEnd len="sm" w="sm" type="none"/>
                    </a:lnT>
                    <a:lnB cap="flat" cmpd="sng" w="9525">
                      <a:solidFill>
                        <a:srgbClr val="0A2B3C"/>
                      </a:solidFill>
                      <a:prstDash val="solid"/>
                      <a:round/>
                      <a:headEnd len="sm" w="sm" type="none"/>
                      <a:tailEnd len="sm" w="sm" type="none"/>
                    </a:lnB>
                    <a:solidFill>
                      <a:srgbClr val="DBEFF9"/>
                    </a:solidFill>
                  </a:tcPr>
                </a:tc>
              </a:tr>
              <a:tr h="378000">
                <a:tc>
                  <a:txBody>
                    <a:bodyPr/>
                    <a:lstStyle/>
                    <a:p>
                      <a:pPr indent="0" lvl="0" marL="0" rtl="0" algn="ctr">
                        <a:lnSpc>
                          <a:spcPct val="115000"/>
                        </a:lnSpc>
                        <a:spcBef>
                          <a:spcPts val="0"/>
                        </a:spcBef>
                        <a:spcAft>
                          <a:spcPts val="0"/>
                        </a:spcAft>
                        <a:buNone/>
                      </a:pPr>
                      <a:r>
                        <a:rPr lang="en" sz="1000">
                          <a:solidFill>
                            <a:srgbClr val="000000"/>
                          </a:solidFill>
                        </a:rPr>
                        <a:t>Standards / Reliability</a:t>
                      </a:r>
                      <a:endParaRPr sz="1000">
                        <a:solidFill>
                          <a:srgbClr val="000000"/>
                        </a:solidFill>
                      </a:endParaRPr>
                    </a:p>
                  </a:txBody>
                  <a:tcPr marT="19050" marB="19050" marR="76200" marL="76200" anchor="ctr">
                    <a:lnL cap="flat" cmpd="sng" w="9525">
                      <a:solidFill>
                        <a:srgbClr val="0A2B3C"/>
                      </a:solidFill>
                      <a:prstDash val="solid"/>
                      <a:round/>
                      <a:headEnd len="sm" w="sm" type="none"/>
                      <a:tailEnd len="sm" w="sm" type="none"/>
                    </a:lnL>
                    <a:lnR cap="flat" cmpd="sng" w="9525">
                      <a:solidFill>
                        <a:srgbClr val="0A2B3C"/>
                      </a:solidFill>
                      <a:prstDash val="solid"/>
                      <a:round/>
                      <a:headEnd len="sm" w="sm" type="none"/>
                      <a:tailEnd len="sm" w="sm" type="none"/>
                    </a:lnR>
                    <a:lnT cap="flat" cmpd="sng" w="9525">
                      <a:solidFill>
                        <a:srgbClr val="0A2B3C"/>
                      </a:solidFill>
                      <a:prstDash val="solid"/>
                      <a:round/>
                      <a:headEnd len="sm" w="sm" type="none"/>
                      <a:tailEnd len="sm" w="sm" type="none"/>
                    </a:lnT>
                    <a:lnB cap="flat" cmpd="sng" w="9525">
                      <a:solidFill>
                        <a:srgbClr val="0A2B3C"/>
                      </a:solidFill>
                      <a:prstDash val="solid"/>
                      <a:round/>
                      <a:headEnd len="sm" w="sm" type="none"/>
                      <a:tailEnd len="sm" w="sm" type="none"/>
                    </a:lnB>
                    <a:solidFill>
                      <a:srgbClr val="DBEFF9"/>
                    </a:solidFill>
                  </a:tcPr>
                </a:tc>
                <a:tc>
                  <a:txBody>
                    <a:bodyPr/>
                    <a:lstStyle/>
                    <a:p>
                      <a:pPr indent="0" lvl="0" marL="0" rtl="0" algn="ctr">
                        <a:lnSpc>
                          <a:spcPct val="115000"/>
                        </a:lnSpc>
                        <a:spcBef>
                          <a:spcPts val="0"/>
                        </a:spcBef>
                        <a:spcAft>
                          <a:spcPts val="0"/>
                        </a:spcAft>
                        <a:buNone/>
                      </a:pPr>
                      <a:r>
                        <a:rPr lang="en" sz="1000"/>
                        <a:t>Adheres to marine electrical standards and proven reliability.</a:t>
                      </a:r>
                      <a:endParaRPr sz="1000"/>
                    </a:p>
                  </a:txBody>
                  <a:tcPr marT="19050" marB="19050" marR="76200" marL="76200" anchor="ctr">
                    <a:lnL cap="flat" cmpd="sng" w="9525">
                      <a:solidFill>
                        <a:srgbClr val="0A2B3C"/>
                      </a:solidFill>
                      <a:prstDash val="solid"/>
                      <a:round/>
                      <a:headEnd len="sm" w="sm" type="none"/>
                      <a:tailEnd len="sm" w="sm" type="none"/>
                    </a:lnL>
                    <a:lnR cap="flat" cmpd="sng" w="9525">
                      <a:solidFill>
                        <a:srgbClr val="0A2B3C"/>
                      </a:solidFill>
                      <a:prstDash val="solid"/>
                      <a:round/>
                      <a:headEnd len="sm" w="sm" type="none"/>
                      <a:tailEnd len="sm" w="sm" type="none"/>
                    </a:lnR>
                    <a:lnT cap="flat" cmpd="sng" w="9525">
                      <a:solidFill>
                        <a:srgbClr val="0A2B3C"/>
                      </a:solidFill>
                      <a:prstDash val="solid"/>
                      <a:round/>
                      <a:headEnd len="sm" w="sm" type="none"/>
                      <a:tailEnd len="sm" w="sm" type="none"/>
                    </a:lnT>
                    <a:lnB cap="flat" cmpd="sng" w="9525">
                      <a:solidFill>
                        <a:srgbClr val="0A2B3C"/>
                      </a:solidFill>
                      <a:prstDash val="solid"/>
                      <a:round/>
                      <a:headEnd len="sm" w="sm" type="none"/>
                      <a:tailEnd len="sm" w="sm" type="none"/>
                    </a:lnB>
                    <a:solidFill>
                      <a:srgbClr val="DBEFF9"/>
                    </a:solidFill>
                  </a:tcPr>
                </a:tc>
                <a:tc vMerge="1"/>
                <a:tc>
                  <a:txBody>
                    <a:bodyPr/>
                    <a:lstStyle/>
                    <a:p>
                      <a:pPr indent="0" lvl="0" marL="0" rtl="0" algn="ctr">
                        <a:lnSpc>
                          <a:spcPct val="115000"/>
                        </a:lnSpc>
                        <a:spcBef>
                          <a:spcPts val="0"/>
                        </a:spcBef>
                        <a:spcAft>
                          <a:spcPts val="0"/>
                        </a:spcAft>
                        <a:buNone/>
                      </a:pPr>
                      <a:r>
                        <a:rPr lang="en" sz="1000">
                          <a:solidFill>
                            <a:srgbClr val="000000"/>
                          </a:solidFill>
                        </a:rPr>
                        <a:t>8%</a:t>
                      </a:r>
                      <a:endParaRPr sz="1000">
                        <a:solidFill>
                          <a:srgbClr val="000000"/>
                        </a:solidFill>
                      </a:endParaRPr>
                    </a:p>
                  </a:txBody>
                  <a:tcPr marT="91425" marB="91425" marR="28575" marL="28575" anchor="ctr">
                    <a:lnL cap="flat" cmpd="sng" w="9525">
                      <a:solidFill>
                        <a:srgbClr val="0A2B3C"/>
                      </a:solidFill>
                      <a:prstDash val="solid"/>
                      <a:round/>
                      <a:headEnd len="sm" w="sm" type="none"/>
                      <a:tailEnd len="sm" w="sm" type="none"/>
                    </a:lnL>
                    <a:lnR cap="flat" cmpd="sng" w="9525">
                      <a:solidFill>
                        <a:srgbClr val="0A2B3C"/>
                      </a:solidFill>
                      <a:prstDash val="solid"/>
                      <a:round/>
                      <a:headEnd len="sm" w="sm" type="none"/>
                      <a:tailEnd len="sm" w="sm" type="none"/>
                    </a:lnR>
                    <a:lnT cap="flat" cmpd="sng" w="9525">
                      <a:solidFill>
                        <a:srgbClr val="0A2B3C"/>
                      </a:solidFill>
                      <a:prstDash val="solid"/>
                      <a:round/>
                      <a:headEnd len="sm" w="sm" type="none"/>
                      <a:tailEnd len="sm" w="sm" type="none"/>
                    </a:lnT>
                    <a:lnB cap="flat" cmpd="sng" w="9525">
                      <a:solidFill>
                        <a:srgbClr val="0A2B3C"/>
                      </a:solidFill>
                      <a:prstDash val="solid"/>
                      <a:round/>
                      <a:headEnd len="sm" w="sm" type="none"/>
                      <a:tailEnd len="sm" w="sm" type="none"/>
                    </a:lnB>
                    <a:solidFill>
                      <a:srgbClr val="DBEFF9"/>
                    </a:solidFill>
                  </a:tcPr>
                </a:tc>
                <a:tc>
                  <a:txBody>
                    <a:bodyPr/>
                    <a:lstStyle/>
                    <a:p>
                      <a:pPr indent="0" lvl="0" marL="0" rtl="0" algn="ctr">
                        <a:lnSpc>
                          <a:spcPct val="115000"/>
                        </a:lnSpc>
                        <a:spcBef>
                          <a:spcPts val="0"/>
                        </a:spcBef>
                        <a:spcAft>
                          <a:spcPts val="0"/>
                        </a:spcAft>
                        <a:buNone/>
                      </a:pPr>
                      <a:r>
                        <a:rPr lang="en" sz="1000">
                          <a:solidFill>
                            <a:srgbClr val="000000"/>
                          </a:solidFill>
                        </a:rPr>
                        <a:t>5</a:t>
                      </a:r>
                      <a:endParaRPr sz="1000">
                        <a:solidFill>
                          <a:srgbClr val="000000"/>
                        </a:solidFill>
                      </a:endParaRPr>
                    </a:p>
                  </a:txBody>
                  <a:tcPr marT="91425" marB="91425" marR="28575" marL="28575" anchor="ctr">
                    <a:lnL cap="flat" cmpd="sng" w="9525">
                      <a:solidFill>
                        <a:srgbClr val="0A2B3C"/>
                      </a:solidFill>
                      <a:prstDash val="solid"/>
                      <a:round/>
                      <a:headEnd len="sm" w="sm" type="none"/>
                      <a:tailEnd len="sm" w="sm" type="none"/>
                    </a:lnL>
                    <a:lnR cap="flat" cmpd="sng" w="9525">
                      <a:solidFill>
                        <a:srgbClr val="0A2B3C"/>
                      </a:solidFill>
                      <a:prstDash val="solid"/>
                      <a:round/>
                      <a:headEnd len="sm" w="sm" type="none"/>
                      <a:tailEnd len="sm" w="sm" type="none"/>
                    </a:lnR>
                    <a:lnT cap="flat" cmpd="sng" w="9525">
                      <a:solidFill>
                        <a:srgbClr val="0A2B3C"/>
                      </a:solidFill>
                      <a:prstDash val="solid"/>
                      <a:round/>
                      <a:headEnd len="sm" w="sm" type="none"/>
                      <a:tailEnd len="sm" w="sm" type="none"/>
                    </a:lnT>
                    <a:lnB cap="flat" cmpd="sng" w="9525">
                      <a:solidFill>
                        <a:srgbClr val="0A2B3C"/>
                      </a:solidFill>
                      <a:prstDash val="solid"/>
                      <a:round/>
                      <a:headEnd len="sm" w="sm" type="none"/>
                      <a:tailEnd len="sm" w="sm" type="none"/>
                    </a:lnB>
                    <a:solidFill>
                      <a:srgbClr val="DBEFF9"/>
                    </a:solidFill>
                  </a:tcPr>
                </a:tc>
                <a:tc>
                  <a:txBody>
                    <a:bodyPr/>
                    <a:lstStyle/>
                    <a:p>
                      <a:pPr indent="0" lvl="0" marL="0" rtl="0" algn="ctr">
                        <a:lnSpc>
                          <a:spcPct val="115000"/>
                        </a:lnSpc>
                        <a:spcBef>
                          <a:spcPts val="0"/>
                        </a:spcBef>
                        <a:spcAft>
                          <a:spcPts val="0"/>
                        </a:spcAft>
                        <a:buNone/>
                      </a:pPr>
                      <a:r>
                        <a:rPr lang="en" sz="1000">
                          <a:solidFill>
                            <a:srgbClr val="000000"/>
                          </a:solidFill>
                        </a:rPr>
                        <a:t>4</a:t>
                      </a:r>
                      <a:endParaRPr sz="1000">
                        <a:solidFill>
                          <a:srgbClr val="000000"/>
                        </a:solidFill>
                      </a:endParaRPr>
                    </a:p>
                  </a:txBody>
                  <a:tcPr marT="91425" marB="91425" marR="28575" marL="28575" anchor="ctr">
                    <a:lnL cap="flat" cmpd="sng" w="9525">
                      <a:solidFill>
                        <a:srgbClr val="0A2B3C"/>
                      </a:solidFill>
                      <a:prstDash val="solid"/>
                      <a:round/>
                      <a:headEnd len="sm" w="sm" type="none"/>
                      <a:tailEnd len="sm" w="sm" type="none"/>
                    </a:lnL>
                    <a:lnR cap="flat" cmpd="sng" w="9525">
                      <a:solidFill>
                        <a:srgbClr val="0A2B3C"/>
                      </a:solidFill>
                      <a:prstDash val="solid"/>
                      <a:round/>
                      <a:headEnd len="sm" w="sm" type="none"/>
                      <a:tailEnd len="sm" w="sm" type="none"/>
                    </a:lnR>
                    <a:lnT cap="flat" cmpd="sng" w="9525">
                      <a:solidFill>
                        <a:srgbClr val="0A2B3C"/>
                      </a:solidFill>
                      <a:prstDash val="solid"/>
                      <a:round/>
                      <a:headEnd len="sm" w="sm" type="none"/>
                      <a:tailEnd len="sm" w="sm" type="none"/>
                    </a:lnT>
                    <a:lnB cap="flat" cmpd="sng" w="9525">
                      <a:solidFill>
                        <a:srgbClr val="0A2B3C"/>
                      </a:solidFill>
                      <a:prstDash val="solid"/>
                      <a:round/>
                      <a:headEnd len="sm" w="sm" type="none"/>
                      <a:tailEnd len="sm" w="sm" type="none"/>
                    </a:lnB>
                    <a:solidFill>
                      <a:srgbClr val="DBEFF9"/>
                    </a:solidFill>
                  </a:tcPr>
                </a:tc>
                <a:tc>
                  <a:txBody>
                    <a:bodyPr/>
                    <a:lstStyle/>
                    <a:p>
                      <a:pPr indent="0" lvl="0" marL="0" rtl="0" algn="ctr">
                        <a:lnSpc>
                          <a:spcPct val="115000"/>
                        </a:lnSpc>
                        <a:spcBef>
                          <a:spcPts val="0"/>
                        </a:spcBef>
                        <a:spcAft>
                          <a:spcPts val="0"/>
                        </a:spcAft>
                        <a:buNone/>
                      </a:pPr>
                      <a:r>
                        <a:rPr lang="en" sz="1000">
                          <a:solidFill>
                            <a:srgbClr val="000000"/>
                          </a:solidFill>
                        </a:rPr>
                        <a:t>3</a:t>
                      </a:r>
                      <a:endParaRPr sz="1000">
                        <a:solidFill>
                          <a:srgbClr val="000000"/>
                        </a:solidFill>
                      </a:endParaRPr>
                    </a:p>
                  </a:txBody>
                  <a:tcPr marT="91425" marB="91425" marR="28575" marL="28575" anchor="ctr">
                    <a:lnL cap="flat" cmpd="sng" w="9525">
                      <a:solidFill>
                        <a:srgbClr val="0A2B3C"/>
                      </a:solidFill>
                      <a:prstDash val="solid"/>
                      <a:round/>
                      <a:headEnd len="sm" w="sm" type="none"/>
                      <a:tailEnd len="sm" w="sm" type="none"/>
                    </a:lnL>
                    <a:lnR cap="flat" cmpd="sng" w="9525">
                      <a:solidFill>
                        <a:srgbClr val="0A2B3C"/>
                      </a:solidFill>
                      <a:prstDash val="solid"/>
                      <a:round/>
                      <a:headEnd len="sm" w="sm" type="none"/>
                      <a:tailEnd len="sm" w="sm" type="none"/>
                    </a:lnR>
                    <a:lnT cap="flat" cmpd="sng" w="9525">
                      <a:solidFill>
                        <a:srgbClr val="0A2B3C"/>
                      </a:solidFill>
                      <a:prstDash val="solid"/>
                      <a:round/>
                      <a:headEnd len="sm" w="sm" type="none"/>
                      <a:tailEnd len="sm" w="sm" type="none"/>
                    </a:lnT>
                    <a:lnB cap="flat" cmpd="sng" w="9525">
                      <a:solidFill>
                        <a:srgbClr val="0A2B3C"/>
                      </a:solidFill>
                      <a:prstDash val="solid"/>
                      <a:round/>
                      <a:headEnd len="sm" w="sm" type="none"/>
                      <a:tailEnd len="sm" w="sm" type="none"/>
                    </a:lnB>
                    <a:solidFill>
                      <a:srgbClr val="DBEFF9"/>
                    </a:solidFill>
                  </a:tcPr>
                </a:tc>
              </a:tr>
              <a:tr h="393075">
                <a:tc gridSpan="3">
                  <a:txBody>
                    <a:bodyPr/>
                    <a:lstStyle/>
                    <a:p>
                      <a:pPr indent="0" lvl="0" marL="0" rtl="0" algn="l">
                        <a:spcBef>
                          <a:spcPts val="0"/>
                        </a:spcBef>
                        <a:spcAft>
                          <a:spcPts val="0"/>
                        </a:spcAft>
                        <a:buNone/>
                      </a:pPr>
                      <a:r>
                        <a:t/>
                      </a:r>
                      <a:endParaRPr>
                        <a:solidFill>
                          <a:srgbClr val="FFFFFF"/>
                        </a:solidFill>
                      </a:endParaRPr>
                    </a:p>
                  </a:txBody>
                  <a:tcPr marT="91425" marB="91425" marR="28575" marL="28575" anchor="ctr">
                    <a:lnL cap="flat" cmpd="sng" w="9525">
                      <a:solidFill>
                        <a:srgbClr val="0A2B3C"/>
                      </a:solidFill>
                      <a:prstDash val="solid"/>
                      <a:round/>
                      <a:headEnd len="sm" w="sm" type="none"/>
                      <a:tailEnd len="sm" w="sm" type="none"/>
                    </a:lnL>
                    <a:lnR cap="flat" cmpd="sng" w="9525">
                      <a:solidFill>
                        <a:srgbClr val="0A2B3C"/>
                      </a:solidFill>
                      <a:prstDash val="solid"/>
                      <a:round/>
                      <a:headEnd len="sm" w="sm" type="none"/>
                      <a:tailEnd len="sm" w="sm" type="none"/>
                    </a:lnR>
                    <a:lnT cap="flat" cmpd="sng" w="9525">
                      <a:solidFill>
                        <a:srgbClr val="0A2B3C"/>
                      </a:solidFill>
                      <a:prstDash val="solid"/>
                      <a:round/>
                      <a:headEnd len="sm" w="sm" type="none"/>
                      <a:tailEnd len="sm" w="sm" type="none"/>
                    </a:lnT>
                    <a:lnB cap="flat" cmpd="sng" w="9525">
                      <a:solidFill>
                        <a:srgbClr val="0A2B3C"/>
                      </a:solidFill>
                      <a:prstDash val="solid"/>
                      <a:round/>
                      <a:headEnd len="sm" w="sm" type="none"/>
                      <a:tailEnd len="sm" w="sm" type="none"/>
                    </a:lnB>
                    <a:solidFill>
                      <a:srgbClr val="DBEFF9"/>
                    </a:solidFill>
                  </a:tcPr>
                </a:tc>
                <a:tc hMerge="1"/>
                <a:tc hMerge="1"/>
                <a:tc>
                  <a:txBody>
                    <a:bodyPr/>
                    <a:lstStyle/>
                    <a:p>
                      <a:pPr indent="0" lvl="0" marL="0" rtl="0" algn="ctr">
                        <a:lnSpc>
                          <a:spcPct val="115000"/>
                        </a:lnSpc>
                        <a:spcBef>
                          <a:spcPts val="0"/>
                        </a:spcBef>
                        <a:spcAft>
                          <a:spcPts val="0"/>
                        </a:spcAft>
                        <a:buNone/>
                      </a:pPr>
                      <a:r>
                        <a:rPr b="1" lang="en" sz="1000">
                          <a:solidFill>
                            <a:srgbClr val="000000"/>
                          </a:solidFill>
                        </a:rPr>
                        <a:t>100%</a:t>
                      </a:r>
                      <a:endParaRPr b="1" sz="1000">
                        <a:solidFill>
                          <a:srgbClr val="000000"/>
                        </a:solidFill>
                      </a:endParaRPr>
                    </a:p>
                  </a:txBody>
                  <a:tcPr marT="91425" marB="91425" marR="28575" marL="28575" anchor="ctr">
                    <a:lnL cap="flat" cmpd="sng" w="9525">
                      <a:solidFill>
                        <a:srgbClr val="0A2B3C"/>
                      </a:solidFill>
                      <a:prstDash val="solid"/>
                      <a:round/>
                      <a:headEnd len="sm" w="sm" type="none"/>
                      <a:tailEnd len="sm" w="sm" type="none"/>
                    </a:lnL>
                    <a:lnR cap="flat" cmpd="sng" w="9525">
                      <a:solidFill>
                        <a:srgbClr val="0A2B3C"/>
                      </a:solidFill>
                      <a:prstDash val="solid"/>
                      <a:round/>
                      <a:headEnd len="sm" w="sm" type="none"/>
                      <a:tailEnd len="sm" w="sm" type="none"/>
                    </a:lnR>
                    <a:lnT cap="flat" cmpd="sng" w="9525">
                      <a:solidFill>
                        <a:srgbClr val="0A2B3C"/>
                      </a:solidFill>
                      <a:prstDash val="solid"/>
                      <a:round/>
                      <a:headEnd len="sm" w="sm" type="none"/>
                      <a:tailEnd len="sm" w="sm" type="none"/>
                    </a:lnT>
                    <a:lnB cap="flat" cmpd="sng" w="9525">
                      <a:solidFill>
                        <a:srgbClr val="0A2B3C"/>
                      </a:solidFill>
                      <a:prstDash val="solid"/>
                      <a:round/>
                      <a:headEnd len="sm" w="sm" type="none"/>
                      <a:tailEnd len="sm" w="sm" type="none"/>
                    </a:lnB>
                    <a:solidFill>
                      <a:srgbClr val="DBEFF9"/>
                    </a:solidFill>
                  </a:tcPr>
                </a:tc>
                <a:tc>
                  <a:txBody>
                    <a:bodyPr/>
                    <a:lstStyle/>
                    <a:p>
                      <a:pPr indent="0" lvl="0" marL="0" rtl="0" algn="ctr">
                        <a:lnSpc>
                          <a:spcPct val="115000"/>
                        </a:lnSpc>
                        <a:spcBef>
                          <a:spcPts val="0"/>
                        </a:spcBef>
                        <a:spcAft>
                          <a:spcPts val="0"/>
                        </a:spcAft>
                        <a:buNone/>
                      </a:pPr>
                      <a:r>
                        <a:rPr lang="en" sz="1000">
                          <a:solidFill>
                            <a:srgbClr val="FFFFFF"/>
                          </a:solidFill>
                        </a:rPr>
                        <a:t>81.2%</a:t>
                      </a:r>
                      <a:endParaRPr sz="1000">
                        <a:solidFill>
                          <a:srgbClr val="FFFFFF"/>
                        </a:solidFill>
                      </a:endParaRPr>
                    </a:p>
                  </a:txBody>
                  <a:tcPr marT="91425" marB="91425" marR="28575" marL="28575" anchor="ctr">
                    <a:lnL cap="flat" cmpd="sng" w="9525">
                      <a:solidFill>
                        <a:srgbClr val="0A2B3C"/>
                      </a:solidFill>
                      <a:prstDash val="solid"/>
                      <a:round/>
                      <a:headEnd len="sm" w="sm" type="none"/>
                      <a:tailEnd len="sm" w="sm" type="none"/>
                    </a:lnL>
                    <a:lnR cap="flat" cmpd="sng" w="9525">
                      <a:solidFill>
                        <a:srgbClr val="0A2B3C"/>
                      </a:solidFill>
                      <a:prstDash val="solid"/>
                      <a:round/>
                      <a:headEnd len="sm" w="sm" type="none"/>
                      <a:tailEnd len="sm" w="sm" type="none"/>
                    </a:lnR>
                    <a:lnT cap="flat" cmpd="sng" w="9525">
                      <a:solidFill>
                        <a:srgbClr val="0A2B3C"/>
                      </a:solidFill>
                      <a:prstDash val="solid"/>
                      <a:round/>
                      <a:headEnd len="sm" w="sm" type="none"/>
                      <a:tailEnd len="sm" w="sm" type="none"/>
                    </a:lnT>
                    <a:lnB cap="flat" cmpd="sng" w="9525">
                      <a:solidFill>
                        <a:srgbClr val="0A2B3C"/>
                      </a:solidFill>
                      <a:prstDash val="solid"/>
                      <a:round/>
                      <a:headEnd len="sm" w="sm" type="none"/>
                      <a:tailEnd len="sm" w="sm" type="none"/>
                    </a:lnB>
                    <a:solidFill>
                      <a:srgbClr val="34A853"/>
                    </a:solidFill>
                  </a:tcPr>
                </a:tc>
                <a:tc>
                  <a:txBody>
                    <a:bodyPr/>
                    <a:lstStyle/>
                    <a:p>
                      <a:pPr indent="0" lvl="0" marL="0" rtl="0" algn="ctr">
                        <a:lnSpc>
                          <a:spcPct val="115000"/>
                        </a:lnSpc>
                        <a:spcBef>
                          <a:spcPts val="0"/>
                        </a:spcBef>
                        <a:spcAft>
                          <a:spcPts val="0"/>
                        </a:spcAft>
                        <a:buNone/>
                      </a:pPr>
                      <a:r>
                        <a:rPr lang="en" sz="1000">
                          <a:solidFill>
                            <a:srgbClr val="FFFFFF"/>
                          </a:solidFill>
                        </a:rPr>
                        <a:t>73.6%</a:t>
                      </a:r>
                      <a:endParaRPr sz="1000">
                        <a:solidFill>
                          <a:srgbClr val="FFFFFF"/>
                        </a:solidFill>
                      </a:endParaRPr>
                    </a:p>
                  </a:txBody>
                  <a:tcPr marT="91425" marB="91425" marR="28575" marL="28575" anchor="ctr">
                    <a:lnL cap="flat" cmpd="sng" w="9525">
                      <a:solidFill>
                        <a:srgbClr val="0A2B3C"/>
                      </a:solidFill>
                      <a:prstDash val="solid"/>
                      <a:round/>
                      <a:headEnd len="sm" w="sm" type="none"/>
                      <a:tailEnd len="sm" w="sm" type="none"/>
                    </a:lnL>
                    <a:lnR cap="flat" cmpd="sng" w="9525">
                      <a:solidFill>
                        <a:srgbClr val="0A2B3C"/>
                      </a:solidFill>
                      <a:prstDash val="solid"/>
                      <a:round/>
                      <a:headEnd len="sm" w="sm" type="none"/>
                      <a:tailEnd len="sm" w="sm" type="none"/>
                    </a:lnR>
                    <a:lnT cap="flat" cmpd="sng" w="9525">
                      <a:solidFill>
                        <a:srgbClr val="0A2B3C"/>
                      </a:solidFill>
                      <a:prstDash val="solid"/>
                      <a:round/>
                      <a:headEnd len="sm" w="sm" type="none"/>
                      <a:tailEnd len="sm" w="sm" type="none"/>
                    </a:lnT>
                    <a:lnB cap="flat" cmpd="sng" w="9525">
                      <a:solidFill>
                        <a:srgbClr val="0A2B3C"/>
                      </a:solidFill>
                      <a:prstDash val="solid"/>
                      <a:round/>
                      <a:headEnd len="sm" w="sm" type="none"/>
                      <a:tailEnd len="sm" w="sm" type="none"/>
                    </a:lnB>
                    <a:solidFill>
                      <a:srgbClr val="FF0000"/>
                    </a:solidFill>
                  </a:tcPr>
                </a:tc>
                <a:tc>
                  <a:txBody>
                    <a:bodyPr/>
                    <a:lstStyle/>
                    <a:p>
                      <a:pPr indent="0" lvl="0" marL="0" rtl="0" algn="ctr">
                        <a:lnSpc>
                          <a:spcPct val="115000"/>
                        </a:lnSpc>
                        <a:spcBef>
                          <a:spcPts val="0"/>
                        </a:spcBef>
                        <a:spcAft>
                          <a:spcPts val="0"/>
                        </a:spcAft>
                        <a:buNone/>
                      </a:pPr>
                      <a:r>
                        <a:rPr lang="en" sz="1000">
                          <a:solidFill>
                            <a:srgbClr val="FFFFFF"/>
                          </a:solidFill>
                        </a:rPr>
                        <a:t>69.6%</a:t>
                      </a:r>
                      <a:endParaRPr sz="1000">
                        <a:solidFill>
                          <a:srgbClr val="FFFFFF"/>
                        </a:solidFill>
                      </a:endParaRPr>
                    </a:p>
                  </a:txBody>
                  <a:tcPr marT="91425" marB="91425" marR="28575" marL="28575" anchor="ctr">
                    <a:lnL cap="flat" cmpd="sng" w="9525">
                      <a:solidFill>
                        <a:srgbClr val="0A2B3C"/>
                      </a:solidFill>
                      <a:prstDash val="solid"/>
                      <a:round/>
                      <a:headEnd len="sm" w="sm" type="none"/>
                      <a:tailEnd len="sm" w="sm" type="none"/>
                    </a:lnL>
                    <a:lnR cap="flat" cmpd="sng" w="9525">
                      <a:solidFill>
                        <a:srgbClr val="0A2B3C"/>
                      </a:solidFill>
                      <a:prstDash val="solid"/>
                      <a:round/>
                      <a:headEnd len="sm" w="sm" type="none"/>
                      <a:tailEnd len="sm" w="sm" type="none"/>
                    </a:lnR>
                    <a:lnT cap="flat" cmpd="sng" w="9525">
                      <a:solidFill>
                        <a:srgbClr val="0A2B3C"/>
                      </a:solidFill>
                      <a:prstDash val="solid"/>
                      <a:round/>
                      <a:headEnd len="sm" w="sm" type="none"/>
                      <a:tailEnd len="sm" w="sm" type="none"/>
                    </a:lnT>
                    <a:lnB cap="flat" cmpd="sng" w="9525">
                      <a:solidFill>
                        <a:srgbClr val="0A2B3C"/>
                      </a:solidFill>
                      <a:prstDash val="solid"/>
                      <a:round/>
                      <a:headEnd len="sm" w="sm" type="none"/>
                      <a:tailEnd len="sm" w="sm" type="none"/>
                    </a:lnB>
                    <a:solidFill>
                      <a:srgbClr val="FF0000"/>
                    </a:solidFill>
                  </a:tcPr>
                </a:tc>
              </a:tr>
            </a:tbl>
          </a:graphicData>
        </a:graphic>
      </p:graphicFrame>
      <p:sp>
        <p:nvSpPr>
          <p:cNvPr id="281" name="Google Shape;281;p32"/>
          <p:cNvSpPr txBox="1"/>
          <p:nvPr/>
        </p:nvSpPr>
        <p:spPr>
          <a:xfrm>
            <a:off x="6400792" y="4800"/>
            <a:ext cx="2743200" cy="365100"/>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r>
              <a:rPr lang="en" sz="2200">
                <a:solidFill>
                  <a:schemeClr val="lt1"/>
                </a:solidFill>
                <a:latin typeface="Balthazar"/>
                <a:ea typeface="Balthazar"/>
                <a:cs typeface="Balthazar"/>
                <a:sym typeface="Balthazar"/>
              </a:rPr>
              <a:t>22</a:t>
            </a:r>
            <a:endParaRPr sz="2200">
              <a:solidFill>
                <a:schemeClr val="lt1"/>
              </a:solidFill>
              <a:latin typeface="Balthazar"/>
              <a:ea typeface="Balthazar"/>
              <a:cs typeface="Balthazar"/>
              <a:sym typeface="Balthazar"/>
            </a:endParaRPr>
          </a:p>
        </p:txBody>
      </p:sp>
    </p:spTree>
  </p:cSld>
  <p:clrMapOvr>
    <a:masterClrMapping/>
  </p:clrMapOvr>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dk1"/>
        </a:solidFill>
      </p:bgPr>
    </p:bg>
    <p:spTree>
      <p:nvGrpSpPr>
        <p:cNvPr id="285" name="Shape 285"/>
        <p:cNvGrpSpPr/>
        <p:nvPr/>
      </p:nvGrpSpPr>
      <p:grpSpPr>
        <a:xfrm>
          <a:off x="0" y="0"/>
          <a:ext cx="0" cy="0"/>
          <a:chOff x="0" y="0"/>
          <a:chExt cx="0" cy="0"/>
        </a:xfrm>
      </p:grpSpPr>
      <p:sp>
        <p:nvSpPr>
          <p:cNvPr id="286" name="Google Shape;286;p33"/>
          <p:cNvSpPr/>
          <p:nvPr/>
        </p:nvSpPr>
        <p:spPr>
          <a:xfrm>
            <a:off x="241775" y="270250"/>
            <a:ext cx="8662800" cy="4680300"/>
          </a:xfrm>
          <a:prstGeom prst="rect">
            <a:avLst/>
          </a:prstGeom>
          <a:solidFill>
            <a:srgbClr val="0A1735"/>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cxnSp>
        <p:nvCxnSpPr>
          <p:cNvPr id="287" name="Google Shape;287;p33"/>
          <p:cNvCxnSpPr/>
          <p:nvPr/>
        </p:nvCxnSpPr>
        <p:spPr>
          <a:xfrm>
            <a:off x="595650" y="915550"/>
            <a:ext cx="5331000" cy="1500"/>
          </a:xfrm>
          <a:prstGeom prst="straightConnector1">
            <a:avLst/>
          </a:prstGeom>
          <a:noFill/>
          <a:ln cap="flat" cmpd="sng" w="19050">
            <a:solidFill>
              <a:schemeClr val="lt1"/>
            </a:solidFill>
            <a:prstDash val="solid"/>
            <a:round/>
            <a:headEnd len="med" w="med" type="none"/>
            <a:tailEnd len="med" w="med" type="none"/>
          </a:ln>
        </p:spPr>
      </p:cxnSp>
      <p:sp>
        <p:nvSpPr>
          <p:cNvPr id="288" name="Google Shape;288;p33"/>
          <p:cNvSpPr txBox="1"/>
          <p:nvPr/>
        </p:nvSpPr>
        <p:spPr>
          <a:xfrm>
            <a:off x="519700" y="354700"/>
            <a:ext cx="5736000" cy="5001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3400">
                <a:solidFill>
                  <a:schemeClr val="lt1"/>
                </a:solidFill>
                <a:latin typeface="Balthazar"/>
                <a:ea typeface="Balthazar"/>
                <a:cs typeface="Balthazar"/>
                <a:sym typeface="Balthazar"/>
              </a:rPr>
              <a:t>ROV/Topside Block Diagram</a:t>
            </a:r>
            <a:endParaRPr sz="3400">
              <a:solidFill>
                <a:schemeClr val="lt1"/>
              </a:solidFill>
              <a:latin typeface="Balthazar"/>
              <a:ea typeface="Balthazar"/>
              <a:cs typeface="Balthazar"/>
              <a:sym typeface="Balthazar"/>
            </a:endParaRPr>
          </a:p>
        </p:txBody>
      </p:sp>
      <p:pic>
        <p:nvPicPr>
          <p:cNvPr id="289" name="Google Shape;289;p33"/>
          <p:cNvPicPr preferRelativeResize="0"/>
          <p:nvPr/>
        </p:nvPicPr>
        <p:blipFill>
          <a:blip r:embed="rId3">
            <a:alphaModFix/>
          </a:blip>
          <a:stretch>
            <a:fillRect/>
          </a:stretch>
        </p:blipFill>
        <p:spPr>
          <a:xfrm>
            <a:off x="8322900" y="403175"/>
            <a:ext cx="451625" cy="451625"/>
          </a:xfrm>
          <a:prstGeom prst="rect">
            <a:avLst/>
          </a:prstGeom>
          <a:noFill/>
          <a:ln>
            <a:noFill/>
          </a:ln>
        </p:spPr>
      </p:pic>
      <p:pic>
        <p:nvPicPr>
          <p:cNvPr id="290" name="Google Shape;290;p33" title="Block Diagram (Khalid).png"/>
          <p:cNvPicPr preferRelativeResize="0"/>
          <p:nvPr/>
        </p:nvPicPr>
        <p:blipFill rotWithShape="1">
          <a:blip r:embed="rId4">
            <a:alphaModFix/>
          </a:blip>
          <a:srcRect b="7827" l="0" r="0" t="9699"/>
          <a:stretch/>
        </p:blipFill>
        <p:spPr>
          <a:xfrm>
            <a:off x="95841" y="1100925"/>
            <a:ext cx="8954648" cy="3562576"/>
          </a:xfrm>
          <a:prstGeom prst="rect">
            <a:avLst/>
          </a:prstGeom>
          <a:noFill/>
          <a:ln>
            <a:noFill/>
          </a:ln>
        </p:spPr>
      </p:pic>
      <p:sp>
        <p:nvSpPr>
          <p:cNvPr id="291" name="Google Shape;291;p33"/>
          <p:cNvSpPr txBox="1"/>
          <p:nvPr/>
        </p:nvSpPr>
        <p:spPr>
          <a:xfrm>
            <a:off x="6161367" y="4585450"/>
            <a:ext cx="2743200" cy="365100"/>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r>
              <a:rPr lang="en" sz="2200">
                <a:solidFill>
                  <a:schemeClr val="lt1"/>
                </a:solidFill>
                <a:latin typeface="Balthazar"/>
                <a:ea typeface="Balthazar"/>
                <a:cs typeface="Balthazar"/>
                <a:sym typeface="Balthazar"/>
              </a:rPr>
              <a:t>23</a:t>
            </a:r>
            <a:endParaRPr sz="2200">
              <a:solidFill>
                <a:schemeClr val="lt1"/>
              </a:solidFill>
              <a:latin typeface="Balthazar"/>
              <a:ea typeface="Balthazar"/>
              <a:cs typeface="Balthazar"/>
              <a:sym typeface="Balthazar"/>
            </a:endParaRPr>
          </a:p>
        </p:txBody>
      </p:sp>
    </p:spTree>
  </p:cSld>
  <p:clrMapOvr>
    <a:masterClrMapping/>
  </p:clrMapOvr>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dk1"/>
        </a:solidFill>
      </p:bgPr>
    </p:bg>
    <p:spTree>
      <p:nvGrpSpPr>
        <p:cNvPr id="295" name="Shape 295"/>
        <p:cNvGrpSpPr/>
        <p:nvPr/>
      </p:nvGrpSpPr>
      <p:grpSpPr>
        <a:xfrm>
          <a:off x="0" y="0"/>
          <a:ext cx="0" cy="0"/>
          <a:chOff x="0" y="0"/>
          <a:chExt cx="0" cy="0"/>
        </a:xfrm>
      </p:grpSpPr>
      <p:pic>
        <p:nvPicPr>
          <p:cNvPr id="296" name="Google Shape;296;p34"/>
          <p:cNvPicPr preferRelativeResize="0"/>
          <p:nvPr/>
        </p:nvPicPr>
        <p:blipFill>
          <a:blip r:embed="rId3">
            <a:alphaModFix/>
          </a:blip>
          <a:stretch>
            <a:fillRect/>
          </a:stretch>
        </p:blipFill>
        <p:spPr>
          <a:xfrm>
            <a:off x="0" y="0"/>
            <a:ext cx="9144000" cy="5244777"/>
          </a:xfrm>
          <a:prstGeom prst="rect">
            <a:avLst/>
          </a:prstGeom>
          <a:noFill/>
          <a:ln>
            <a:noFill/>
          </a:ln>
        </p:spPr>
      </p:pic>
      <p:sp>
        <p:nvSpPr>
          <p:cNvPr id="297" name="Google Shape;297;p34"/>
          <p:cNvSpPr txBox="1"/>
          <p:nvPr/>
        </p:nvSpPr>
        <p:spPr>
          <a:xfrm>
            <a:off x="6400792" y="4800"/>
            <a:ext cx="2743200" cy="365100"/>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r>
              <a:rPr lang="en" sz="2200">
                <a:solidFill>
                  <a:schemeClr val="lt1"/>
                </a:solidFill>
                <a:latin typeface="Balthazar"/>
                <a:ea typeface="Balthazar"/>
                <a:cs typeface="Balthazar"/>
                <a:sym typeface="Balthazar"/>
              </a:rPr>
              <a:t>24</a:t>
            </a:r>
            <a:endParaRPr sz="2200">
              <a:solidFill>
                <a:schemeClr val="lt1"/>
              </a:solidFill>
              <a:latin typeface="Balthazar"/>
              <a:ea typeface="Balthazar"/>
              <a:cs typeface="Balthazar"/>
              <a:sym typeface="Balthazar"/>
            </a:endParaRPr>
          </a:p>
        </p:txBody>
      </p:sp>
    </p:spTree>
  </p:cSld>
  <p:clrMapOvr>
    <a:masterClrMapping/>
  </p:clrMapOvr>
</p:sld>
</file>

<file path=ppt/slides/slide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dk1"/>
        </a:solidFill>
      </p:bgPr>
    </p:bg>
    <p:spTree>
      <p:nvGrpSpPr>
        <p:cNvPr id="301" name="Shape 301"/>
        <p:cNvGrpSpPr/>
        <p:nvPr/>
      </p:nvGrpSpPr>
      <p:grpSpPr>
        <a:xfrm>
          <a:off x="0" y="0"/>
          <a:ext cx="0" cy="0"/>
          <a:chOff x="0" y="0"/>
          <a:chExt cx="0" cy="0"/>
        </a:xfrm>
      </p:grpSpPr>
      <p:sp>
        <p:nvSpPr>
          <p:cNvPr id="302" name="Google Shape;302;p35"/>
          <p:cNvSpPr/>
          <p:nvPr/>
        </p:nvSpPr>
        <p:spPr>
          <a:xfrm>
            <a:off x="241775" y="270250"/>
            <a:ext cx="8662800" cy="4680300"/>
          </a:xfrm>
          <a:prstGeom prst="rect">
            <a:avLst/>
          </a:prstGeom>
          <a:solidFill>
            <a:srgbClr val="0A1735"/>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cxnSp>
        <p:nvCxnSpPr>
          <p:cNvPr id="303" name="Google Shape;303;p35"/>
          <p:cNvCxnSpPr/>
          <p:nvPr/>
        </p:nvCxnSpPr>
        <p:spPr>
          <a:xfrm>
            <a:off x="539146" y="850974"/>
            <a:ext cx="5331000" cy="1500"/>
          </a:xfrm>
          <a:prstGeom prst="straightConnector1">
            <a:avLst/>
          </a:prstGeom>
          <a:noFill/>
          <a:ln cap="flat" cmpd="sng" w="19050">
            <a:solidFill>
              <a:schemeClr val="lt1"/>
            </a:solidFill>
            <a:prstDash val="solid"/>
            <a:round/>
            <a:headEnd len="med" w="med" type="none"/>
            <a:tailEnd len="med" w="med" type="none"/>
          </a:ln>
        </p:spPr>
      </p:cxnSp>
      <p:sp>
        <p:nvSpPr>
          <p:cNvPr id="304" name="Google Shape;304;p35"/>
          <p:cNvSpPr txBox="1"/>
          <p:nvPr/>
        </p:nvSpPr>
        <p:spPr>
          <a:xfrm>
            <a:off x="463196" y="290124"/>
            <a:ext cx="5736000" cy="5001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3000">
                <a:solidFill>
                  <a:schemeClr val="lt1"/>
                </a:solidFill>
                <a:latin typeface="Balthazar"/>
                <a:ea typeface="Balthazar"/>
                <a:cs typeface="Balthazar"/>
                <a:sym typeface="Balthazar"/>
              </a:rPr>
              <a:t>ROV Block Diagram</a:t>
            </a:r>
            <a:endParaRPr sz="3000">
              <a:solidFill>
                <a:schemeClr val="lt1"/>
              </a:solidFill>
              <a:latin typeface="Balthazar"/>
              <a:ea typeface="Balthazar"/>
              <a:cs typeface="Balthazar"/>
              <a:sym typeface="Balthazar"/>
            </a:endParaRPr>
          </a:p>
        </p:txBody>
      </p:sp>
      <p:pic>
        <p:nvPicPr>
          <p:cNvPr id="305" name="Google Shape;305;p35"/>
          <p:cNvPicPr preferRelativeResize="0"/>
          <p:nvPr/>
        </p:nvPicPr>
        <p:blipFill>
          <a:blip r:embed="rId3">
            <a:alphaModFix/>
          </a:blip>
          <a:stretch>
            <a:fillRect/>
          </a:stretch>
        </p:blipFill>
        <p:spPr>
          <a:xfrm>
            <a:off x="8322900" y="403175"/>
            <a:ext cx="451625" cy="451625"/>
          </a:xfrm>
          <a:prstGeom prst="rect">
            <a:avLst/>
          </a:prstGeom>
          <a:noFill/>
          <a:ln>
            <a:noFill/>
          </a:ln>
        </p:spPr>
      </p:pic>
      <p:pic>
        <p:nvPicPr>
          <p:cNvPr id="306" name="Google Shape;306;p35" title="48 VDC Power Supply (1).png"/>
          <p:cNvPicPr preferRelativeResize="0"/>
          <p:nvPr/>
        </p:nvPicPr>
        <p:blipFill>
          <a:blip r:embed="rId4">
            <a:alphaModFix/>
          </a:blip>
          <a:stretch>
            <a:fillRect/>
          </a:stretch>
        </p:blipFill>
        <p:spPr>
          <a:xfrm>
            <a:off x="1057800" y="977775"/>
            <a:ext cx="7030750" cy="4165725"/>
          </a:xfrm>
          <a:prstGeom prst="rect">
            <a:avLst/>
          </a:prstGeom>
          <a:noFill/>
          <a:ln>
            <a:noFill/>
          </a:ln>
        </p:spPr>
      </p:pic>
      <p:sp>
        <p:nvSpPr>
          <p:cNvPr id="307" name="Google Shape;307;p35"/>
          <p:cNvSpPr txBox="1"/>
          <p:nvPr/>
        </p:nvSpPr>
        <p:spPr>
          <a:xfrm>
            <a:off x="6161367" y="4585450"/>
            <a:ext cx="2743200" cy="365100"/>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r>
              <a:rPr lang="en" sz="2200">
                <a:solidFill>
                  <a:schemeClr val="lt1"/>
                </a:solidFill>
                <a:latin typeface="Balthazar"/>
                <a:ea typeface="Balthazar"/>
                <a:cs typeface="Balthazar"/>
                <a:sym typeface="Balthazar"/>
              </a:rPr>
              <a:t>25</a:t>
            </a:r>
            <a:endParaRPr sz="2200">
              <a:solidFill>
                <a:schemeClr val="lt1"/>
              </a:solidFill>
              <a:latin typeface="Balthazar"/>
              <a:ea typeface="Balthazar"/>
              <a:cs typeface="Balthazar"/>
              <a:sym typeface="Balthazar"/>
            </a:endParaRPr>
          </a:p>
        </p:txBody>
      </p:sp>
    </p:spTree>
  </p:cSld>
  <p:clrMapOvr>
    <a:masterClrMapping/>
  </p:clrMapOvr>
</p:sld>
</file>

<file path=ppt/slides/slide2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dk1"/>
        </a:solidFill>
      </p:bgPr>
    </p:bg>
    <p:spTree>
      <p:nvGrpSpPr>
        <p:cNvPr id="311" name="Shape 311"/>
        <p:cNvGrpSpPr/>
        <p:nvPr/>
      </p:nvGrpSpPr>
      <p:grpSpPr>
        <a:xfrm>
          <a:off x="0" y="0"/>
          <a:ext cx="0" cy="0"/>
          <a:chOff x="0" y="0"/>
          <a:chExt cx="0" cy="0"/>
        </a:xfrm>
      </p:grpSpPr>
      <p:sp>
        <p:nvSpPr>
          <p:cNvPr id="312" name="Google Shape;312;p36"/>
          <p:cNvSpPr/>
          <p:nvPr/>
        </p:nvSpPr>
        <p:spPr>
          <a:xfrm>
            <a:off x="241775" y="270250"/>
            <a:ext cx="8662800" cy="4680300"/>
          </a:xfrm>
          <a:prstGeom prst="rect">
            <a:avLst/>
          </a:prstGeom>
          <a:solidFill>
            <a:srgbClr val="0A1735"/>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313" name="Google Shape;313;p36"/>
          <p:cNvSpPr txBox="1"/>
          <p:nvPr/>
        </p:nvSpPr>
        <p:spPr>
          <a:xfrm>
            <a:off x="241775" y="2071650"/>
            <a:ext cx="8662800" cy="5001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lang="en" sz="3400">
                <a:solidFill>
                  <a:schemeClr val="lt1"/>
                </a:solidFill>
                <a:latin typeface="Balthazar"/>
                <a:ea typeface="Balthazar"/>
                <a:cs typeface="Balthazar"/>
                <a:sym typeface="Balthazar"/>
              </a:rPr>
              <a:t>Guidance, Navigation, and Control (GNC)</a:t>
            </a:r>
            <a:endParaRPr sz="3400">
              <a:solidFill>
                <a:schemeClr val="lt1"/>
              </a:solidFill>
              <a:latin typeface="Balthazar"/>
              <a:ea typeface="Balthazar"/>
              <a:cs typeface="Balthazar"/>
              <a:sym typeface="Balthazar"/>
            </a:endParaRPr>
          </a:p>
          <a:p>
            <a:pPr indent="0" lvl="0" marL="0" rtl="0" algn="ctr">
              <a:spcBef>
                <a:spcPts val="0"/>
              </a:spcBef>
              <a:spcAft>
                <a:spcPts val="0"/>
              </a:spcAft>
              <a:buNone/>
            </a:pPr>
            <a:r>
              <a:t/>
            </a:r>
            <a:endParaRPr sz="3400">
              <a:solidFill>
                <a:schemeClr val="lt1"/>
              </a:solidFill>
              <a:latin typeface="Balthazar"/>
              <a:ea typeface="Balthazar"/>
              <a:cs typeface="Balthazar"/>
              <a:sym typeface="Balthazar"/>
            </a:endParaRPr>
          </a:p>
          <a:p>
            <a:pPr indent="0" lvl="0" marL="0" rtl="0" algn="ctr">
              <a:spcBef>
                <a:spcPts val="0"/>
              </a:spcBef>
              <a:spcAft>
                <a:spcPts val="0"/>
              </a:spcAft>
              <a:buNone/>
            </a:pPr>
            <a:r>
              <a:t/>
            </a:r>
            <a:endParaRPr sz="3400">
              <a:solidFill>
                <a:schemeClr val="lt1"/>
              </a:solidFill>
              <a:latin typeface="Balthazar"/>
              <a:ea typeface="Balthazar"/>
              <a:cs typeface="Balthazar"/>
              <a:sym typeface="Balthazar"/>
            </a:endParaRPr>
          </a:p>
        </p:txBody>
      </p:sp>
      <p:cxnSp>
        <p:nvCxnSpPr>
          <p:cNvPr id="314" name="Google Shape;314;p36"/>
          <p:cNvCxnSpPr/>
          <p:nvPr/>
        </p:nvCxnSpPr>
        <p:spPr>
          <a:xfrm>
            <a:off x="2557950" y="2663425"/>
            <a:ext cx="3889200" cy="0"/>
          </a:xfrm>
          <a:prstGeom prst="straightConnector1">
            <a:avLst/>
          </a:prstGeom>
          <a:noFill/>
          <a:ln cap="flat" cmpd="sng" w="19050">
            <a:solidFill>
              <a:schemeClr val="lt1"/>
            </a:solidFill>
            <a:prstDash val="solid"/>
            <a:round/>
            <a:headEnd len="med" w="med" type="none"/>
            <a:tailEnd len="med" w="med" type="none"/>
          </a:ln>
        </p:spPr>
      </p:cxnSp>
      <p:pic>
        <p:nvPicPr>
          <p:cNvPr id="315" name="Google Shape;315;p36"/>
          <p:cNvPicPr preferRelativeResize="0"/>
          <p:nvPr/>
        </p:nvPicPr>
        <p:blipFill>
          <a:blip r:embed="rId3">
            <a:alphaModFix/>
          </a:blip>
          <a:stretch>
            <a:fillRect/>
          </a:stretch>
        </p:blipFill>
        <p:spPr>
          <a:xfrm>
            <a:off x="4823625" y="2988175"/>
            <a:ext cx="4080949" cy="1962375"/>
          </a:xfrm>
          <a:prstGeom prst="rect">
            <a:avLst/>
          </a:prstGeom>
          <a:noFill/>
          <a:ln>
            <a:noFill/>
          </a:ln>
        </p:spPr>
      </p:pic>
      <p:pic>
        <p:nvPicPr>
          <p:cNvPr id="316" name="Google Shape;316;p36"/>
          <p:cNvPicPr preferRelativeResize="0"/>
          <p:nvPr/>
        </p:nvPicPr>
        <p:blipFill>
          <a:blip r:embed="rId3">
            <a:alphaModFix/>
          </a:blip>
          <a:stretch>
            <a:fillRect/>
          </a:stretch>
        </p:blipFill>
        <p:spPr>
          <a:xfrm rot="10800000">
            <a:off x="241775" y="270250"/>
            <a:ext cx="4080949" cy="1962375"/>
          </a:xfrm>
          <a:prstGeom prst="rect">
            <a:avLst/>
          </a:prstGeom>
          <a:noFill/>
          <a:ln>
            <a:noFill/>
          </a:ln>
        </p:spPr>
      </p:pic>
      <p:pic>
        <p:nvPicPr>
          <p:cNvPr id="317" name="Google Shape;317;p36"/>
          <p:cNvPicPr preferRelativeResize="0"/>
          <p:nvPr/>
        </p:nvPicPr>
        <p:blipFill>
          <a:blip r:embed="rId4">
            <a:alphaModFix/>
          </a:blip>
          <a:stretch>
            <a:fillRect/>
          </a:stretch>
        </p:blipFill>
        <p:spPr>
          <a:xfrm>
            <a:off x="8322900" y="414650"/>
            <a:ext cx="451625" cy="451625"/>
          </a:xfrm>
          <a:prstGeom prst="rect">
            <a:avLst/>
          </a:prstGeom>
          <a:noFill/>
          <a:ln>
            <a:noFill/>
          </a:ln>
        </p:spPr>
      </p:pic>
    </p:spTree>
  </p:cSld>
  <p:clrMapOvr>
    <a:masterClrMapping/>
  </p:clrMapOvr>
</p:sld>
</file>

<file path=ppt/slides/slide2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dk1"/>
        </a:solidFill>
      </p:bgPr>
    </p:bg>
    <p:spTree>
      <p:nvGrpSpPr>
        <p:cNvPr id="321" name="Shape 321"/>
        <p:cNvGrpSpPr/>
        <p:nvPr/>
      </p:nvGrpSpPr>
      <p:grpSpPr>
        <a:xfrm>
          <a:off x="0" y="0"/>
          <a:ext cx="0" cy="0"/>
          <a:chOff x="0" y="0"/>
          <a:chExt cx="0" cy="0"/>
        </a:xfrm>
      </p:grpSpPr>
      <p:sp>
        <p:nvSpPr>
          <p:cNvPr id="322" name="Google Shape;322;p37"/>
          <p:cNvSpPr/>
          <p:nvPr/>
        </p:nvSpPr>
        <p:spPr>
          <a:xfrm>
            <a:off x="241775" y="270250"/>
            <a:ext cx="8662800" cy="4680300"/>
          </a:xfrm>
          <a:prstGeom prst="rect">
            <a:avLst/>
          </a:prstGeom>
          <a:solidFill>
            <a:srgbClr val="0A1735"/>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cxnSp>
        <p:nvCxnSpPr>
          <p:cNvPr id="323" name="Google Shape;323;p37"/>
          <p:cNvCxnSpPr/>
          <p:nvPr/>
        </p:nvCxnSpPr>
        <p:spPr>
          <a:xfrm>
            <a:off x="595650" y="915550"/>
            <a:ext cx="5331000" cy="1500"/>
          </a:xfrm>
          <a:prstGeom prst="straightConnector1">
            <a:avLst/>
          </a:prstGeom>
          <a:noFill/>
          <a:ln cap="flat" cmpd="sng" w="19050">
            <a:solidFill>
              <a:schemeClr val="lt1"/>
            </a:solidFill>
            <a:prstDash val="solid"/>
            <a:round/>
            <a:headEnd len="med" w="med" type="none"/>
            <a:tailEnd len="med" w="med" type="none"/>
          </a:ln>
        </p:spPr>
      </p:cxnSp>
      <p:sp>
        <p:nvSpPr>
          <p:cNvPr id="324" name="Google Shape;324;p37"/>
          <p:cNvSpPr txBox="1"/>
          <p:nvPr/>
        </p:nvSpPr>
        <p:spPr>
          <a:xfrm>
            <a:off x="519700" y="354700"/>
            <a:ext cx="5736000" cy="5001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3400">
                <a:solidFill>
                  <a:schemeClr val="lt1"/>
                </a:solidFill>
                <a:latin typeface="Balthazar"/>
                <a:ea typeface="Balthazar"/>
                <a:cs typeface="Balthazar"/>
                <a:sym typeface="Balthazar"/>
              </a:rPr>
              <a:t>Single Board Computer (SBC)</a:t>
            </a:r>
            <a:endParaRPr sz="3400">
              <a:solidFill>
                <a:schemeClr val="lt1"/>
              </a:solidFill>
              <a:latin typeface="Balthazar"/>
              <a:ea typeface="Balthazar"/>
              <a:cs typeface="Balthazar"/>
              <a:sym typeface="Balthazar"/>
            </a:endParaRPr>
          </a:p>
          <a:p>
            <a:pPr indent="0" lvl="0" marL="0" rtl="0" algn="l">
              <a:spcBef>
                <a:spcPts val="0"/>
              </a:spcBef>
              <a:spcAft>
                <a:spcPts val="0"/>
              </a:spcAft>
              <a:buNone/>
            </a:pPr>
            <a:r>
              <a:t/>
            </a:r>
            <a:endParaRPr sz="3400">
              <a:solidFill>
                <a:schemeClr val="lt1"/>
              </a:solidFill>
              <a:latin typeface="Balthazar"/>
              <a:ea typeface="Balthazar"/>
              <a:cs typeface="Balthazar"/>
              <a:sym typeface="Balthazar"/>
            </a:endParaRPr>
          </a:p>
        </p:txBody>
      </p:sp>
      <p:sp>
        <p:nvSpPr>
          <p:cNvPr id="325" name="Google Shape;325;p37"/>
          <p:cNvSpPr txBox="1"/>
          <p:nvPr/>
        </p:nvSpPr>
        <p:spPr>
          <a:xfrm>
            <a:off x="482625" y="1286075"/>
            <a:ext cx="5331000" cy="1416000"/>
          </a:xfrm>
          <a:prstGeom prst="rect">
            <a:avLst/>
          </a:prstGeom>
          <a:noFill/>
          <a:ln>
            <a:noFill/>
          </a:ln>
        </p:spPr>
        <p:txBody>
          <a:bodyPr anchorCtr="0" anchor="t" bIns="91425" lIns="91425" spcFirstLastPara="1" rIns="91425" wrap="square" tIns="91425">
            <a:spAutoFit/>
          </a:bodyPr>
          <a:lstStyle/>
          <a:p>
            <a:pPr indent="-355600" lvl="0" marL="457200" rtl="0" algn="l">
              <a:spcBef>
                <a:spcPts val="0"/>
              </a:spcBef>
              <a:spcAft>
                <a:spcPts val="0"/>
              </a:spcAft>
              <a:buClr>
                <a:schemeClr val="lt1"/>
              </a:buClr>
              <a:buSzPts val="2000"/>
              <a:buFont typeface="Calibri"/>
              <a:buChar char="●"/>
            </a:pPr>
            <a:r>
              <a:rPr lang="en" sz="2000">
                <a:solidFill>
                  <a:schemeClr val="lt1"/>
                </a:solidFill>
                <a:latin typeface="Calibri"/>
                <a:ea typeface="Calibri"/>
                <a:cs typeface="Calibri"/>
                <a:sym typeface="Calibri"/>
              </a:rPr>
              <a:t>8 GB RAM</a:t>
            </a:r>
            <a:endParaRPr sz="2000">
              <a:solidFill>
                <a:schemeClr val="lt1"/>
              </a:solidFill>
              <a:latin typeface="Calibri"/>
              <a:ea typeface="Calibri"/>
              <a:cs typeface="Calibri"/>
              <a:sym typeface="Calibri"/>
            </a:endParaRPr>
          </a:p>
          <a:p>
            <a:pPr indent="-355600" lvl="0" marL="457200" rtl="0" algn="l">
              <a:spcBef>
                <a:spcPts val="0"/>
              </a:spcBef>
              <a:spcAft>
                <a:spcPts val="0"/>
              </a:spcAft>
              <a:buClr>
                <a:schemeClr val="lt1"/>
              </a:buClr>
              <a:buSzPts val="2000"/>
              <a:buFont typeface="Calibri"/>
              <a:buChar char="●"/>
            </a:pPr>
            <a:r>
              <a:rPr lang="en" sz="2000">
                <a:solidFill>
                  <a:schemeClr val="lt1"/>
                </a:solidFill>
                <a:latin typeface="Calibri"/>
                <a:ea typeface="Calibri"/>
                <a:cs typeface="Calibri"/>
                <a:sym typeface="Calibri"/>
              </a:rPr>
              <a:t>2.4 Ghz CPU</a:t>
            </a:r>
            <a:endParaRPr sz="2000">
              <a:solidFill>
                <a:schemeClr val="lt1"/>
              </a:solidFill>
              <a:latin typeface="Calibri"/>
              <a:ea typeface="Calibri"/>
              <a:cs typeface="Calibri"/>
              <a:sym typeface="Calibri"/>
            </a:endParaRPr>
          </a:p>
          <a:p>
            <a:pPr indent="-355600" lvl="0" marL="457200" rtl="0" algn="l">
              <a:spcBef>
                <a:spcPts val="0"/>
              </a:spcBef>
              <a:spcAft>
                <a:spcPts val="0"/>
              </a:spcAft>
              <a:buClr>
                <a:schemeClr val="lt1"/>
              </a:buClr>
              <a:buSzPts val="2000"/>
              <a:buFont typeface="Calibri"/>
              <a:buChar char="●"/>
            </a:pPr>
            <a:r>
              <a:rPr lang="en" sz="2000">
                <a:solidFill>
                  <a:schemeClr val="lt1"/>
                </a:solidFill>
                <a:latin typeface="Calibri"/>
                <a:ea typeface="Calibri"/>
                <a:cs typeface="Calibri"/>
                <a:sym typeface="Calibri"/>
              </a:rPr>
              <a:t>Ethernet (1 Gbps) connectivity</a:t>
            </a:r>
            <a:endParaRPr sz="2000">
              <a:solidFill>
                <a:schemeClr val="lt1"/>
              </a:solidFill>
              <a:latin typeface="Calibri"/>
              <a:ea typeface="Calibri"/>
              <a:cs typeface="Calibri"/>
              <a:sym typeface="Calibri"/>
            </a:endParaRPr>
          </a:p>
          <a:p>
            <a:pPr indent="0" lvl="0" marL="0" rtl="0" algn="l">
              <a:spcBef>
                <a:spcPts val="0"/>
              </a:spcBef>
              <a:spcAft>
                <a:spcPts val="0"/>
              </a:spcAft>
              <a:buNone/>
            </a:pPr>
            <a:r>
              <a:t/>
            </a:r>
            <a:endParaRPr sz="2000">
              <a:solidFill>
                <a:schemeClr val="lt1"/>
              </a:solidFill>
              <a:latin typeface="Calibri"/>
              <a:ea typeface="Calibri"/>
              <a:cs typeface="Calibri"/>
              <a:sym typeface="Calibri"/>
            </a:endParaRPr>
          </a:p>
        </p:txBody>
      </p:sp>
      <p:pic>
        <p:nvPicPr>
          <p:cNvPr id="326" name="Google Shape;326;p37"/>
          <p:cNvPicPr preferRelativeResize="0"/>
          <p:nvPr/>
        </p:nvPicPr>
        <p:blipFill>
          <a:blip r:embed="rId3">
            <a:alphaModFix/>
          </a:blip>
          <a:stretch>
            <a:fillRect/>
          </a:stretch>
        </p:blipFill>
        <p:spPr>
          <a:xfrm>
            <a:off x="8322900" y="403175"/>
            <a:ext cx="451625" cy="451625"/>
          </a:xfrm>
          <a:prstGeom prst="rect">
            <a:avLst/>
          </a:prstGeom>
          <a:noFill/>
          <a:ln>
            <a:noFill/>
          </a:ln>
        </p:spPr>
      </p:pic>
      <p:pic>
        <p:nvPicPr>
          <p:cNvPr id="327" name="Google Shape;327;p37"/>
          <p:cNvPicPr preferRelativeResize="0"/>
          <p:nvPr/>
        </p:nvPicPr>
        <p:blipFill>
          <a:blip r:embed="rId4">
            <a:alphaModFix/>
          </a:blip>
          <a:stretch>
            <a:fillRect/>
          </a:stretch>
        </p:blipFill>
        <p:spPr>
          <a:xfrm>
            <a:off x="6699971" y="917050"/>
            <a:ext cx="2074553" cy="1561100"/>
          </a:xfrm>
          <a:prstGeom prst="rect">
            <a:avLst/>
          </a:prstGeom>
          <a:noFill/>
          <a:ln>
            <a:noFill/>
          </a:ln>
        </p:spPr>
      </p:pic>
      <p:pic>
        <p:nvPicPr>
          <p:cNvPr id="328" name="Google Shape;328;p37"/>
          <p:cNvPicPr preferRelativeResize="0"/>
          <p:nvPr/>
        </p:nvPicPr>
        <p:blipFill>
          <a:blip r:embed="rId5">
            <a:alphaModFix/>
          </a:blip>
          <a:stretch>
            <a:fillRect/>
          </a:stretch>
        </p:blipFill>
        <p:spPr>
          <a:xfrm>
            <a:off x="367999" y="2403050"/>
            <a:ext cx="6039401" cy="2431450"/>
          </a:xfrm>
          <a:prstGeom prst="rect">
            <a:avLst/>
          </a:prstGeom>
          <a:noFill/>
          <a:ln>
            <a:noFill/>
          </a:ln>
        </p:spPr>
      </p:pic>
      <p:sp>
        <p:nvSpPr>
          <p:cNvPr id="329" name="Google Shape;329;p37"/>
          <p:cNvSpPr txBox="1"/>
          <p:nvPr/>
        </p:nvSpPr>
        <p:spPr>
          <a:xfrm>
            <a:off x="4737750" y="1482050"/>
            <a:ext cx="1848600" cy="4926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2000">
                <a:solidFill>
                  <a:schemeClr val="lt1"/>
                </a:solidFill>
                <a:latin typeface="Calibri"/>
                <a:ea typeface="Calibri"/>
                <a:cs typeface="Calibri"/>
                <a:sym typeface="Calibri"/>
              </a:rPr>
              <a:t>Raspberry Pi 5</a:t>
            </a:r>
            <a:endParaRPr sz="2000">
              <a:solidFill>
                <a:schemeClr val="lt1"/>
              </a:solidFill>
              <a:latin typeface="Calibri"/>
              <a:ea typeface="Calibri"/>
              <a:cs typeface="Calibri"/>
              <a:sym typeface="Calibri"/>
            </a:endParaRPr>
          </a:p>
        </p:txBody>
      </p:sp>
      <p:sp>
        <p:nvSpPr>
          <p:cNvPr id="330" name="Google Shape;330;p37"/>
          <p:cNvSpPr txBox="1"/>
          <p:nvPr/>
        </p:nvSpPr>
        <p:spPr>
          <a:xfrm>
            <a:off x="6161367" y="4585450"/>
            <a:ext cx="2743200" cy="365100"/>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r>
              <a:rPr lang="en" sz="2200">
                <a:solidFill>
                  <a:schemeClr val="lt1"/>
                </a:solidFill>
                <a:latin typeface="Balthazar"/>
                <a:ea typeface="Balthazar"/>
                <a:cs typeface="Balthazar"/>
                <a:sym typeface="Balthazar"/>
              </a:rPr>
              <a:t>27</a:t>
            </a:r>
            <a:endParaRPr sz="2200">
              <a:solidFill>
                <a:schemeClr val="lt1"/>
              </a:solidFill>
              <a:latin typeface="Balthazar"/>
              <a:ea typeface="Balthazar"/>
              <a:cs typeface="Balthazar"/>
              <a:sym typeface="Balthazar"/>
            </a:endParaRPr>
          </a:p>
        </p:txBody>
      </p:sp>
    </p:spTree>
  </p:cSld>
  <p:clrMapOvr>
    <a:masterClrMapping/>
  </p:clrMapOvr>
</p:sld>
</file>

<file path=ppt/slides/slide2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dk1"/>
        </a:solidFill>
      </p:bgPr>
    </p:bg>
    <p:spTree>
      <p:nvGrpSpPr>
        <p:cNvPr id="334" name="Shape 334"/>
        <p:cNvGrpSpPr/>
        <p:nvPr/>
      </p:nvGrpSpPr>
      <p:grpSpPr>
        <a:xfrm>
          <a:off x="0" y="0"/>
          <a:ext cx="0" cy="0"/>
          <a:chOff x="0" y="0"/>
          <a:chExt cx="0" cy="0"/>
        </a:xfrm>
      </p:grpSpPr>
      <p:sp>
        <p:nvSpPr>
          <p:cNvPr id="335" name="Google Shape;335;p38"/>
          <p:cNvSpPr/>
          <p:nvPr/>
        </p:nvSpPr>
        <p:spPr>
          <a:xfrm>
            <a:off x="241775" y="270250"/>
            <a:ext cx="8662800" cy="4680300"/>
          </a:xfrm>
          <a:prstGeom prst="rect">
            <a:avLst/>
          </a:prstGeom>
          <a:solidFill>
            <a:srgbClr val="0A1735"/>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cxnSp>
        <p:nvCxnSpPr>
          <p:cNvPr id="336" name="Google Shape;336;p38"/>
          <p:cNvCxnSpPr/>
          <p:nvPr/>
        </p:nvCxnSpPr>
        <p:spPr>
          <a:xfrm>
            <a:off x="595650" y="915550"/>
            <a:ext cx="5331000" cy="1500"/>
          </a:xfrm>
          <a:prstGeom prst="straightConnector1">
            <a:avLst/>
          </a:prstGeom>
          <a:noFill/>
          <a:ln cap="flat" cmpd="sng" w="19050">
            <a:solidFill>
              <a:schemeClr val="lt1"/>
            </a:solidFill>
            <a:prstDash val="solid"/>
            <a:round/>
            <a:headEnd len="med" w="med" type="none"/>
            <a:tailEnd len="med" w="med" type="none"/>
          </a:ln>
        </p:spPr>
      </p:cxnSp>
      <p:sp>
        <p:nvSpPr>
          <p:cNvPr id="337" name="Google Shape;337;p38"/>
          <p:cNvSpPr txBox="1"/>
          <p:nvPr/>
        </p:nvSpPr>
        <p:spPr>
          <a:xfrm>
            <a:off x="519700" y="354700"/>
            <a:ext cx="5736000" cy="5001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3400">
                <a:solidFill>
                  <a:schemeClr val="lt1"/>
                </a:solidFill>
                <a:latin typeface="Balthazar"/>
                <a:ea typeface="Balthazar"/>
                <a:cs typeface="Balthazar"/>
                <a:sym typeface="Balthazar"/>
              </a:rPr>
              <a:t>Operating System on ROV</a:t>
            </a:r>
            <a:endParaRPr sz="3400">
              <a:solidFill>
                <a:schemeClr val="lt1"/>
              </a:solidFill>
              <a:latin typeface="Balthazar"/>
              <a:ea typeface="Balthazar"/>
              <a:cs typeface="Balthazar"/>
              <a:sym typeface="Balthazar"/>
            </a:endParaRPr>
          </a:p>
          <a:p>
            <a:pPr indent="0" lvl="0" marL="0" rtl="0" algn="l">
              <a:spcBef>
                <a:spcPts val="0"/>
              </a:spcBef>
              <a:spcAft>
                <a:spcPts val="0"/>
              </a:spcAft>
              <a:buNone/>
            </a:pPr>
            <a:r>
              <a:t/>
            </a:r>
            <a:endParaRPr sz="3400">
              <a:solidFill>
                <a:schemeClr val="lt1"/>
              </a:solidFill>
              <a:latin typeface="Balthazar"/>
              <a:ea typeface="Balthazar"/>
              <a:cs typeface="Balthazar"/>
              <a:sym typeface="Balthazar"/>
            </a:endParaRPr>
          </a:p>
        </p:txBody>
      </p:sp>
      <p:sp>
        <p:nvSpPr>
          <p:cNvPr id="338" name="Google Shape;338;p38"/>
          <p:cNvSpPr txBox="1"/>
          <p:nvPr/>
        </p:nvSpPr>
        <p:spPr>
          <a:xfrm>
            <a:off x="421513" y="1197275"/>
            <a:ext cx="5331000" cy="1108200"/>
          </a:xfrm>
          <a:prstGeom prst="rect">
            <a:avLst/>
          </a:prstGeom>
          <a:noFill/>
          <a:ln>
            <a:noFill/>
          </a:ln>
        </p:spPr>
        <p:txBody>
          <a:bodyPr anchorCtr="0" anchor="t" bIns="91425" lIns="91425" spcFirstLastPara="1" rIns="91425" wrap="square" tIns="91425">
            <a:spAutoFit/>
          </a:bodyPr>
          <a:lstStyle/>
          <a:p>
            <a:pPr indent="-368300" lvl="0" marL="457200" rtl="0" algn="l">
              <a:spcBef>
                <a:spcPts val="0"/>
              </a:spcBef>
              <a:spcAft>
                <a:spcPts val="0"/>
              </a:spcAft>
              <a:buClr>
                <a:schemeClr val="lt1"/>
              </a:buClr>
              <a:buSzPts val="2200"/>
              <a:buFont typeface="Calibri"/>
              <a:buChar char="●"/>
            </a:pPr>
            <a:r>
              <a:rPr lang="en" sz="2200">
                <a:solidFill>
                  <a:schemeClr val="lt1"/>
                </a:solidFill>
                <a:latin typeface="Calibri"/>
                <a:ea typeface="Calibri"/>
                <a:cs typeface="Calibri"/>
                <a:sym typeface="Calibri"/>
              </a:rPr>
              <a:t>Compatible with our SBC</a:t>
            </a:r>
            <a:endParaRPr sz="2200">
              <a:solidFill>
                <a:schemeClr val="lt1"/>
              </a:solidFill>
              <a:latin typeface="Calibri"/>
              <a:ea typeface="Calibri"/>
              <a:cs typeface="Calibri"/>
              <a:sym typeface="Calibri"/>
            </a:endParaRPr>
          </a:p>
          <a:p>
            <a:pPr indent="-368300" lvl="0" marL="457200" rtl="0" algn="l">
              <a:spcBef>
                <a:spcPts val="0"/>
              </a:spcBef>
              <a:spcAft>
                <a:spcPts val="0"/>
              </a:spcAft>
              <a:buClr>
                <a:schemeClr val="lt1"/>
              </a:buClr>
              <a:buSzPts val="2200"/>
              <a:buFont typeface="Calibri"/>
              <a:buChar char="●"/>
            </a:pPr>
            <a:r>
              <a:rPr lang="en" sz="2200">
                <a:solidFill>
                  <a:schemeClr val="lt1"/>
                </a:solidFill>
                <a:latin typeface="Calibri"/>
                <a:ea typeface="Calibri"/>
                <a:cs typeface="Calibri"/>
                <a:sym typeface="Calibri"/>
              </a:rPr>
              <a:t>Python coding</a:t>
            </a:r>
            <a:endParaRPr sz="2200">
              <a:solidFill>
                <a:schemeClr val="lt1"/>
              </a:solidFill>
              <a:latin typeface="Calibri"/>
              <a:ea typeface="Calibri"/>
              <a:cs typeface="Calibri"/>
              <a:sym typeface="Calibri"/>
            </a:endParaRPr>
          </a:p>
          <a:p>
            <a:pPr indent="0" lvl="0" marL="0" rtl="0" algn="l">
              <a:spcBef>
                <a:spcPts val="0"/>
              </a:spcBef>
              <a:spcAft>
                <a:spcPts val="0"/>
              </a:spcAft>
              <a:buNone/>
            </a:pPr>
            <a:r>
              <a:t/>
            </a:r>
            <a:endParaRPr sz="1600">
              <a:solidFill>
                <a:schemeClr val="lt1"/>
              </a:solidFill>
              <a:latin typeface="Calibri"/>
              <a:ea typeface="Calibri"/>
              <a:cs typeface="Calibri"/>
              <a:sym typeface="Calibri"/>
            </a:endParaRPr>
          </a:p>
        </p:txBody>
      </p:sp>
      <p:pic>
        <p:nvPicPr>
          <p:cNvPr id="339" name="Google Shape;339;p38"/>
          <p:cNvPicPr preferRelativeResize="0"/>
          <p:nvPr/>
        </p:nvPicPr>
        <p:blipFill>
          <a:blip r:embed="rId3">
            <a:alphaModFix/>
          </a:blip>
          <a:stretch>
            <a:fillRect/>
          </a:stretch>
        </p:blipFill>
        <p:spPr>
          <a:xfrm>
            <a:off x="8322900" y="403175"/>
            <a:ext cx="451625" cy="451625"/>
          </a:xfrm>
          <a:prstGeom prst="rect">
            <a:avLst/>
          </a:prstGeom>
          <a:noFill/>
          <a:ln>
            <a:noFill/>
          </a:ln>
        </p:spPr>
      </p:pic>
      <p:pic>
        <p:nvPicPr>
          <p:cNvPr id="340" name="Google Shape;340;p38"/>
          <p:cNvPicPr preferRelativeResize="0"/>
          <p:nvPr/>
        </p:nvPicPr>
        <p:blipFill>
          <a:blip r:embed="rId4">
            <a:alphaModFix/>
          </a:blip>
          <a:stretch>
            <a:fillRect/>
          </a:stretch>
        </p:blipFill>
        <p:spPr>
          <a:xfrm>
            <a:off x="4979675" y="1035950"/>
            <a:ext cx="3343216" cy="1803713"/>
          </a:xfrm>
          <a:prstGeom prst="rect">
            <a:avLst/>
          </a:prstGeom>
          <a:noFill/>
          <a:ln>
            <a:noFill/>
          </a:ln>
        </p:spPr>
      </p:pic>
      <p:pic>
        <p:nvPicPr>
          <p:cNvPr id="341" name="Google Shape;341;p38"/>
          <p:cNvPicPr preferRelativeResize="0"/>
          <p:nvPr/>
        </p:nvPicPr>
        <p:blipFill>
          <a:blip r:embed="rId5">
            <a:alphaModFix/>
          </a:blip>
          <a:stretch>
            <a:fillRect/>
          </a:stretch>
        </p:blipFill>
        <p:spPr>
          <a:xfrm>
            <a:off x="372350" y="2958563"/>
            <a:ext cx="5330999" cy="1873236"/>
          </a:xfrm>
          <a:prstGeom prst="rect">
            <a:avLst/>
          </a:prstGeom>
          <a:noFill/>
          <a:ln>
            <a:noFill/>
          </a:ln>
        </p:spPr>
      </p:pic>
      <p:pic>
        <p:nvPicPr>
          <p:cNvPr id="342" name="Google Shape;342;p38"/>
          <p:cNvPicPr preferRelativeResize="0"/>
          <p:nvPr/>
        </p:nvPicPr>
        <p:blipFill>
          <a:blip r:embed="rId6">
            <a:alphaModFix/>
          </a:blip>
          <a:stretch>
            <a:fillRect/>
          </a:stretch>
        </p:blipFill>
        <p:spPr>
          <a:xfrm>
            <a:off x="1296475" y="2172400"/>
            <a:ext cx="1978575" cy="601500"/>
          </a:xfrm>
          <a:prstGeom prst="rect">
            <a:avLst/>
          </a:prstGeom>
          <a:noFill/>
          <a:ln>
            <a:noFill/>
          </a:ln>
        </p:spPr>
      </p:pic>
      <p:sp>
        <p:nvSpPr>
          <p:cNvPr id="343" name="Google Shape;343;p38"/>
          <p:cNvSpPr txBox="1"/>
          <p:nvPr/>
        </p:nvSpPr>
        <p:spPr>
          <a:xfrm>
            <a:off x="6161367" y="4585450"/>
            <a:ext cx="2743200" cy="365100"/>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r>
              <a:rPr lang="en" sz="2200">
                <a:solidFill>
                  <a:schemeClr val="lt1"/>
                </a:solidFill>
                <a:latin typeface="Balthazar"/>
                <a:ea typeface="Balthazar"/>
                <a:cs typeface="Balthazar"/>
                <a:sym typeface="Balthazar"/>
              </a:rPr>
              <a:t>28</a:t>
            </a:r>
            <a:endParaRPr sz="2200">
              <a:solidFill>
                <a:schemeClr val="lt1"/>
              </a:solidFill>
              <a:latin typeface="Balthazar"/>
              <a:ea typeface="Balthazar"/>
              <a:cs typeface="Balthazar"/>
              <a:sym typeface="Balthazar"/>
            </a:endParaRPr>
          </a:p>
        </p:txBody>
      </p:sp>
    </p:spTree>
  </p:cSld>
  <p:clrMapOvr>
    <a:masterClrMapping/>
  </p:clrMapOvr>
</p:sld>
</file>

<file path=ppt/slides/slide2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dk1"/>
        </a:solidFill>
      </p:bgPr>
    </p:bg>
    <p:spTree>
      <p:nvGrpSpPr>
        <p:cNvPr id="347" name="Shape 347"/>
        <p:cNvGrpSpPr/>
        <p:nvPr/>
      </p:nvGrpSpPr>
      <p:grpSpPr>
        <a:xfrm>
          <a:off x="0" y="0"/>
          <a:ext cx="0" cy="0"/>
          <a:chOff x="0" y="0"/>
          <a:chExt cx="0" cy="0"/>
        </a:xfrm>
      </p:grpSpPr>
      <p:sp>
        <p:nvSpPr>
          <p:cNvPr id="348" name="Google Shape;348;p39"/>
          <p:cNvSpPr/>
          <p:nvPr/>
        </p:nvSpPr>
        <p:spPr>
          <a:xfrm>
            <a:off x="241775" y="270250"/>
            <a:ext cx="8662800" cy="4680300"/>
          </a:xfrm>
          <a:prstGeom prst="rect">
            <a:avLst/>
          </a:prstGeom>
          <a:solidFill>
            <a:srgbClr val="0A1735"/>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cxnSp>
        <p:nvCxnSpPr>
          <p:cNvPr id="349" name="Google Shape;349;p39"/>
          <p:cNvCxnSpPr/>
          <p:nvPr/>
        </p:nvCxnSpPr>
        <p:spPr>
          <a:xfrm>
            <a:off x="595650" y="915550"/>
            <a:ext cx="5331000" cy="1500"/>
          </a:xfrm>
          <a:prstGeom prst="straightConnector1">
            <a:avLst/>
          </a:prstGeom>
          <a:noFill/>
          <a:ln cap="flat" cmpd="sng" w="19050">
            <a:solidFill>
              <a:schemeClr val="lt1"/>
            </a:solidFill>
            <a:prstDash val="solid"/>
            <a:round/>
            <a:headEnd len="med" w="med" type="none"/>
            <a:tailEnd len="med" w="med" type="none"/>
          </a:ln>
        </p:spPr>
      </p:cxnSp>
      <p:sp>
        <p:nvSpPr>
          <p:cNvPr id="350" name="Google Shape;350;p39"/>
          <p:cNvSpPr txBox="1"/>
          <p:nvPr/>
        </p:nvSpPr>
        <p:spPr>
          <a:xfrm>
            <a:off x="519700" y="354700"/>
            <a:ext cx="5736000" cy="5001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3400">
                <a:solidFill>
                  <a:schemeClr val="lt1"/>
                </a:solidFill>
                <a:latin typeface="Balthazar"/>
                <a:ea typeface="Balthazar"/>
                <a:cs typeface="Balthazar"/>
                <a:sym typeface="Balthazar"/>
              </a:rPr>
              <a:t>Inertial Measurement Unit</a:t>
            </a:r>
            <a:endParaRPr sz="3400">
              <a:solidFill>
                <a:schemeClr val="lt1"/>
              </a:solidFill>
              <a:latin typeface="Balthazar"/>
              <a:ea typeface="Balthazar"/>
              <a:cs typeface="Balthazar"/>
              <a:sym typeface="Balthazar"/>
            </a:endParaRPr>
          </a:p>
          <a:p>
            <a:pPr indent="0" lvl="0" marL="0" rtl="0" algn="l">
              <a:spcBef>
                <a:spcPts val="0"/>
              </a:spcBef>
              <a:spcAft>
                <a:spcPts val="0"/>
              </a:spcAft>
              <a:buNone/>
            </a:pPr>
            <a:r>
              <a:t/>
            </a:r>
            <a:endParaRPr sz="3400">
              <a:solidFill>
                <a:schemeClr val="lt1"/>
              </a:solidFill>
              <a:latin typeface="Balthazar"/>
              <a:ea typeface="Balthazar"/>
              <a:cs typeface="Balthazar"/>
              <a:sym typeface="Balthazar"/>
            </a:endParaRPr>
          </a:p>
        </p:txBody>
      </p:sp>
      <p:sp>
        <p:nvSpPr>
          <p:cNvPr id="351" name="Google Shape;351;p39"/>
          <p:cNvSpPr txBox="1"/>
          <p:nvPr/>
        </p:nvSpPr>
        <p:spPr>
          <a:xfrm>
            <a:off x="519700" y="1164950"/>
            <a:ext cx="3811200" cy="1723800"/>
          </a:xfrm>
          <a:prstGeom prst="rect">
            <a:avLst/>
          </a:prstGeom>
          <a:noFill/>
          <a:ln>
            <a:noFill/>
          </a:ln>
        </p:spPr>
        <p:txBody>
          <a:bodyPr anchorCtr="0" anchor="t" bIns="91425" lIns="91425" spcFirstLastPara="1" rIns="91425" wrap="square" tIns="91425">
            <a:spAutoFit/>
          </a:bodyPr>
          <a:lstStyle/>
          <a:p>
            <a:pPr indent="-355600" lvl="0" marL="457200" rtl="0" algn="l">
              <a:spcBef>
                <a:spcPts val="0"/>
              </a:spcBef>
              <a:spcAft>
                <a:spcPts val="0"/>
              </a:spcAft>
              <a:buClr>
                <a:schemeClr val="lt1"/>
              </a:buClr>
              <a:buSzPts val="2000"/>
              <a:buFont typeface="Calibri"/>
              <a:buChar char="●"/>
            </a:pPr>
            <a:r>
              <a:rPr lang="en" sz="2000">
                <a:solidFill>
                  <a:schemeClr val="lt1"/>
                </a:solidFill>
                <a:latin typeface="Calibri"/>
                <a:ea typeface="Calibri"/>
                <a:cs typeface="Calibri"/>
                <a:sym typeface="Calibri"/>
              </a:rPr>
              <a:t>Compatible with BlueOS</a:t>
            </a:r>
            <a:endParaRPr sz="2000">
              <a:solidFill>
                <a:schemeClr val="lt1"/>
              </a:solidFill>
              <a:latin typeface="Calibri"/>
              <a:ea typeface="Calibri"/>
              <a:cs typeface="Calibri"/>
              <a:sym typeface="Calibri"/>
            </a:endParaRPr>
          </a:p>
          <a:p>
            <a:pPr indent="-355600" lvl="0" marL="457200" rtl="0" algn="l">
              <a:spcBef>
                <a:spcPts val="0"/>
              </a:spcBef>
              <a:spcAft>
                <a:spcPts val="0"/>
              </a:spcAft>
              <a:buClr>
                <a:schemeClr val="lt1"/>
              </a:buClr>
              <a:buSzPts val="2000"/>
              <a:buFont typeface="Calibri"/>
              <a:buChar char="●"/>
            </a:pPr>
            <a:r>
              <a:rPr lang="en" sz="2000">
                <a:solidFill>
                  <a:schemeClr val="lt1"/>
                </a:solidFill>
                <a:latin typeface="Calibri"/>
                <a:ea typeface="Calibri"/>
                <a:cs typeface="Calibri"/>
                <a:sym typeface="Calibri"/>
              </a:rPr>
              <a:t>Has more than IMU, compass and barometer</a:t>
            </a:r>
            <a:endParaRPr sz="2000">
              <a:solidFill>
                <a:schemeClr val="lt1"/>
              </a:solidFill>
              <a:latin typeface="Calibri"/>
              <a:ea typeface="Calibri"/>
              <a:cs typeface="Calibri"/>
              <a:sym typeface="Calibri"/>
            </a:endParaRPr>
          </a:p>
          <a:p>
            <a:pPr indent="-355600" lvl="0" marL="457200" rtl="0" algn="l">
              <a:spcBef>
                <a:spcPts val="0"/>
              </a:spcBef>
              <a:spcAft>
                <a:spcPts val="0"/>
              </a:spcAft>
              <a:buClr>
                <a:schemeClr val="lt1"/>
              </a:buClr>
              <a:buSzPts val="2000"/>
              <a:buFont typeface="Calibri"/>
              <a:buChar char="●"/>
            </a:pPr>
            <a:r>
              <a:rPr lang="en" sz="2000">
                <a:solidFill>
                  <a:schemeClr val="lt1"/>
                </a:solidFill>
                <a:latin typeface="Calibri"/>
                <a:ea typeface="Calibri"/>
                <a:cs typeface="Calibri"/>
                <a:sym typeface="Calibri"/>
              </a:rPr>
              <a:t>6 DOF</a:t>
            </a:r>
            <a:endParaRPr sz="2000">
              <a:solidFill>
                <a:schemeClr val="lt1"/>
              </a:solidFill>
              <a:latin typeface="Calibri"/>
              <a:ea typeface="Calibri"/>
              <a:cs typeface="Calibri"/>
              <a:sym typeface="Calibri"/>
            </a:endParaRPr>
          </a:p>
          <a:p>
            <a:pPr indent="0" lvl="0" marL="0" rtl="0" algn="l">
              <a:spcBef>
                <a:spcPts val="0"/>
              </a:spcBef>
              <a:spcAft>
                <a:spcPts val="0"/>
              </a:spcAft>
              <a:buNone/>
            </a:pPr>
            <a:r>
              <a:t/>
            </a:r>
            <a:endParaRPr sz="2000">
              <a:solidFill>
                <a:schemeClr val="lt1"/>
              </a:solidFill>
              <a:latin typeface="Calibri"/>
              <a:ea typeface="Calibri"/>
              <a:cs typeface="Calibri"/>
              <a:sym typeface="Calibri"/>
            </a:endParaRPr>
          </a:p>
        </p:txBody>
      </p:sp>
      <p:pic>
        <p:nvPicPr>
          <p:cNvPr id="352" name="Google Shape;352;p39"/>
          <p:cNvPicPr preferRelativeResize="0"/>
          <p:nvPr/>
        </p:nvPicPr>
        <p:blipFill>
          <a:blip r:embed="rId3">
            <a:alphaModFix/>
          </a:blip>
          <a:stretch>
            <a:fillRect/>
          </a:stretch>
        </p:blipFill>
        <p:spPr>
          <a:xfrm>
            <a:off x="8322900" y="403175"/>
            <a:ext cx="451625" cy="451625"/>
          </a:xfrm>
          <a:prstGeom prst="rect">
            <a:avLst/>
          </a:prstGeom>
          <a:noFill/>
          <a:ln>
            <a:noFill/>
          </a:ln>
        </p:spPr>
      </p:pic>
      <p:pic>
        <p:nvPicPr>
          <p:cNvPr id="353" name="Google Shape;353;p39" title="aslkdalksjdkals.png"/>
          <p:cNvPicPr preferRelativeResize="0"/>
          <p:nvPr/>
        </p:nvPicPr>
        <p:blipFill>
          <a:blip r:embed="rId4">
            <a:alphaModFix/>
          </a:blip>
          <a:stretch>
            <a:fillRect/>
          </a:stretch>
        </p:blipFill>
        <p:spPr>
          <a:xfrm>
            <a:off x="6198775" y="1022525"/>
            <a:ext cx="2672626" cy="1866226"/>
          </a:xfrm>
          <a:prstGeom prst="rect">
            <a:avLst/>
          </a:prstGeom>
          <a:noFill/>
          <a:ln>
            <a:noFill/>
          </a:ln>
        </p:spPr>
      </p:pic>
      <p:pic>
        <p:nvPicPr>
          <p:cNvPr id="354" name="Google Shape;354;p39" title="Screenshot 2025-10-25 at 8.44.28 AM.png"/>
          <p:cNvPicPr preferRelativeResize="0"/>
          <p:nvPr/>
        </p:nvPicPr>
        <p:blipFill>
          <a:blip r:embed="rId5">
            <a:alphaModFix/>
          </a:blip>
          <a:stretch>
            <a:fillRect/>
          </a:stretch>
        </p:blipFill>
        <p:spPr>
          <a:xfrm>
            <a:off x="406375" y="2751126"/>
            <a:ext cx="6281226" cy="2051825"/>
          </a:xfrm>
          <a:prstGeom prst="rect">
            <a:avLst/>
          </a:prstGeom>
          <a:noFill/>
          <a:ln>
            <a:noFill/>
          </a:ln>
        </p:spPr>
      </p:pic>
      <p:sp>
        <p:nvSpPr>
          <p:cNvPr id="355" name="Google Shape;355;p39"/>
          <p:cNvSpPr txBox="1"/>
          <p:nvPr/>
        </p:nvSpPr>
        <p:spPr>
          <a:xfrm>
            <a:off x="4776000" y="1398425"/>
            <a:ext cx="1850700" cy="8004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2000">
                <a:solidFill>
                  <a:schemeClr val="lt1"/>
                </a:solidFill>
                <a:latin typeface="Calibri"/>
                <a:ea typeface="Calibri"/>
                <a:cs typeface="Calibri"/>
                <a:sym typeface="Calibri"/>
              </a:rPr>
              <a:t>BlueRobotics Navigator</a:t>
            </a:r>
            <a:endParaRPr sz="2000">
              <a:solidFill>
                <a:schemeClr val="lt1"/>
              </a:solidFill>
              <a:latin typeface="Calibri"/>
              <a:ea typeface="Calibri"/>
              <a:cs typeface="Calibri"/>
              <a:sym typeface="Calibri"/>
            </a:endParaRPr>
          </a:p>
        </p:txBody>
      </p:sp>
      <p:sp>
        <p:nvSpPr>
          <p:cNvPr id="356" name="Google Shape;356;p39"/>
          <p:cNvSpPr txBox="1"/>
          <p:nvPr/>
        </p:nvSpPr>
        <p:spPr>
          <a:xfrm>
            <a:off x="6161367" y="4585450"/>
            <a:ext cx="2743200" cy="365100"/>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r>
              <a:rPr lang="en" sz="2200">
                <a:solidFill>
                  <a:schemeClr val="lt1"/>
                </a:solidFill>
                <a:latin typeface="Balthazar"/>
                <a:ea typeface="Balthazar"/>
                <a:cs typeface="Balthazar"/>
                <a:sym typeface="Balthazar"/>
              </a:rPr>
              <a:t>29</a:t>
            </a:r>
            <a:endParaRPr sz="2200">
              <a:solidFill>
                <a:schemeClr val="lt1"/>
              </a:solidFill>
              <a:latin typeface="Balthazar"/>
              <a:ea typeface="Balthazar"/>
              <a:cs typeface="Balthazar"/>
              <a:sym typeface="Balthazar"/>
            </a:endParaRPr>
          </a:p>
        </p:txBody>
      </p:sp>
    </p:spTree>
  </p:cSld>
  <p:clrMapOvr>
    <a:masterClrMapping/>
  </p:clrMapOvr>
</p:sld>
</file>

<file path=ppt/slides/slide2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dk1"/>
        </a:solidFill>
      </p:bgPr>
    </p:bg>
    <p:spTree>
      <p:nvGrpSpPr>
        <p:cNvPr id="360" name="Shape 360"/>
        <p:cNvGrpSpPr/>
        <p:nvPr/>
      </p:nvGrpSpPr>
      <p:grpSpPr>
        <a:xfrm>
          <a:off x="0" y="0"/>
          <a:ext cx="0" cy="0"/>
          <a:chOff x="0" y="0"/>
          <a:chExt cx="0" cy="0"/>
        </a:xfrm>
      </p:grpSpPr>
      <p:sp>
        <p:nvSpPr>
          <p:cNvPr id="361" name="Google Shape;361;p40"/>
          <p:cNvSpPr/>
          <p:nvPr/>
        </p:nvSpPr>
        <p:spPr>
          <a:xfrm>
            <a:off x="241775" y="270250"/>
            <a:ext cx="8662800" cy="4680300"/>
          </a:xfrm>
          <a:prstGeom prst="rect">
            <a:avLst/>
          </a:prstGeom>
          <a:solidFill>
            <a:srgbClr val="0A1735"/>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cxnSp>
        <p:nvCxnSpPr>
          <p:cNvPr id="362" name="Google Shape;362;p40"/>
          <p:cNvCxnSpPr/>
          <p:nvPr/>
        </p:nvCxnSpPr>
        <p:spPr>
          <a:xfrm>
            <a:off x="595650" y="915550"/>
            <a:ext cx="5331000" cy="1500"/>
          </a:xfrm>
          <a:prstGeom prst="straightConnector1">
            <a:avLst/>
          </a:prstGeom>
          <a:noFill/>
          <a:ln cap="flat" cmpd="sng" w="19050">
            <a:solidFill>
              <a:schemeClr val="lt1"/>
            </a:solidFill>
            <a:prstDash val="solid"/>
            <a:round/>
            <a:headEnd len="med" w="med" type="none"/>
            <a:tailEnd len="med" w="med" type="none"/>
          </a:ln>
        </p:spPr>
      </p:cxnSp>
      <p:sp>
        <p:nvSpPr>
          <p:cNvPr id="363" name="Google Shape;363;p40"/>
          <p:cNvSpPr txBox="1"/>
          <p:nvPr/>
        </p:nvSpPr>
        <p:spPr>
          <a:xfrm>
            <a:off x="519700" y="354700"/>
            <a:ext cx="5736000" cy="5001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3400">
                <a:solidFill>
                  <a:schemeClr val="lt1"/>
                </a:solidFill>
                <a:latin typeface="Balthazar"/>
                <a:ea typeface="Balthazar"/>
                <a:cs typeface="Balthazar"/>
                <a:sym typeface="Balthazar"/>
              </a:rPr>
              <a:t>Camera</a:t>
            </a:r>
            <a:endParaRPr sz="3400">
              <a:solidFill>
                <a:schemeClr val="lt1"/>
              </a:solidFill>
              <a:latin typeface="Balthazar"/>
              <a:ea typeface="Balthazar"/>
              <a:cs typeface="Balthazar"/>
              <a:sym typeface="Balthazar"/>
            </a:endParaRPr>
          </a:p>
        </p:txBody>
      </p:sp>
      <p:sp>
        <p:nvSpPr>
          <p:cNvPr id="364" name="Google Shape;364;p40"/>
          <p:cNvSpPr txBox="1"/>
          <p:nvPr/>
        </p:nvSpPr>
        <p:spPr>
          <a:xfrm>
            <a:off x="450350" y="1264750"/>
            <a:ext cx="5331000" cy="1662300"/>
          </a:xfrm>
          <a:prstGeom prst="rect">
            <a:avLst/>
          </a:prstGeom>
          <a:noFill/>
          <a:ln>
            <a:noFill/>
          </a:ln>
        </p:spPr>
        <p:txBody>
          <a:bodyPr anchorCtr="0" anchor="t" bIns="91425" lIns="91425" spcFirstLastPara="1" rIns="91425" wrap="square" tIns="91425">
            <a:spAutoFit/>
          </a:bodyPr>
          <a:lstStyle/>
          <a:p>
            <a:pPr indent="-355600" lvl="0" marL="457200" rtl="0" algn="l">
              <a:spcBef>
                <a:spcPts val="0"/>
              </a:spcBef>
              <a:spcAft>
                <a:spcPts val="0"/>
              </a:spcAft>
              <a:buClr>
                <a:schemeClr val="lt1"/>
              </a:buClr>
              <a:buSzPts val="2000"/>
              <a:buFont typeface="Calibri"/>
              <a:buChar char="●"/>
            </a:pPr>
            <a:r>
              <a:rPr lang="en" sz="2000">
                <a:solidFill>
                  <a:schemeClr val="lt1"/>
                </a:solidFill>
                <a:latin typeface="Calibri"/>
                <a:ea typeface="Calibri"/>
                <a:cs typeface="Calibri"/>
                <a:sym typeface="Calibri"/>
              </a:rPr>
              <a:t>One camera (4K) for photogrammetry</a:t>
            </a:r>
            <a:endParaRPr sz="2000">
              <a:solidFill>
                <a:schemeClr val="lt1"/>
              </a:solidFill>
              <a:latin typeface="Calibri"/>
              <a:ea typeface="Calibri"/>
              <a:cs typeface="Calibri"/>
              <a:sym typeface="Calibri"/>
            </a:endParaRPr>
          </a:p>
          <a:p>
            <a:pPr indent="-355600" lvl="0" marL="457200" rtl="0" algn="l">
              <a:spcBef>
                <a:spcPts val="0"/>
              </a:spcBef>
              <a:spcAft>
                <a:spcPts val="0"/>
              </a:spcAft>
              <a:buClr>
                <a:schemeClr val="lt1"/>
              </a:buClr>
              <a:buSzPts val="2000"/>
              <a:buFont typeface="Calibri"/>
              <a:buChar char="●"/>
            </a:pPr>
            <a:r>
              <a:rPr lang="en" sz="2000">
                <a:solidFill>
                  <a:schemeClr val="lt1"/>
                </a:solidFill>
                <a:latin typeface="Calibri"/>
                <a:ea typeface="Calibri"/>
                <a:cs typeface="Calibri"/>
                <a:sym typeface="Calibri"/>
              </a:rPr>
              <a:t>12 MP, Max 15 fps, Photo mode</a:t>
            </a:r>
            <a:endParaRPr sz="2000">
              <a:solidFill>
                <a:schemeClr val="lt1"/>
              </a:solidFill>
              <a:latin typeface="Calibri"/>
              <a:ea typeface="Calibri"/>
              <a:cs typeface="Calibri"/>
              <a:sym typeface="Calibri"/>
            </a:endParaRPr>
          </a:p>
          <a:p>
            <a:pPr indent="-355600" lvl="0" marL="457200" rtl="0" algn="l">
              <a:spcBef>
                <a:spcPts val="0"/>
              </a:spcBef>
              <a:spcAft>
                <a:spcPts val="0"/>
              </a:spcAft>
              <a:buClr>
                <a:schemeClr val="lt1"/>
              </a:buClr>
              <a:buSzPts val="2000"/>
              <a:buFont typeface="Calibri"/>
              <a:buChar char="●"/>
            </a:pPr>
            <a:r>
              <a:rPr lang="en" sz="2000">
                <a:solidFill>
                  <a:schemeClr val="lt1"/>
                </a:solidFill>
                <a:latin typeface="Calibri"/>
                <a:ea typeface="Calibri"/>
                <a:cs typeface="Calibri"/>
                <a:sym typeface="Calibri"/>
              </a:rPr>
              <a:t>Other camera for video feed</a:t>
            </a:r>
            <a:endParaRPr sz="2000">
              <a:solidFill>
                <a:schemeClr val="lt1"/>
              </a:solidFill>
              <a:latin typeface="Calibri"/>
              <a:ea typeface="Calibri"/>
              <a:cs typeface="Calibri"/>
              <a:sym typeface="Calibri"/>
            </a:endParaRPr>
          </a:p>
          <a:p>
            <a:pPr indent="-355600" lvl="1" marL="914400" rtl="0" algn="l">
              <a:spcBef>
                <a:spcPts val="0"/>
              </a:spcBef>
              <a:spcAft>
                <a:spcPts val="0"/>
              </a:spcAft>
              <a:buClr>
                <a:schemeClr val="lt1"/>
              </a:buClr>
              <a:buSzPts val="2000"/>
              <a:buFont typeface="Calibri"/>
              <a:buChar char="○"/>
            </a:pPr>
            <a:r>
              <a:rPr lang="en" sz="2000">
                <a:solidFill>
                  <a:schemeClr val="lt1"/>
                </a:solidFill>
                <a:latin typeface="Calibri"/>
                <a:ea typeface="Calibri"/>
                <a:cs typeface="Calibri"/>
                <a:sym typeface="Calibri"/>
              </a:rPr>
              <a:t>1080p, 60 fps</a:t>
            </a:r>
            <a:endParaRPr sz="2000">
              <a:solidFill>
                <a:schemeClr val="lt1"/>
              </a:solidFill>
              <a:latin typeface="Calibri"/>
              <a:ea typeface="Calibri"/>
              <a:cs typeface="Calibri"/>
              <a:sym typeface="Calibri"/>
            </a:endParaRPr>
          </a:p>
          <a:p>
            <a:pPr indent="0" lvl="0" marL="0" rtl="0" algn="l">
              <a:spcBef>
                <a:spcPts val="0"/>
              </a:spcBef>
              <a:spcAft>
                <a:spcPts val="0"/>
              </a:spcAft>
              <a:buNone/>
            </a:pPr>
            <a:r>
              <a:t/>
            </a:r>
            <a:endParaRPr sz="1600">
              <a:solidFill>
                <a:schemeClr val="lt1"/>
              </a:solidFill>
              <a:latin typeface="Calibri"/>
              <a:ea typeface="Calibri"/>
              <a:cs typeface="Calibri"/>
              <a:sym typeface="Calibri"/>
            </a:endParaRPr>
          </a:p>
        </p:txBody>
      </p:sp>
      <p:pic>
        <p:nvPicPr>
          <p:cNvPr id="365" name="Google Shape;365;p40"/>
          <p:cNvPicPr preferRelativeResize="0"/>
          <p:nvPr/>
        </p:nvPicPr>
        <p:blipFill>
          <a:blip r:embed="rId3">
            <a:alphaModFix/>
          </a:blip>
          <a:stretch>
            <a:fillRect/>
          </a:stretch>
        </p:blipFill>
        <p:spPr>
          <a:xfrm>
            <a:off x="8322900" y="403175"/>
            <a:ext cx="451625" cy="451625"/>
          </a:xfrm>
          <a:prstGeom prst="rect">
            <a:avLst/>
          </a:prstGeom>
          <a:noFill/>
          <a:ln>
            <a:noFill/>
          </a:ln>
        </p:spPr>
      </p:pic>
      <p:pic>
        <p:nvPicPr>
          <p:cNvPr id="366" name="Google Shape;366;p40" title="Screenshot 2025-10-26 at 12.42.57 PM.png"/>
          <p:cNvPicPr preferRelativeResize="0"/>
          <p:nvPr/>
        </p:nvPicPr>
        <p:blipFill>
          <a:blip r:embed="rId4">
            <a:alphaModFix/>
          </a:blip>
          <a:stretch>
            <a:fillRect/>
          </a:stretch>
        </p:blipFill>
        <p:spPr>
          <a:xfrm>
            <a:off x="327175" y="2842300"/>
            <a:ext cx="7697526" cy="2029625"/>
          </a:xfrm>
          <a:prstGeom prst="rect">
            <a:avLst/>
          </a:prstGeom>
          <a:noFill/>
          <a:ln>
            <a:noFill/>
          </a:ln>
        </p:spPr>
      </p:pic>
      <p:pic>
        <p:nvPicPr>
          <p:cNvPr id="367" name="Google Shape;367;p40"/>
          <p:cNvPicPr preferRelativeResize="0"/>
          <p:nvPr/>
        </p:nvPicPr>
        <p:blipFill>
          <a:blip r:embed="rId5">
            <a:alphaModFix/>
          </a:blip>
          <a:stretch>
            <a:fillRect/>
          </a:stretch>
        </p:blipFill>
        <p:spPr>
          <a:xfrm>
            <a:off x="6940350" y="1310300"/>
            <a:ext cx="1648505" cy="1412150"/>
          </a:xfrm>
          <a:prstGeom prst="rect">
            <a:avLst/>
          </a:prstGeom>
          <a:noFill/>
          <a:ln>
            <a:noFill/>
          </a:ln>
        </p:spPr>
      </p:pic>
      <p:pic>
        <p:nvPicPr>
          <p:cNvPr id="368" name="Google Shape;368;p40" title="dasdasdasda.png"/>
          <p:cNvPicPr preferRelativeResize="0"/>
          <p:nvPr/>
        </p:nvPicPr>
        <p:blipFill>
          <a:blip r:embed="rId6">
            <a:alphaModFix/>
          </a:blip>
          <a:stretch>
            <a:fillRect/>
          </a:stretch>
        </p:blipFill>
        <p:spPr>
          <a:xfrm>
            <a:off x="5488601" y="1469350"/>
            <a:ext cx="1511575" cy="1147676"/>
          </a:xfrm>
          <a:prstGeom prst="rect">
            <a:avLst/>
          </a:prstGeom>
          <a:noFill/>
          <a:ln>
            <a:noFill/>
          </a:ln>
        </p:spPr>
      </p:pic>
      <p:sp>
        <p:nvSpPr>
          <p:cNvPr id="369" name="Google Shape;369;p40"/>
          <p:cNvSpPr txBox="1"/>
          <p:nvPr/>
        </p:nvSpPr>
        <p:spPr>
          <a:xfrm>
            <a:off x="5181600" y="887436"/>
            <a:ext cx="3962400" cy="5670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lang="en" sz="2400">
                <a:solidFill>
                  <a:srgbClr val="FFFFFF"/>
                </a:solidFill>
                <a:latin typeface="Balthazar"/>
                <a:ea typeface="Balthazar"/>
                <a:cs typeface="Balthazar"/>
                <a:sym typeface="Balthazar"/>
              </a:rPr>
              <a:t>ArduCam 4K/BRIO 100</a:t>
            </a:r>
            <a:endParaRPr sz="2400">
              <a:solidFill>
                <a:srgbClr val="FFFFFF"/>
              </a:solidFill>
              <a:latin typeface="Balthazar"/>
              <a:ea typeface="Balthazar"/>
              <a:cs typeface="Balthazar"/>
              <a:sym typeface="Balthazar"/>
            </a:endParaRPr>
          </a:p>
        </p:txBody>
      </p:sp>
      <p:sp>
        <p:nvSpPr>
          <p:cNvPr id="370" name="Google Shape;370;p40"/>
          <p:cNvSpPr txBox="1"/>
          <p:nvPr/>
        </p:nvSpPr>
        <p:spPr>
          <a:xfrm>
            <a:off x="6161367" y="4585450"/>
            <a:ext cx="2743200" cy="365100"/>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r>
              <a:rPr lang="en" sz="2200">
                <a:solidFill>
                  <a:schemeClr val="lt1"/>
                </a:solidFill>
                <a:latin typeface="Balthazar"/>
                <a:ea typeface="Balthazar"/>
                <a:cs typeface="Balthazar"/>
                <a:sym typeface="Balthazar"/>
              </a:rPr>
              <a:t>30</a:t>
            </a:r>
            <a:endParaRPr sz="2200">
              <a:solidFill>
                <a:schemeClr val="lt1"/>
              </a:solidFill>
              <a:latin typeface="Balthazar"/>
              <a:ea typeface="Balthazar"/>
              <a:cs typeface="Balthazar"/>
              <a:sym typeface="Balthazar"/>
            </a:endParaRPr>
          </a:p>
        </p:txBody>
      </p:sp>
    </p:spTree>
  </p:cSld>
  <p:clrMapOvr>
    <a:masterClrMapping/>
  </p:clrMapOvr>
</p:sld>
</file>

<file path=ppt/slides/slide2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dk1"/>
        </a:solidFill>
      </p:bgPr>
    </p:bg>
    <p:spTree>
      <p:nvGrpSpPr>
        <p:cNvPr id="374" name="Shape 374"/>
        <p:cNvGrpSpPr/>
        <p:nvPr/>
      </p:nvGrpSpPr>
      <p:grpSpPr>
        <a:xfrm>
          <a:off x="0" y="0"/>
          <a:ext cx="0" cy="0"/>
          <a:chOff x="0" y="0"/>
          <a:chExt cx="0" cy="0"/>
        </a:xfrm>
      </p:grpSpPr>
      <p:sp>
        <p:nvSpPr>
          <p:cNvPr id="375" name="Google Shape;375;p41"/>
          <p:cNvSpPr/>
          <p:nvPr/>
        </p:nvSpPr>
        <p:spPr>
          <a:xfrm>
            <a:off x="241775" y="270250"/>
            <a:ext cx="8662800" cy="4680300"/>
          </a:xfrm>
          <a:prstGeom prst="rect">
            <a:avLst/>
          </a:prstGeom>
          <a:solidFill>
            <a:srgbClr val="0A1735"/>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376" name="Google Shape;376;p41"/>
          <p:cNvSpPr txBox="1"/>
          <p:nvPr/>
        </p:nvSpPr>
        <p:spPr>
          <a:xfrm>
            <a:off x="241775" y="2071650"/>
            <a:ext cx="8662800" cy="5001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lang="en" sz="3400">
                <a:solidFill>
                  <a:schemeClr val="lt1"/>
                </a:solidFill>
                <a:latin typeface="Balthazar"/>
                <a:ea typeface="Balthazar"/>
                <a:cs typeface="Balthazar"/>
                <a:sym typeface="Balthazar"/>
              </a:rPr>
              <a:t>Computation and Communications (C&amp;C) 	</a:t>
            </a:r>
            <a:endParaRPr sz="3400">
              <a:solidFill>
                <a:schemeClr val="lt1"/>
              </a:solidFill>
              <a:latin typeface="Balthazar"/>
              <a:ea typeface="Balthazar"/>
              <a:cs typeface="Balthazar"/>
              <a:sym typeface="Balthazar"/>
            </a:endParaRPr>
          </a:p>
          <a:p>
            <a:pPr indent="0" lvl="0" marL="0" rtl="0" algn="ctr">
              <a:spcBef>
                <a:spcPts val="0"/>
              </a:spcBef>
              <a:spcAft>
                <a:spcPts val="0"/>
              </a:spcAft>
              <a:buNone/>
            </a:pPr>
            <a:r>
              <a:t/>
            </a:r>
            <a:endParaRPr sz="3400">
              <a:solidFill>
                <a:schemeClr val="lt1"/>
              </a:solidFill>
              <a:latin typeface="Balthazar"/>
              <a:ea typeface="Balthazar"/>
              <a:cs typeface="Balthazar"/>
              <a:sym typeface="Balthazar"/>
            </a:endParaRPr>
          </a:p>
          <a:p>
            <a:pPr indent="0" lvl="0" marL="0" rtl="0" algn="ctr">
              <a:spcBef>
                <a:spcPts val="0"/>
              </a:spcBef>
              <a:spcAft>
                <a:spcPts val="0"/>
              </a:spcAft>
              <a:buNone/>
            </a:pPr>
            <a:r>
              <a:t/>
            </a:r>
            <a:endParaRPr sz="3400">
              <a:solidFill>
                <a:schemeClr val="lt1"/>
              </a:solidFill>
              <a:latin typeface="Balthazar"/>
              <a:ea typeface="Balthazar"/>
              <a:cs typeface="Balthazar"/>
              <a:sym typeface="Balthazar"/>
            </a:endParaRPr>
          </a:p>
        </p:txBody>
      </p:sp>
      <p:cxnSp>
        <p:nvCxnSpPr>
          <p:cNvPr id="377" name="Google Shape;377;p41"/>
          <p:cNvCxnSpPr/>
          <p:nvPr/>
        </p:nvCxnSpPr>
        <p:spPr>
          <a:xfrm>
            <a:off x="2557950" y="2663425"/>
            <a:ext cx="3889200" cy="0"/>
          </a:xfrm>
          <a:prstGeom prst="straightConnector1">
            <a:avLst/>
          </a:prstGeom>
          <a:noFill/>
          <a:ln cap="flat" cmpd="sng" w="19050">
            <a:solidFill>
              <a:schemeClr val="lt1"/>
            </a:solidFill>
            <a:prstDash val="solid"/>
            <a:round/>
            <a:headEnd len="med" w="med" type="none"/>
            <a:tailEnd len="med" w="med" type="none"/>
          </a:ln>
        </p:spPr>
      </p:cxnSp>
      <p:pic>
        <p:nvPicPr>
          <p:cNvPr id="378" name="Google Shape;378;p41"/>
          <p:cNvPicPr preferRelativeResize="0"/>
          <p:nvPr/>
        </p:nvPicPr>
        <p:blipFill>
          <a:blip r:embed="rId3">
            <a:alphaModFix/>
          </a:blip>
          <a:stretch>
            <a:fillRect/>
          </a:stretch>
        </p:blipFill>
        <p:spPr>
          <a:xfrm>
            <a:off x="4823625" y="2988175"/>
            <a:ext cx="4080949" cy="1962375"/>
          </a:xfrm>
          <a:prstGeom prst="rect">
            <a:avLst/>
          </a:prstGeom>
          <a:noFill/>
          <a:ln>
            <a:noFill/>
          </a:ln>
        </p:spPr>
      </p:pic>
      <p:pic>
        <p:nvPicPr>
          <p:cNvPr id="379" name="Google Shape;379;p41"/>
          <p:cNvPicPr preferRelativeResize="0"/>
          <p:nvPr/>
        </p:nvPicPr>
        <p:blipFill>
          <a:blip r:embed="rId3">
            <a:alphaModFix/>
          </a:blip>
          <a:stretch>
            <a:fillRect/>
          </a:stretch>
        </p:blipFill>
        <p:spPr>
          <a:xfrm rot="10800000">
            <a:off x="241775" y="270250"/>
            <a:ext cx="4080949" cy="1962375"/>
          </a:xfrm>
          <a:prstGeom prst="rect">
            <a:avLst/>
          </a:prstGeom>
          <a:noFill/>
          <a:ln>
            <a:noFill/>
          </a:ln>
        </p:spPr>
      </p:pic>
      <p:pic>
        <p:nvPicPr>
          <p:cNvPr id="380" name="Google Shape;380;p41"/>
          <p:cNvPicPr preferRelativeResize="0"/>
          <p:nvPr/>
        </p:nvPicPr>
        <p:blipFill>
          <a:blip r:embed="rId4">
            <a:alphaModFix/>
          </a:blip>
          <a:stretch>
            <a:fillRect/>
          </a:stretch>
        </p:blipFill>
        <p:spPr>
          <a:xfrm>
            <a:off x="8322900" y="414650"/>
            <a:ext cx="451625" cy="451625"/>
          </a:xfrm>
          <a:prstGeom prst="rect">
            <a:avLst/>
          </a:prstGeom>
          <a:noFill/>
          <a:ln>
            <a:noFill/>
          </a:ln>
        </p:spPr>
      </p:pic>
    </p:spTree>
  </p:cSld>
  <p:clrMapOvr>
    <a:masterClrMapping/>
  </p:clrMapOvr>
</p:sld>
</file>

<file path=ppt/slides/slide3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dk1"/>
        </a:solidFill>
      </p:bgPr>
    </p:bg>
    <p:spTree>
      <p:nvGrpSpPr>
        <p:cNvPr id="384" name="Shape 384"/>
        <p:cNvGrpSpPr/>
        <p:nvPr/>
      </p:nvGrpSpPr>
      <p:grpSpPr>
        <a:xfrm>
          <a:off x="0" y="0"/>
          <a:ext cx="0" cy="0"/>
          <a:chOff x="0" y="0"/>
          <a:chExt cx="0" cy="0"/>
        </a:xfrm>
      </p:grpSpPr>
      <p:sp>
        <p:nvSpPr>
          <p:cNvPr id="385" name="Google Shape;385;p42"/>
          <p:cNvSpPr/>
          <p:nvPr/>
        </p:nvSpPr>
        <p:spPr>
          <a:xfrm>
            <a:off x="241775" y="270250"/>
            <a:ext cx="8662800" cy="4680300"/>
          </a:xfrm>
          <a:prstGeom prst="rect">
            <a:avLst/>
          </a:prstGeom>
          <a:solidFill>
            <a:srgbClr val="0A1735"/>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cxnSp>
        <p:nvCxnSpPr>
          <p:cNvPr id="386" name="Google Shape;386;p42"/>
          <p:cNvCxnSpPr/>
          <p:nvPr/>
        </p:nvCxnSpPr>
        <p:spPr>
          <a:xfrm>
            <a:off x="595650" y="915550"/>
            <a:ext cx="5331000" cy="1500"/>
          </a:xfrm>
          <a:prstGeom prst="straightConnector1">
            <a:avLst/>
          </a:prstGeom>
          <a:noFill/>
          <a:ln cap="flat" cmpd="sng" w="19050">
            <a:solidFill>
              <a:schemeClr val="lt1"/>
            </a:solidFill>
            <a:prstDash val="solid"/>
            <a:round/>
            <a:headEnd len="med" w="med" type="none"/>
            <a:tailEnd len="med" w="med" type="none"/>
          </a:ln>
        </p:spPr>
      </p:cxnSp>
      <p:sp>
        <p:nvSpPr>
          <p:cNvPr id="387" name="Google Shape;387;p42"/>
          <p:cNvSpPr txBox="1"/>
          <p:nvPr/>
        </p:nvSpPr>
        <p:spPr>
          <a:xfrm>
            <a:off x="519700" y="354700"/>
            <a:ext cx="5736000" cy="5001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3400">
                <a:solidFill>
                  <a:schemeClr val="lt1"/>
                </a:solidFill>
                <a:latin typeface="Balthazar"/>
                <a:ea typeface="Balthazar"/>
                <a:cs typeface="Balthazar"/>
                <a:sym typeface="Balthazar"/>
              </a:rPr>
              <a:t>Pressure Sensor</a:t>
            </a:r>
            <a:endParaRPr sz="3400">
              <a:solidFill>
                <a:schemeClr val="lt1"/>
              </a:solidFill>
              <a:latin typeface="Balthazar"/>
              <a:ea typeface="Balthazar"/>
              <a:cs typeface="Balthazar"/>
              <a:sym typeface="Balthazar"/>
            </a:endParaRPr>
          </a:p>
          <a:p>
            <a:pPr indent="0" lvl="0" marL="0" rtl="0" algn="l">
              <a:spcBef>
                <a:spcPts val="0"/>
              </a:spcBef>
              <a:spcAft>
                <a:spcPts val="0"/>
              </a:spcAft>
              <a:buNone/>
            </a:pPr>
            <a:r>
              <a:t/>
            </a:r>
            <a:endParaRPr sz="3400">
              <a:solidFill>
                <a:schemeClr val="lt1"/>
              </a:solidFill>
              <a:latin typeface="Balthazar"/>
              <a:ea typeface="Balthazar"/>
              <a:cs typeface="Balthazar"/>
              <a:sym typeface="Balthazar"/>
            </a:endParaRPr>
          </a:p>
        </p:txBody>
      </p:sp>
      <p:sp>
        <p:nvSpPr>
          <p:cNvPr id="388" name="Google Shape;388;p42"/>
          <p:cNvSpPr txBox="1"/>
          <p:nvPr/>
        </p:nvSpPr>
        <p:spPr>
          <a:xfrm>
            <a:off x="595650" y="1181150"/>
            <a:ext cx="5331000" cy="1354500"/>
          </a:xfrm>
          <a:prstGeom prst="rect">
            <a:avLst/>
          </a:prstGeom>
          <a:noFill/>
          <a:ln>
            <a:noFill/>
          </a:ln>
        </p:spPr>
        <p:txBody>
          <a:bodyPr anchorCtr="0" anchor="t" bIns="91425" lIns="91425" spcFirstLastPara="1" rIns="91425" wrap="square" tIns="91425">
            <a:spAutoFit/>
          </a:bodyPr>
          <a:lstStyle/>
          <a:p>
            <a:pPr indent="-355600" lvl="0" marL="457200" rtl="0" algn="l">
              <a:spcBef>
                <a:spcPts val="0"/>
              </a:spcBef>
              <a:spcAft>
                <a:spcPts val="0"/>
              </a:spcAft>
              <a:buClr>
                <a:schemeClr val="lt1"/>
              </a:buClr>
              <a:buSzPts val="2000"/>
              <a:buFont typeface="Calibri"/>
              <a:buChar char="●"/>
            </a:pPr>
            <a:r>
              <a:rPr lang="en" sz="2000">
                <a:solidFill>
                  <a:schemeClr val="lt1"/>
                </a:solidFill>
                <a:latin typeface="Calibri"/>
                <a:ea typeface="Calibri"/>
                <a:cs typeface="Calibri"/>
                <a:sym typeface="Calibri"/>
              </a:rPr>
              <a:t>Functional in temps </a:t>
            </a:r>
            <a:r>
              <a:rPr b="1" lang="en" sz="2000">
                <a:solidFill>
                  <a:schemeClr val="lt1"/>
                </a:solidFill>
                <a:latin typeface="Calibri"/>
                <a:ea typeface="Calibri"/>
                <a:cs typeface="Calibri"/>
                <a:sym typeface="Calibri"/>
              </a:rPr>
              <a:t>&gt;-40°C</a:t>
            </a:r>
            <a:endParaRPr b="1" sz="2000">
              <a:solidFill>
                <a:schemeClr val="lt1"/>
              </a:solidFill>
              <a:latin typeface="Calibri"/>
              <a:ea typeface="Calibri"/>
              <a:cs typeface="Calibri"/>
              <a:sym typeface="Calibri"/>
            </a:endParaRPr>
          </a:p>
          <a:p>
            <a:pPr indent="-355600" lvl="0" marL="457200" rtl="0" algn="l">
              <a:spcBef>
                <a:spcPts val="0"/>
              </a:spcBef>
              <a:spcAft>
                <a:spcPts val="0"/>
              </a:spcAft>
              <a:buClr>
                <a:schemeClr val="lt1"/>
              </a:buClr>
              <a:buSzPts val="2000"/>
              <a:buFont typeface="Calibri"/>
              <a:buChar char="●"/>
            </a:pPr>
            <a:r>
              <a:rPr lang="en" sz="2000">
                <a:solidFill>
                  <a:schemeClr val="lt1"/>
                </a:solidFill>
                <a:latin typeface="Calibri"/>
                <a:ea typeface="Calibri"/>
                <a:cs typeface="Calibri"/>
                <a:sym typeface="Calibri"/>
              </a:rPr>
              <a:t>Absolute sensor</a:t>
            </a:r>
            <a:endParaRPr sz="2000">
              <a:solidFill>
                <a:schemeClr val="lt1"/>
              </a:solidFill>
              <a:latin typeface="Calibri"/>
              <a:ea typeface="Calibri"/>
              <a:cs typeface="Calibri"/>
              <a:sym typeface="Calibri"/>
            </a:endParaRPr>
          </a:p>
          <a:p>
            <a:pPr indent="-355600" lvl="0" marL="457200" rtl="0" algn="l">
              <a:spcBef>
                <a:spcPts val="0"/>
              </a:spcBef>
              <a:spcAft>
                <a:spcPts val="0"/>
              </a:spcAft>
              <a:buClr>
                <a:schemeClr val="lt1"/>
              </a:buClr>
              <a:buSzPts val="2000"/>
              <a:buFont typeface="Calibri"/>
              <a:buChar char="●"/>
            </a:pPr>
            <a:r>
              <a:rPr b="1" lang="en" sz="2000">
                <a:solidFill>
                  <a:schemeClr val="lt1"/>
                </a:solidFill>
                <a:latin typeface="Calibri"/>
                <a:ea typeface="Calibri"/>
                <a:cs typeface="Calibri"/>
                <a:sym typeface="Calibri"/>
              </a:rPr>
              <a:t>2.5V~5.5V</a:t>
            </a:r>
            <a:endParaRPr b="1" sz="2000">
              <a:solidFill>
                <a:schemeClr val="lt1"/>
              </a:solidFill>
              <a:latin typeface="Calibri"/>
              <a:ea typeface="Calibri"/>
              <a:cs typeface="Calibri"/>
              <a:sym typeface="Calibri"/>
            </a:endParaRPr>
          </a:p>
          <a:p>
            <a:pPr indent="0" lvl="0" marL="0" rtl="0" algn="l">
              <a:spcBef>
                <a:spcPts val="0"/>
              </a:spcBef>
              <a:spcAft>
                <a:spcPts val="0"/>
              </a:spcAft>
              <a:buNone/>
            </a:pPr>
            <a:r>
              <a:t/>
            </a:r>
            <a:endParaRPr sz="1600">
              <a:solidFill>
                <a:schemeClr val="lt1"/>
              </a:solidFill>
              <a:latin typeface="Calibri"/>
              <a:ea typeface="Calibri"/>
              <a:cs typeface="Calibri"/>
              <a:sym typeface="Calibri"/>
            </a:endParaRPr>
          </a:p>
        </p:txBody>
      </p:sp>
      <p:pic>
        <p:nvPicPr>
          <p:cNvPr id="389" name="Google Shape;389;p42"/>
          <p:cNvPicPr preferRelativeResize="0"/>
          <p:nvPr/>
        </p:nvPicPr>
        <p:blipFill>
          <a:blip r:embed="rId3">
            <a:alphaModFix/>
          </a:blip>
          <a:stretch>
            <a:fillRect/>
          </a:stretch>
        </p:blipFill>
        <p:spPr>
          <a:xfrm>
            <a:off x="8322900" y="403175"/>
            <a:ext cx="451625" cy="451625"/>
          </a:xfrm>
          <a:prstGeom prst="rect">
            <a:avLst/>
          </a:prstGeom>
          <a:noFill/>
          <a:ln>
            <a:noFill/>
          </a:ln>
        </p:spPr>
      </p:pic>
      <p:pic>
        <p:nvPicPr>
          <p:cNvPr id="390" name="Google Shape;390;p42" title="MFG_NPI-19J-050A2-removebg-preview.png"/>
          <p:cNvPicPr preferRelativeResize="0"/>
          <p:nvPr/>
        </p:nvPicPr>
        <p:blipFill>
          <a:blip r:embed="rId4">
            <a:alphaModFix/>
          </a:blip>
          <a:stretch>
            <a:fillRect/>
          </a:stretch>
        </p:blipFill>
        <p:spPr>
          <a:xfrm>
            <a:off x="6255700" y="581900"/>
            <a:ext cx="2700700" cy="2700700"/>
          </a:xfrm>
          <a:prstGeom prst="rect">
            <a:avLst/>
          </a:prstGeom>
          <a:noFill/>
          <a:ln>
            <a:noFill/>
          </a:ln>
        </p:spPr>
      </p:pic>
      <p:pic>
        <p:nvPicPr>
          <p:cNvPr id="391" name="Google Shape;391;p42"/>
          <p:cNvPicPr preferRelativeResize="0"/>
          <p:nvPr/>
        </p:nvPicPr>
        <p:blipFill>
          <a:blip r:embed="rId5">
            <a:alphaModFix/>
          </a:blip>
          <a:stretch>
            <a:fillRect/>
          </a:stretch>
        </p:blipFill>
        <p:spPr>
          <a:xfrm>
            <a:off x="595651" y="2332450"/>
            <a:ext cx="6395102" cy="2538600"/>
          </a:xfrm>
          <a:prstGeom prst="rect">
            <a:avLst/>
          </a:prstGeom>
          <a:noFill/>
          <a:ln>
            <a:noFill/>
          </a:ln>
        </p:spPr>
      </p:pic>
      <p:sp>
        <p:nvSpPr>
          <p:cNvPr id="392" name="Google Shape;392;p42"/>
          <p:cNvSpPr txBox="1"/>
          <p:nvPr/>
        </p:nvSpPr>
        <p:spPr>
          <a:xfrm>
            <a:off x="6161367" y="4585450"/>
            <a:ext cx="2743200" cy="365100"/>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r>
              <a:rPr lang="en" sz="2200">
                <a:solidFill>
                  <a:schemeClr val="lt1"/>
                </a:solidFill>
                <a:latin typeface="Balthazar"/>
                <a:ea typeface="Balthazar"/>
                <a:cs typeface="Balthazar"/>
                <a:sym typeface="Balthazar"/>
              </a:rPr>
              <a:t>32</a:t>
            </a:r>
            <a:endParaRPr sz="2200">
              <a:solidFill>
                <a:schemeClr val="lt1"/>
              </a:solidFill>
              <a:latin typeface="Balthazar"/>
              <a:ea typeface="Balthazar"/>
              <a:cs typeface="Balthazar"/>
              <a:sym typeface="Balthazar"/>
            </a:endParaRPr>
          </a:p>
        </p:txBody>
      </p:sp>
    </p:spTree>
  </p:cSld>
  <p:clrMapOvr>
    <a:masterClrMapping/>
  </p:clrMapOvr>
</p:sld>
</file>

<file path=ppt/slides/slide3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dk1"/>
        </a:solidFill>
      </p:bgPr>
    </p:bg>
    <p:spTree>
      <p:nvGrpSpPr>
        <p:cNvPr id="396" name="Shape 396"/>
        <p:cNvGrpSpPr/>
        <p:nvPr/>
      </p:nvGrpSpPr>
      <p:grpSpPr>
        <a:xfrm>
          <a:off x="0" y="0"/>
          <a:ext cx="0" cy="0"/>
          <a:chOff x="0" y="0"/>
          <a:chExt cx="0" cy="0"/>
        </a:xfrm>
      </p:grpSpPr>
      <p:sp>
        <p:nvSpPr>
          <p:cNvPr id="397" name="Google Shape;397;p43"/>
          <p:cNvSpPr/>
          <p:nvPr/>
        </p:nvSpPr>
        <p:spPr>
          <a:xfrm>
            <a:off x="241775" y="270250"/>
            <a:ext cx="8662800" cy="4680300"/>
          </a:xfrm>
          <a:prstGeom prst="rect">
            <a:avLst/>
          </a:prstGeom>
          <a:solidFill>
            <a:srgbClr val="0A1735"/>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cxnSp>
        <p:nvCxnSpPr>
          <p:cNvPr id="398" name="Google Shape;398;p43"/>
          <p:cNvCxnSpPr/>
          <p:nvPr/>
        </p:nvCxnSpPr>
        <p:spPr>
          <a:xfrm>
            <a:off x="595650" y="915550"/>
            <a:ext cx="5331000" cy="1500"/>
          </a:xfrm>
          <a:prstGeom prst="straightConnector1">
            <a:avLst/>
          </a:prstGeom>
          <a:noFill/>
          <a:ln cap="flat" cmpd="sng" w="19050">
            <a:solidFill>
              <a:schemeClr val="lt1"/>
            </a:solidFill>
            <a:prstDash val="solid"/>
            <a:round/>
            <a:headEnd len="med" w="med" type="none"/>
            <a:tailEnd len="med" w="med" type="none"/>
          </a:ln>
        </p:spPr>
      </p:cxnSp>
      <p:sp>
        <p:nvSpPr>
          <p:cNvPr id="399" name="Google Shape;399;p43"/>
          <p:cNvSpPr txBox="1"/>
          <p:nvPr/>
        </p:nvSpPr>
        <p:spPr>
          <a:xfrm>
            <a:off x="519700" y="354700"/>
            <a:ext cx="5736000" cy="5001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3400">
                <a:solidFill>
                  <a:schemeClr val="lt1"/>
                </a:solidFill>
                <a:latin typeface="Balthazar"/>
                <a:ea typeface="Balthazar"/>
                <a:cs typeface="Balthazar"/>
                <a:sym typeface="Balthazar"/>
              </a:rPr>
              <a:t>Lights</a:t>
            </a:r>
            <a:endParaRPr sz="3400">
              <a:solidFill>
                <a:schemeClr val="lt1"/>
              </a:solidFill>
              <a:latin typeface="Balthazar"/>
              <a:ea typeface="Balthazar"/>
              <a:cs typeface="Balthazar"/>
              <a:sym typeface="Balthazar"/>
            </a:endParaRPr>
          </a:p>
        </p:txBody>
      </p:sp>
      <p:sp>
        <p:nvSpPr>
          <p:cNvPr id="400" name="Google Shape;400;p43"/>
          <p:cNvSpPr txBox="1"/>
          <p:nvPr/>
        </p:nvSpPr>
        <p:spPr>
          <a:xfrm>
            <a:off x="595650" y="1155750"/>
            <a:ext cx="5331000" cy="1416000"/>
          </a:xfrm>
          <a:prstGeom prst="rect">
            <a:avLst/>
          </a:prstGeom>
          <a:noFill/>
          <a:ln>
            <a:noFill/>
          </a:ln>
        </p:spPr>
        <p:txBody>
          <a:bodyPr anchorCtr="0" anchor="t" bIns="91425" lIns="91425" spcFirstLastPara="1" rIns="91425" wrap="square" tIns="91425">
            <a:spAutoFit/>
          </a:bodyPr>
          <a:lstStyle/>
          <a:p>
            <a:pPr indent="-355600" lvl="0" marL="457200" rtl="0" algn="l">
              <a:spcBef>
                <a:spcPts val="0"/>
              </a:spcBef>
              <a:spcAft>
                <a:spcPts val="0"/>
              </a:spcAft>
              <a:buClr>
                <a:schemeClr val="lt1"/>
              </a:buClr>
              <a:buSzPts val="2000"/>
              <a:buFont typeface="Calibri"/>
              <a:buChar char="●"/>
            </a:pPr>
            <a:r>
              <a:rPr lang="en" sz="2000">
                <a:solidFill>
                  <a:schemeClr val="lt1"/>
                </a:solidFill>
                <a:latin typeface="Calibri"/>
                <a:ea typeface="Calibri"/>
                <a:cs typeface="Calibri"/>
                <a:sym typeface="Calibri"/>
              </a:rPr>
              <a:t>Diffused LEDs</a:t>
            </a:r>
            <a:endParaRPr sz="2000">
              <a:solidFill>
                <a:schemeClr val="lt1"/>
              </a:solidFill>
              <a:latin typeface="Calibri"/>
              <a:ea typeface="Calibri"/>
              <a:cs typeface="Calibri"/>
              <a:sym typeface="Calibri"/>
            </a:endParaRPr>
          </a:p>
          <a:p>
            <a:pPr indent="-355600" lvl="0" marL="457200" rtl="0" algn="l">
              <a:spcBef>
                <a:spcPts val="0"/>
              </a:spcBef>
              <a:spcAft>
                <a:spcPts val="0"/>
              </a:spcAft>
              <a:buClr>
                <a:schemeClr val="lt1"/>
              </a:buClr>
              <a:buSzPts val="2000"/>
              <a:buFont typeface="Calibri"/>
              <a:buChar char="●"/>
            </a:pPr>
            <a:r>
              <a:rPr lang="en" sz="2000">
                <a:solidFill>
                  <a:schemeClr val="lt1"/>
                </a:solidFill>
                <a:latin typeface="Calibri"/>
                <a:ea typeface="Calibri"/>
                <a:cs typeface="Calibri"/>
                <a:sym typeface="Calibri"/>
              </a:rPr>
              <a:t>Each side of camera</a:t>
            </a:r>
            <a:endParaRPr sz="2000">
              <a:solidFill>
                <a:schemeClr val="lt1"/>
              </a:solidFill>
              <a:latin typeface="Calibri"/>
              <a:ea typeface="Calibri"/>
              <a:cs typeface="Calibri"/>
              <a:sym typeface="Calibri"/>
            </a:endParaRPr>
          </a:p>
          <a:p>
            <a:pPr indent="-355600" lvl="0" marL="457200" rtl="0" algn="l">
              <a:spcBef>
                <a:spcPts val="0"/>
              </a:spcBef>
              <a:spcAft>
                <a:spcPts val="0"/>
              </a:spcAft>
              <a:buClr>
                <a:schemeClr val="lt1"/>
              </a:buClr>
              <a:buSzPts val="2000"/>
              <a:buFont typeface="Calibri"/>
              <a:buChar char="●"/>
            </a:pPr>
            <a:r>
              <a:rPr b="1" lang="en" sz="2000">
                <a:solidFill>
                  <a:schemeClr val="lt1"/>
                </a:solidFill>
                <a:latin typeface="Calibri"/>
                <a:ea typeface="Calibri"/>
                <a:cs typeface="Calibri"/>
                <a:sym typeface="Calibri"/>
              </a:rPr>
              <a:t>1430 </a:t>
            </a:r>
            <a:r>
              <a:rPr lang="en" sz="2000">
                <a:solidFill>
                  <a:schemeClr val="lt1"/>
                </a:solidFill>
                <a:latin typeface="Calibri"/>
                <a:ea typeface="Calibri"/>
                <a:cs typeface="Calibri"/>
                <a:sym typeface="Calibri"/>
              </a:rPr>
              <a:t>lumens</a:t>
            </a:r>
            <a:endParaRPr sz="2000">
              <a:solidFill>
                <a:schemeClr val="lt1"/>
              </a:solidFill>
              <a:latin typeface="Calibri"/>
              <a:ea typeface="Calibri"/>
              <a:cs typeface="Calibri"/>
              <a:sym typeface="Calibri"/>
            </a:endParaRPr>
          </a:p>
          <a:p>
            <a:pPr indent="-355600" lvl="0" marL="457200" rtl="0" algn="l">
              <a:spcBef>
                <a:spcPts val="0"/>
              </a:spcBef>
              <a:spcAft>
                <a:spcPts val="0"/>
              </a:spcAft>
              <a:buClr>
                <a:schemeClr val="lt1"/>
              </a:buClr>
              <a:buSzPts val="2000"/>
              <a:buFont typeface="Calibri"/>
              <a:buChar char="●"/>
            </a:pPr>
            <a:r>
              <a:rPr b="1" lang="en" sz="2000">
                <a:solidFill>
                  <a:schemeClr val="lt1"/>
                </a:solidFill>
                <a:latin typeface="Calibri"/>
                <a:ea typeface="Calibri"/>
                <a:cs typeface="Calibri"/>
                <a:sym typeface="Calibri"/>
              </a:rPr>
              <a:t>12V</a:t>
            </a:r>
            <a:endParaRPr b="1" sz="2000">
              <a:solidFill>
                <a:schemeClr val="lt1"/>
              </a:solidFill>
              <a:latin typeface="Calibri"/>
              <a:ea typeface="Calibri"/>
              <a:cs typeface="Calibri"/>
              <a:sym typeface="Calibri"/>
            </a:endParaRPr>
          </a:p>
        </p:txBody>
      </p:sp>
      <p:pic>
        <p:nvPicPr>
          <p:cNvPr id="401" name="Google Shape;401;p43"/>
          <p:cNvPicPr preferRelativeResize="0"/>
          <p:nvPr/>
        </p:nvPicPr>
        <p:blipFill>
          <a:blip r:embed="rId3">
            <a:alphaModFix/>
          </a:blip>
          <a:stretch>
            <a:fillRect/>
          </a:stretch>
        </p:blipFill>
        <p:spPr>
          <a:xfrm>
            <a:off x="8322900" y="403175"/>
            <a:ext cx="451625" cy="451625"/>
          </a:xfrm>
          <a:prstGeom prst="rect">
            <a:avLst/>
          </a:prstGeom>
          <a:noFill/>
          <a:ln>
            <a:noFill/>
          </a:ln>
        </p:spPr>
      </p:pic>
      <p:pic>
        <p:nvPicPr>
          <p:cNvPr id="402" name="Google Shape;402;p43"/>
          <p:cNvPicPr preferRelativeResize="0"/>
          <p:nvPr/>
        </p:nvPicPr>
        <p:blipFill>
          <a:blip r:embed="rId4">
            <a:alphaModFix/>
          </a:blip>
          <a:stretch>
            <a:fillRect/>
          </a:stretch>
        </p:blipFill>
        <p:spPr>
          <a:xfrm>
            <a:off x="519700" y="2571742"/>
            <a:ext cx="5979525" cy="2281884"/>
          </a:xfrm>
          <a:prstGeom prst="rect">
            <a:avLst/>
          </a:prstGeom>
          <a:noFill/>
          <a:ln>
            <a:noFill/>
          </a:ln>
        </p:spPr>
      </p:pic>
      <p:pic>
        <p:nvPicPr>
          <p:cNvPr id="403" name="Google Shape;403;p43" title="image-removebg-preview.png"/>
          <p:cNvPicPr preferRelativeResize="0"/>
          <p:nvPr/>
        </p:nvPicPr>
        <p:blipFill>
          <a:blip r:embed="rId5">
            <a:alphaModFix/>
          </a:blip>
          <a:stretch>
            <a:fillRect/>
          </a:stretch>
        </p:blipFill>
        <p:spPr>
          <a:xfrm>
            <a:off x="6223025" y="769300"/>
            <a:ext cx="2869775" cy="2445425"/>
          </a:xfrm>
          <a:prstGeom prst="rect">
            <a:avLst/>
          </a:prstGeom>
          <a:noFill/>
          <a:ln>
            <a:noFill/>
          </a:ln>
        </p:spPr>
      </p:pic>
      <p:sp>
        <p:nvSpPr>
          <p:cNvPr id="404" name="Google Shape;404;p43"/>
          <p:cNvSpPr txBox="1"/>
          <p:nvPr/>
        </p:nvSpPr>
        <p:spPr>
          <a:xfrm>
            <a:off x="6161367" y="4585450"/>
            <a:ext cx="2743200" cy="365100"/>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r>
              <a:rPr lang="en" sz="2200">
                <a:solidFill>
                  <a:schemeClr val="lt1"/>
                </a:solidFill>
                <a:latin typeface="Balthazar"/>
                <a:ea typeface="Balthazar"/>
                <a:cs typeface="Balthazar"/>
                <a:sym typeface="Balthazar"/>
              </a:rPr>
              <a:t>33</a:t>
            </a:r>
            <a:endParaRPr sz="2200">
              <a:solidFill>
                <a:schemeClr val="lt1"/>
              </a:solidFill>
              <a:latin typeface="Balthazar"/>
              <a:ea typeface="Balthazar"/>
              <a:cs typeface="Balthazar"/>
              <a:sym typeface="Balthazar"/>
            </a:endParaRPr>
          </a:p>
        </p:txBody>
      </p:sp>
    </p:spTree>
  </p:cSld>
  <p:clrMapOvr>
    <a:masterClrMapping/>
  </p:clrMapOvr>
</p:sld>
</file>

<file path=ppt/slides/slide3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dk1"/>
        </a:solidFill>
      </p:bgPr>
    </p:bg>
    <p:spTree>
      <p:nvGrpSpPr>
        <p:cNvPr id="408" name="Shape 408"/>
        <p:cNvGrpSpPr/>
        <p:nvPr/>
      </p:nvGrpSpPr>
      <p:grpSpPr>
        <a:xfrm>
          <a:off x="0" y="0"/>
          <a:ext cx="0" cy="0"/>
          <a:chOff x="0" y="0"/>
          <a:chExt cx="0" cy="0"/>
        </a:xfrm>
      </p:grpSpPr>
      <p:sp>
        <p:nvSpPr>
          <p:cNvPr id="409" name="Google Shape;409;p44"/>
          <p:cNvSpPr/>
          <p:nvPr/>
        </p:nvSpPr>
        <p:spPr>
          <a:xfrm>
            <a:off x="241775" y="270250"/>
            <a:ext cx="8662800" cy="4680300"/>
          </a:xfrm>
          <a:prstGeom prst="rect">
            <a:avLst/>
          </a:prstGeom>
          <a:solidFill>
            <a:srgbClr val="0A1735"/>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cxnSp>
        <p:nvCxnSpPr>
          <p:cNvPr id="410" name="Google Shape;410;p44"/>
          <p:cNvCxnSpPr/>
          <p:nvPr/>
        </p:nvCxnSpPr>
        <p:spPr>
          <a:xfrm>
            <a:off x="595650" y="915550"/>
            <a:ext cx="5331000" cy="1500"/>
          </a:xfrm>
          <a:prstGeom prst="straightConnector1">
            <a:avLst/>
          </a:prstGeom>
          <a:noFill/>
          <a:ln cap="flat" cmpd="sng" w="19050">
            <a:solidFill>
              <a:schemeClr val="lt1"/>
            </a:solidFill>
            <a:prstDash val="solid"/>
            <a:round/>
            <a:headEnd len="med" w="med" type="none"/>
            <a:tailEnd len="med" w="med" type="none"/>
          </a:ln>
        </p:spPr>
      </p:cxnSp>
      <p:sp>
        <p:nvSpPr>
          <p:cNvPr id="411" name="Google Shape;411;p44"/>
          <p:cNvSpPr txBox="1"/>
          <p:nvPr/>
        </p:nvSpPr>
        <p:spPr>
          <a:xfrm>
            <a:off x="519700" y="354700"/>
            <a:ext cx="6300600" cy="5001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3400">
                <a:solidFill>
                  <a:schemeClr val="lt1"/>
                </a:solidFill>
                <a:latin typeface="Balthazar"/>
                <a:ea typeface="Balthazar"/>
                <a:cs typeface="Balthazar"/>
                <a:sym typeface="Balthazar"/>
              </a:rPr>
              <a:t>Adafruit Feather RP2040 LoRa Radio</a:t>
            </a:r>
            <a:endParaRPr sz="3400">
              <a:solidFill>
                <a:schemeClr val="lt1"/>
              </a:solidFill>
              <a:latin typeface="Balthazar"/>
              <a:ea typeface="Balthazar"/>
              <a:cs typeface="Balthazar"/>
              <a:sym typeface="Balthazar"/>
            </a:endParaRPr>
          </a:p>
          <a:p>
            <a:pPr indent="0" lvl="0" marL="0" rtl="0" algn="l">
              <a:spcBef>
                <a:spcPts val="0"/>
              </a:spcBef>
              <a:spcAft>
                <a:spcPts val="0"/>
              </a:spcAft>
              <a:buNone/>
            </a:pPr>
            <a:r>
              <a:t/>
            </a:r>
            <a:endParaRPr sz="3400">
              <a:solidFill>
                <a:schemeClr val="lt1"/>
              </a:solidFill>
              <a:latin typeface="Balthazar"/>
              <a:ea typeface="Balthazar"/>
              <a:cs typeface="Balthazar"/>
              <a:sym typeface="Balthazar"/>
            </a:endParaRPr>
          </a:p>
        </p:txBody>
      </p:sp>
      <p:sp>
        <p:nvSpPr>
          <p:cNvPr id="412" name="Google Shape;412;p44"/>
          <p:cNvSpPr txBox="1"/>
          <p:nvPr/>
        </p:nvSpPr>
        <p:spPr>
          <a:xfrm>
            <a:off x="595650" y="1358725"/>
            <a:ext cx="5331000" cy="1169700"/>
          </a:xfrm>
          <a:prstGeom prst="rect">
            <a:avLst/>
          </a:prstGeom>
          <a:noFill/>
          <a:ln>
            <a:noFill/>
          </a:ln>
        </p:spPr>
        <p:txBody>
          <a:bodyPr anchorCtr="0" anchor="t" bIns="91425" lIns="91425" spcFirstLastPara="1" rIns="91425" wrap="square" tIns="91425">
            <a:spAutoFit/>
          </a:bodyPr>
          <a:lstStyle/>
          <a:p>
            <a:pPr indent="-330200" lvl="0" marL="457200" rtl="0" algn="l">
              <a:spcBef>
                <a:spcPts val="0"/>
              </a:spcBef>
              <a:spcAft>
                <a:spcPts val="0"/>
              </a:spcAft>
              <a:buClr>
                <a:schemeClr val="lt1"/>
              </a:buClr>
              <a:buSzPts val="1600"/>
              <a:buFont typeface="Calibri"/>
              <a:buChar char="●"/>
            </a:pPr>
            <a:r>
              <a:rPr lang="en" sz="1600">
                <a:solidFill>
                  <a:schemeClr val="lt1"/>
                </a:solidFill>
                <a:latin typeface="Calibri"/>
                <a:ea typeface="Calibri"/>
                <a:cs typeface="Calibri"/>
                <a:sym typeface="Calibri"/>
              </a:rPr>
              <a:t>Easily send data packets</a:t>
            </a:r>
            <a:endParaRPr sz="1600">
              <a:solidFill>
                <a:schemeClr val="lt1"/>
              </a:solidFill>
              <a:latin typeface="Calibri"/>
              <a:ea typeface="Calibri"/>
              <a:cs typeface="Calibri"/>
              <a:sym typeface="Calibri"/>
            </a:endParaRPr>
          </a:p>
          <a:p>
            <a:pPr indent="-330200" lvl="0" marL="457200" rtl="0" algn="l">
              <a:spcBef>
                <a:spcPts val="0"/>
              </a:spcBef>
              <a:spcAft>
                <a:spcPts val="0"/>
              </a:spcAft>
              <a:buClr>
                <a:schemeClr val="lt1"/>
              </a:buClr>
              <a:buSzPts val="1600"/>
              <a:buFont typeface="Calibri"/>
              <a:buChar char="●"/>
            </a:pPr>
            <a:r>
              <a:rPr lang="en" sz="1600">
                <a:solidFill>
                  <a:schemeClr val="lt1"/>
                </a:solidFill>
                <a:latin typeface="Calibri"/>
                <a:ea typeface="Calibri"/>
                <a:cs typeface="Calibri"/>
                <a:sym typeface="Calibri"/>
              </a:rPr>
              <a:t>Compatible with Raspberry Pi</a:t>
            </a:r>
            <a:endParaRPr sz="1600">
              <a:solidFill>
                <a:schemeClr val="lt1"/>
              </a:solidFill>
              <a:latin typeface="Calibri"/>
              <a:ea typeface="Calibri"/>
              <a:cs typeface="Calibri"/>
              <a:sym typeface="Calibri"/>
            </a:endParaRPr>
          </a:p>
          <a:p>
            <a:pPr indent="-330200" lvl="0" marL="457200" rtl="0" algn="l">
              <a:spcBef>
                <a:spcPts val="0"/>
              </a:spcBef>
              <a:spcAft>
                <a:spcPts val="0"/>
              </a:spcAft>
              <a:buClr>
                <a:schemeClr val="lt1"/>
              </a:buClr>
              <a:buSzPts val="1600"/>
              <a:buFont typeface="Calibri"/>
              <a:buChar char="●"/>
            </a:pPr>
            <a:r>
              <a:rPr b="1" lang="en" sz="1600">
                <a:solidFill>
                  <a:schemeClr val="lt1"/>
                </a:solidFill>
                <a:latin typeface="Calibri"/>
                <a:ea typeface="Calibri"/>
                <a:cs typeface="Calibri"/>
                <a:sym typeface="Calibri"/>
              </a:rPr>
              <a:t>1.8V~3.7V</a:t>
            </a:r>
            <a:endParaRPr b="1" sz="1600">
              <a:solidFill>
                <a:schemeClr val="lt1"/>
              </a:solidFill>
              <a:latin typeface="Calibri"/>
              <a:ea typeface="Calibri"/>
              <a:cs typeface="Calibri"/>
              <a:sym typeface="Calibri"/>
            </a:endParaRPr>
          </a:p>
          <a:p>
            <a:pPr indent="0" lvl="0" marL="0" rtl="0" algn="l">
              <a:spcBef>
                <a:spcPts val="0"/>
              </a:spcBef>
              <a:spcAft>
                <a:spcPts val="0"/>
              </a:spcAft>
              <a:buNone/>
            </a:pPr>
            <a:r>
              <a:t/>
            </a:r>
            <a:endParaRPr sz="1600">
              <a:solidFill>
                <a:schemeClr val="lt1"/>
              </a:solidFill>
              <a:latin typeface="Calibri"/>
              <a:ea typeface="Calibri"/>
              <a:cs typeface="Calibri"/>
              <a:sym typeface="Calibri"/>
            </a:endParaRPr>
          </a:p>
        </p:txBody>
      </p:sp>
      <p:pic>
        <p:nvPicPr>
          <p:cNvPr id="413" name="Google Shape;413;p44"/>
          <p:cNvPicPr preferRelativeResize="0"/>
          <p:nvPr/>
        </p:nvPicPr>
        <p:blipFill>
          <a:blip r:embed="rId3">
            <a:alphaModFix/>
          </a:blip>
          <a:stretch>
            <a:fillRect/>
          </a:stretch>
        </p:blipFill>
        <p:spPr>
          <a:xfrm>
            <a:off x="8322900" y="403175"/>
            <a:ext cx="451625" cy="451625"/>
          </a:xfrm>
          <a:prstGeom prst="rect">
            <a:avLst/>
          </a:prstGeom>
          <a:noFill/>
          <a:ln>
            <a:noFill/>
          </a:ln>
        </p:spPr>
      </p:pic>
      <p:pic>
        <p:nvPicPr>
          <p:cNvPr id="414" name="Google Shape;414;p44"/>
          <p:cNvPicPr preferRelativeResize="0"/>
          <p:nvPr/>
        </p:nvPicPr>
        <p:blipFill>
          <a:blip r:embed="rId4">
            <a:alphaModFix/>
          </a:blip>
          <a:stretch>
            <a:fillRect/>
          </a:stretch>
        </p:blipFill>
        <p:spPr>
          <a:xfrm>
            <a:off x="519700" y="2865575"/>
            <a:ext cx="6203349" cy="1952825"/>
          </a:xfrm>
          <a:prstGeom prst="rect">
            <a:avLst/>
          </a:prstGeom>
          <a:noFill/>
          <a:ln>
            <a:noFill/>
          </a:ln>
        </p:spPr>
      </p:pic>
      <p:pic>
        <p:nvPicPr>
          <p:cNvPr id="415" name="Google Shape;415;p44" title="5714-05-removebg-preview.png"/>
          <p:cNvPicPr preferRelativeResize="0"/>
          <p:nvPr/>
        </p:nvPicPr>
        <p:blipFill>
          <a:blip r:embed="rId5">
            <a:alphaModFix/>
          </a:blip>
          <a:stretch>
            <a:fillRect/>
          </a:stretch>
        </p:blipFill>
        <p:spPr>
          <a:xfrm>
            <a:off x="5506325" y="754184"/>
            <a:ext cx="3398250" cy="2550165"/>
          </a:xfrm>
          <a:prstGeom prst="rect">
            <a:avLst/>
          </a:prstGeom>
          <a:noFill/>
          <a:ln>
            <a:noFill/>
          </a:ln>
        </p:spPr>
      </p:pic>
      <p:sp>
        <p:nvSpPr>
          <p:cNvPr id="416" name="Google Shape;416;p44"/>
          <p:cNvSpPr txBox="1"/>
          <p:nvPr/>
        </p:nvSpPr>
        <p:spPr>
          <a:xfrm>
            <a:off x="6161367" y="4585450"/>
            <a:ext cx="2743200" cy="365100"/>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r>
              <a:rPr lang="en" sz="2200">
                <a:solidFill>
                  <a:schemeClr val="lt1"/>
                </a:solidFill>
                <a:latin typeface="Balthazar"/>
                <a:ea typeface="Balthazar"/>
                <a:cs typeface="Balthazar"/>
                <a:sym typeface="Balthazar"/>
              </a:rPr>
              <a:t>34</a:t>
            </a:r>
            <a:endParaRPr sz="2200">
              <a:solidFill>
                <a:schemeClr val="lt1"/>
              </a:solidFill>
              <a:latin typeface="Balthazar"/>
              <a:ea typeface="Balthazar"/>
              <a:cs typeface="Balthazar"/>
              <a:sym typeface="Balthazar"/>
            </a:endParaRPr>
          </a:p>
        </p:txBody>
      </p:sp>
    </p:spTree>
  </p:cSld>
  <p:clrMapOvr>
    <a:masterClrMapping/>
  </p:clrMapOvr>
</p:sld>
</file>

<file path=ppt/slides/slide3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dk1"/>
        </a:solidFill>
      </p:bgPr>
    </p:bg>
    <p:spTree>
      <p:nvGrpSpPr>
        <p:cNvPr id="420" name="Shape 420"/>
        <p:cNvGrpSpPr/>
        <p:nvPr/>
      </p:nvGrpSpPr>
      <p:grpSpPr>
        <a:xfrm>
          <a:off x="0" y="0"/>
          <a:ext cx="0" cy="0"/>
          <a:chOff x="0" y="0"/>
          <a:chExt cx="0" cy="0"/>
        </a:xfrm>
      </p:grpSpPr>
      <p:sp>
        <p:nvSpPr>
          <p:cNvPr id="421" name="Google Shape;421;p45"/>
          <p:cNvSpPr/>
          <p:nvPr/>
        </p:nvSpPr>
        <p:spPr>
          <a:xfrm>
            <a:off x="241775" y="270250"/>
            <a:ext cx="8662800" cy="4680300"/>
          </a:xfrm>
          <a:prstGeom prst="rect">
            <a:avLst/>
          </a:prstGeom>
          <a:solidFill>
            <a:srgbClr val="0A1735"/>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cxnSp>
        <p:nvCxnSpPr>
          <p:cNvPr id="422" name="Google Shape;422;p45"/>
          <p:cNvCxnSpPr/>
          <p:nvPr/>
        </p:nvCxnSpPr>
        <p:spPr>
          <a:xfrm>
            <a:off x="595650" y="915550"/>
            <a:ext cx="5331000" cy="1500"/>
          </a:xfrm>
          <a:prstGeom prst="straightConnector1">
            <a:avLst/>
          </a:prstGeom>
          <a:noFill/>
          <a:ln cap="flat" cmpd="sng" w="19050">
            <a:solidFill>
              <a:schemeClr val="lt1"/>
            </a:solidFill>
            <a:prstDash val="solid"/>
            <a:round/>
            <a:headEnd len="med" w="med" type="none"/>
            <a:tailEnd len="med" w="med" type="none"/>
          </a:ln>
        </p:spPr>
      </p:cxnSp>
      <p:sp>
        <p:nvSpPr>
          <p:cNvPr id="423" name="Google Shape;423;p45"/>
          <p:cNvSpPr txBox="1"/>
          <p:nvPr/>
        </p:nvSpPr>
        <p:spPr>
          <a:xfrm>
            <a:off x="519700" y="354700"/>
            <a:ext cx="5736000" cy="5001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3400">
                <a:solidFill>
                  <a:schemeClr val="lt1"/>
                </a:solidFill>
                <a:latin typeface="Balthazar"/>
                <a:ea typeface="Balthazar"/>
                <a:cs typeface="Balthazar"/>
                <a:sym typeface="Balthazar"/>
              </a:rPr>
              <a:t>Logitech Controller for C3 Station</a:t>
            </a:r>
            <a:endParaRPr sz="3400">
              <a:solidFill>
                <a:schemeClr val="lt1"/>
              </a:solidFill>
              <a:latin typeface="Balthazar"/>
              <a:ea typeface="Balthazar"/>
              <a:cs typeface="Balthazar"/>
              <a:sym typeface="Balthazar"/>
            </a:endParaRPr>
          </a:p>
          <a:p>
            <a:pPr indent="0" lvl="0" marL="0" rtl="0" algn="l">
              <a:spcBef>
                <a:spcPts val="0"/>
              </a:spcBef>
              <a:spcAft>
                <a:spcPts val="0"/>
              </a:spcAft>
              <a:buNone/>
            </a:pPr>
            <a:r>
              <a:t/>
            </a:r>
            <a:endParaRPr sz="3400">
              <a:solidFill>
                <a:schemeClr val="lt1"/>
              </a:solidFill>
              <a:latin typeface="Balthazar"/>
              <a:ea typeface="Balthazar"/>
              <a:cs typeface="Balthazar"/>
              <a:sym typeface="Balthazar"/>
            </a:endParaRPr>
          </a:p>
        </p:txBody>
      </p:sp>
      <p:sp>
        <p:nvSpPr>
          <p:cNvPr id="424" name="Google Shape;424;p45"/>
          <p:cNvSpPr txBox="1"/>
          <p:nvPr/>
        </p:nvSpPr>
        <p:spPr>
          <a:xfrm>
            <a:off x="595650" y="1173075"/>
            <a:ext cx="5331000" cy="1200600"/>
          </a:xfrm>
          <a:prstGeom prst="rect">
            <a:avLst/>
          </a:prstGeom>
          <a:noFill/>
          <a:ln>
            <a:noFill/>
          </a:ln>
        </p:spPr>
        <p:txBody>
          <a:bodyPr anchorCtr="0" anchor="t" bIns="91425" lIns="91425" spcFirstLastPara="1" rIns="91425" wrap="square" tIns="91425">
            <a:spAutoFit/>
          </a:bodyPr>
          <a:lstStyle/>
          <a:p>
            <a:pPr indent="-368300" lvl="0" marL="457200" rtl="0" algn="l">
              <a:spcBef>
                <a:spcPts val="0"/>
              </a:spcBef>
              <a:spcAft>
                <a:spcPts val="0"/>
              </a:spcAft>
              <a:buClr>
                <a:schemeClr val="lt1"/>
              </a:buClr>
              <a:buSzPts val="2200"/>
              <a:buFont typeface="Calibri"/>
              <a:buChar char="●"/>
            </a:pPr>
            <a:r>
              <a:rPr lang="en" sz="2200">
                <a:solidFill>
                  <a:schemeClr val="lt1"/>
                </a:solidFill>
                <a:latin typeface="Calibri"/>
                <a:ea typeface="Calibri"/>
                <a:cs typeface="Calibri"/>
                <a:sym typeface="Calibri"/>
              </a:rPr>
              <a:t>Cost-efficient </a:t>
            </a:r>
            <a:r>
              <a:rPr b="1" lang="en" sz="2200">
                <a:solidFill>
                  <a:schemeClr val="lt1"/>
                </a:solidFill>
                <a:latin typeface="Calibri"/>
                <a:ea typeface="Calibri"/>
                <a:cs typeface="Calibri"/>
                <a:sym typeface="Calibri"/>
              </a:rPr>
              <a:t>($10)</a:t>
            </a:r>
            <a:endParaRPr b="1" sz="2200">
              <a:solidFill>
                <a:schemeClr val="lt1"/>
              </a:solidFill>
              <a:latin typeface="Calibri"/>
              <a:ea typeface="Calibri"/>
              <a:cs typeface="Calibri"/>
              <a:sym typeface="Calibri"/>
            </a:endParaRPr>
          </a:p>
          <a:p>
            <a:pPr indent="-368300" lvl="0" marL="457200" rtl="0" algn="l">
              <a:spcBef>
                <a:spcPts val="0"/>
              </a:spcBef>
              <a:spcAft>
                <a:spcPts val="0"/>
              </a:spcAft>
              <a:buClr>
                <a:schemeClr val="lt1"/>
              </a:buClr>
              <a:buSzPts val="2200"/>
              <a:buFont typeface="Calibri"/>
              <a:buChar char="●"/>
            </a:pPr>
            <a:r>
              <a:rPr lang="en" sz="2200">
                <a:solidFill>
                  <a:schemeClr val="lt1"/>
                </a:solidFill>
                <a:latin typeface="Calibri"/>
                <a:ea typeface="Calibri"/>
                <a:cs typeface="Calibri"/>
                <a:sym typeface="Calibri"/>
              </a:rPr>
              <a:t>Easily programmable</a:t>
            </a:r>
            <a:endParaRPr sz="2200">
              <a:solidFill>
                <a:schemeClr val="lt1"/>
              </a:solidFill>
              <a:latin typeface="Calibri"/>
              <a:ea typeface="Calibri"/>
              <a:cs typeface="Calibri"/>
              <a:sym typeface="Calibri"/>
            </a:endParaRPr>
          </a:p>
          <a:p>
            <a:pPr indent="0" lvl="0" marL="0" rtl="0" algn="l">
              <a:spcBef>
                <a:spcPts val="0"/>
              </a:spcBef>
              <a:spcAft>
                <a:spcPts val="0"/>
              </a:spcAft>
              <a:buNone/>
            </a:pPr>
            <a:r>
              <a:t/>
            </a:r>
            <a:endParaRPr sz="2200">
              <a:solidFill>
                <a:schemeClr val="lt1"/>
              </a:solidFill>
              <a:latin typeface="Calibri"/>
              <a:ea typeface="Calibri"/>
              <a:cs typeface="Calibri"/>
              <a:sym typeface="Calibri"/>
            </a:endParaRPr>
          </a:p>
        </p:txBody>
      </p:sp>
      <p:pic>
        <p:nvPicPr>
          <p:cNvPr id="425" name="Google Shape;425;p45"/>
          <p:cNvPicPr preferRelativeResize="0"/>
          <p:nvPr/>
        </p:nvPicPr>
        <p:blipFill>
          <a:blip r:embed="rId3">
            <a:alphaModFix/>
          </a:blip>
          <a:stretch>
            <a:fillRect/>
          </a:stretch>
        </p:blipFill>
        <p:spPr>
          <a:xfrm>
            <a:off x="8322900" y="403175"/>
            <a:ext cx="451625" cy="451625"/>
          </a:xfrm>
          <a:prstGeom prst="rect">
            <a:avLst/>
          </a:prstGeom>
          <a:noFill/>
          <a:ln>
            <a:noFill/>
          </a:ln>
        </p:spPr>
      </p:pic>
      <p:pic>
        <p:nvPicPr>
          <p:cNvPr id="426" name="Google Shape;426;p45" title="ba5b5e27-b658-45e2-ae7c-35b0944a7487-removebg-preview.png"/>
          <p:cNvPicPr preferRelativeResize="0"/>
          <p:nvPr/>
        </p:nvPicPr>
        <p:blipFill>
          <a:blip r:embed="rId4">
            <a:alphaModFix/>
          </a:blip>
          <a:stretch>
            <a:fillRect/>
          </a:stretch>
        </p:blipFill>
        <p:spPr>
          <a:xfrm>
            <a:off x="6570100" y="854800"/>
            <a:ext cx="2018775" cy="2018775"/>
          </a:xfrm>
          <a:prstGeom prst="rect">
            <a:avLst/>
          </a:prstGeom>
          <a:noFill/>
          <a:ln>
            <a:noFill/>
          </a:ln>
        </p:spPr>
      </p:pic>
      <p:pic>
        <p:nvPicPr>
          <p:cNvPr id="427" name="Google Shape;427;p45"/>
          <p:cNvPicPr preferRelativeResize="0"/>
          <p:nvPr/>
        </p:nvPicPr>
        <p:blipFill rotWithShape="1">
          <a:blip r:embed="rId5">
            <a:alphaModFix/>
          </a:blip>
          <a:srcRect b="0" l="0" r="478" t="0"/>
          <a:stretch/>
        </p:blipFill>
        <p:spPr>
          <a:xfrm>
            <a:off x="519700" y="2240950"/>
            <a:ext cx="6704223" cy="2563525"/>
          </a:xfrm>
          <a:prstGeom prst="rect">
            <a:avLst/>
          </a:prstGeom>
          <a:noFill/>
          <a:ln>
            <a:noFill/>
          </a:ln>
        </p:spPr>
      </p:pic>
      <p:sp>
        <p:nvSpPr>
          <p:cNvPr id="428" name="Google Shape;428;p45"/>
          <p:cNvSpPr txBox="1"/>
          <p:nvPr/>
        </p:nvSpPr>
        <p:spPr>
          <a:xfrm>
            <a:off x="6161367" y="4585450"/>
            <a:ext cx="2743200" cy="365100"/>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r>
              <a:rPr lang="en" sz="2200">
                <a:solidFill>
                  <a:schemeClr val="lt1"/>
                </a:solidFill>
                <a:latin typeface="Balthazar"/>
                <a:ea typeface="Balthazar"/>
                <a:cs typeface="Balthazar"/>
                <a:sym typeface="Balthazar"/>
              </a:rPr>
              <a:t>35</a:t>
            </a:r>
            <a:endParaRPr sz="2200">
              <a:solidFill>
                <a:schemeClr val="lt1"/>
              </a:solidFill>
              <a:latin typeface="Balthazar"/>
              <a:ea typeface="Balthazar"/>
              <a:cs typeface="Balthazar"/>
              <a:sym typeface="Balthazar"/>
            </a:endParaRPr>
          </a:p>
        </p:txBody>
      </p:sp>
    </p:spTree>
  </p:cSld>
  <p:clrMapOvr>
    <a:masterClrMapping/>
  </p:clrMapOvr>
</p:sld>
</file>

<file path=ppt/slides/slide3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dk1"/>
        </a:solidFill>
      </p:bgPr>
    </p:bg>
    <p:spTree>
      <p:nvGrpSpPr>
        <p:cNvPr id="432" name="Shape 432"/>
        <p:cNvGrpSpPr/>
        <p:nvPr/>
      </p:nvGrpSpPr>
      <p:grpSpPr>
        <a:xfrm>
          <a:off x="0" y="0"/>
          <a:ext cx="0" cy="0"/>
          <a:chOff x="0" y="0"/>
          <a:chExt cx="0" cy="0"/>
        </a:xfrm>
      </p:grpSpPr>
      <p:sp>
        <p:nvSpPr>
          <p:cNvPr id="433" name="Google Shape;433;p46"/>
          <p:cNvSpPr/>
          <p:nvPr/>
        </p:nvSpPr>
        <p:spPr>
          <a:xfrm>
            <a:off x="241775" y="270250"/>
            <a:ext cx="8662800" cy="4680300"/>
          </a:xfrm>
          <a:prstGeom prst="rect">
            <a:avLst/>
          </a:prstGeom>
          <a:solidFill>
            <a:srgbClr val="0A1735"/>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434" name="Google Shape;434;p46"/>
          <p:cNvSpPr txBox="1"/>
          <p:nvPr/>
        </p:nvSpPr>
        <p:spPr>
          <a:xfrm>
            <a:off x="2416350" y="2023218"/>
            <a:ext cx="4355400" cy="5001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Clr>
                <a:schemeClr val="dk1"/>
              </a:buClr>
              <a:buSzPts val="1100"/>
              <a:buFont typeface="Arial"/>
              <a:buNone/>
            </a:pPr>
            <a:r>
              <a:rPr lang="en" sz="3800">
                <a:solidFill>
                  <a:schemeClr val="lt1"/>
                </a:solidFill>
                <a:latin typeface="Balthazar"/>
                <a:ea typeface="Balthazar"/>
                <a:cs typeface="Balthazar"/>
                <a:sym typeface="Balthazar"/>
              </a:rPr>
              <a:t>Q&amp;A</a:t>
            </a:r>
            <a:endParaRPr sz="3800">
              <a:solidFill>
                <a:schemeClr val="lt1"/>
              </a:solidFill>
              <a:latin typeface="Balthazar"/>
              <a:ea typeface="Balthazar"/>
              <a:cs typeface="Balthazar"/>
              <a:sym typeface="Balthazar"/>
            </a:endParaRPr>
          </a:p>
          <a:p>
            <a:pPr indent="0" lvl="0" marL="0" rtl="0" algn="l">
              <a:spcBef>
                <a:spcPts val="0"/>
              </a:spcBef>
              <a:spcAft>
                <a:spcPts val="0"/>
              </a:spcAft>
              <a:buNone/>
            </a:pPr>
            <a:r>
              <a:t/>
            </a:r>
            <a:endParaRPr sz="3400">
              <a:solidFill>
                <a:schemeClr val="lt1"/>
              </a:solidFill>
              <a:latin typeface="Balthazar"/>
              <a:ea typeface="Balthazar"/>
              <a:cs typeface="Balthazar"/>
              <a:sym typeface="Balthazar"/>
            </a:endParaRPr>
          </a:p>
        </p:txBody>
      </p:sp>
      <p:cxnSp>
        <p:nvCxnSpPr>
          <p:cNvPr id="435" name="Google Shape;435;p46"/>
          <p:cNvCxnSpPr/>
          <p:nvPr/>
        </p:nvCxnSpPr>
        <p:spPr>
          <a:xfrm flipH="1" rot="10800000">
            <a:off x="2450600" y="2659825"/>
            <a:ext cx="4179600" cy="8100"/>
          </a:xfrm>
          <a:prstGeom prst="straightConnector1">
            <a:avLst/>
          </a:prstGeom>
          <a:noFill/>
          <a:ln cap="flat" cmpd="sng" w="19050">
            <a:solidFill>
              <a:schemeClr val="lt1"/>
            </a:solidFill>
            <a:prstDash val="solid"/>
            <a:round/>
            <a:headEnd len="med" w="med" type="none"/>
            <a:tailEnd len="med" w="med" type="none"/>
          </a:ln>
        </p:spPr>
      </p:cxnSp>
      <p:sp>
        <p:nvSpPr>
          <p:cNvPr id="436" name="Google Shape;436;p46"/>
          <p:cNvSpPr txBox="1"/>
          <p:nvPr/>
        </p:nvSpPr>
        <p:spPr>
          <a:xfrm>
            <a:off x="2395475" y="2715640"/>
            <a:ext cx="4355400" cy="4311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en" sz="1600">
                <a:solidFill>
                  <a:schemeClr val="lt1"/>
                </a:solidFill>
                <a:latin typeface="Oswald"/>
                <a:ea typeface="Oswald"/>
                <a:cs typeface="Oswald"/>
                <a:sym typeface="Oswald"/>
              </a:rPr>
              <a:t>Thank you for your time!</a:t>
            </a:r>
            <a:endParaRPr sz="1600">
              <a:solidFill>
                <a:schemeClr val="lt1"/>
              </a:solidFill>
              <a:latin typeface="Oswald"/>
              <a:ea typeface="Oswald"/>
              <a:cs typeface="Oswald"/>
              <a:sym typeface="Oswald"/>
            </a:endParaRPr>
          </a:p>
        </p:txBody>
      </p:sp>
      <p:pic>
        <p:nvPicPr>
          <p:cNvPr id="437" name="Google Shape;437;p46"/>
          <p:cNvPicPr preferRelativeResize="0"/>
          <p:nvPr/>
        </p:nvPicPr>
        <p:blipFill>
          <a:blip r:embed="rId3">
            <a:alphaModFix/>
          </a:blip>
          <a:stretch>
            <a:fillRect/>
          </a:stretch>
        </p:blipFill>
        <p:spPr>
          <a:xfrm>
            <a:off x="4823625" y="2988175"/>
            <a:ext cx="4080949" cy="1962375"/>
          </a:xfrm>
          <a:prstGeom prst="rect">
            <a:avLst/>
          </a:prstGeom>
          <a:noFill/>
          <a:ln>
            <a:noFill/>
          </a:ln>
        </p:spPr>
      </p:pic>
      <p:pic>
        <p:nvPicPr>
          <p:cNvPr id="438" name="Google Shape;438;p46"/>
          <p:cNvPicPr preferRelativeResize="0"/>
          <p:nvPr/>
        </p:nvPicPr>
        <p:blipFill>
          <a:blip r:embed="rId3">
            <a:alphaModFix/>
          </a:blip>
          <a:stretch>
            <a:fillRect/>
          </a:stretch>
        </p:blipFill>
        <p:spPr>
          <a:xfrm rot="10800000">
            <a:off x="241775" y="270250"/>
            <a:ext cx="4080949" cy="1962375"/>
          </a:xfrm>
          <a:prstGeom prst="rect">
            <a:avLst/>
          </a:prstGeom>
          <a:noFill/>
          <a:ln>
            <a:noFill/>
          </a:ln>
        </p:spPr>
      </p:pic>
      <p:pic>
        <p:nvPicPr>
          <p:cNvPr id="439" name="Google Shape;439;p46"/>
          <p:cNvPicPr preferRelativeResize="0"/>
          <p:nvPr/>
        </p:nvPicPr>
        <p:blipFill>
          <a:blip r:embed="rId4">
            <a:alphaModFix/>
          </a:blip>
          <a:stretch>
            <a:fillRect/>
          </a:stretch>
        </p:blipFill>
        <p:spPr>
          <a:xfrm>
            <a:off x="8322900" y="414650"/>
            <a:ext cx="451625" cy="451625"/>
          </a:xfrm>
          <a:prstGeom prst="rect">
            <a:avLst/>
          </a:prstGeom>
          <a:noFill/>
          <a:ln>
            <a:noFill/>
          </a:ln>
        </p:spPr>
      </p:pic>
    </p:spTree>
  </p:cSld>
  <p:clrMapOvr>
    <a:masterClrMapping/>
  </p:clrMapOvr>
</p:sld>
</file>

<file path=ppt/slides/slide3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dk1"/>
        </a:solidFill>
      </p:bgPr>
    </p:bg>
    <p:spTree>
      <p:nvGrpSpPr>
        <p:cNvPr id="443" name="Shape 443"/>
        <p:cNvGrpSpPr/>
        <p:nvPr/>
      </p:nvGrpSpPr>
      <p:grpSpPr>
        <a:xfrm>
          <a:off x="0" y="0"/>
          <a:ext cx="0" cy="0"/>
          <a:chOff x="0" y="0"/>
          <a:chExt cx="0" cy="0"/>
        </a:xfrm>
      </p:grpSpPr>
      <p:sp>
        <p:nvSpPr>
          <p:cNvPr id="444" name="Google Shape;444;p47"/>
          <p:cNvSpPr/>
          <p:nvPr/>
        </p:nvSpPr>
        <p:spPr>
          <a:xfrm>
            <a:off x="241775" y="270250"/>
            <a:ext cx="8662800" cy="4680300"/>
          </a:xfrm>
          <a:prstGeom prst="rect">
            <a:avLst/>
          </a:prstGeom>
          <a:solidFill>
            <a:srgbClr val="0A1735"/>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cxnSp>
        <p:nvCxnSpPr>
          <p:cNvPr id="445" name="Google Shape;445;p47"/>
          <p:cNvCxnSpPr/>
          <p:nvPr/>
        </p:nvCxnSpPr>
        <p:spPr>
          <a:xfrm>
            <a:off x="595650" y="915550"/>
            <a:ext cx="5331000" cy="1500"/>
          </a:xfrm>
          <a:prstGeom prst="straightConnector1">
            <a:avLst/>
          </a:prstGeom>
          <a:noFill/>
          <a:ln cap="flat" cmpd="sng" w="19050">
            <a:solidFill>
              <a:schemeClr val="lt1"/>
            </a:solidFill>
            <a:prstDash val="solid"/>
            <a:round/>
            <a:headEnd len="med" w="med" type="none"/>
            <a:tailEnd len="med" w="med" type="none"/>
          </a:ln>
        </p:spPr>
      </p:cxnSp>
      <p:sp>
        <p:nvSpPr>
          <p:cNvPr id="446" name="Google Shape;446;p47"/>
          <p:cNvSpPr txBox="1"/>
          <p:nvPr/>
        </p:nvSpPr>
        <p:spPr>
          <a:xfrm>
            <a:off x="519700" y="354700"/>
            <a:ext cx="5736000" cy="5001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3400">
                <a:solidFill>
                  <a:schemeClr val="lt1"/>
                </a:solidFill>
                <a:latin typeface="Balthazar"/>
                <a:ea typeface="Balthazar"/>
                <a:cs typeface="Balthazar"/>
                <a:sym typeface="Balthazar"/>
              </a:rPr>
              <a:t>Appendix A: Gantt Chart</a:t>
            </a:r>
            <a:endParaRPr sz="3400">
              <a:solidFill>
                <a:schemeClr val="lt1"/>
              </a:solidFill>
              <a:latin typeface="Balthazar"/>
              <a:ea typeface="Balthazar"/>
              <a:cs typeface="Balthazar"/>
              <a:sym typeface="Balthazar"/>
            </a:endParaRPr>
          </a:p>
        </p:txBody>
      </p:sp>
      <p:pic>
        <p:nvPicPr>
          <p:cNvPr id="447" name="Google Shape;447;p47"/>
          <p:cNvPicPr preferRelativeResize="0"/>
          <p:nvPr/>
        </p:nvPicPr>
        <p:blipFill>
          <a:blip r:embed="rId3">
            <a:alphaModFix/>
          </a:blip>
          <a:stretch>
            <a:fillRect/>
          </a:stretch>
        </p:blipFill>
        <p:spPr>
          <a:xfrm>
            <a:off x="8322900" y="403175"/>
            <a:ext cx="451625" cy="451625"/>
          </a:xfrm>
          <a:prstGeom prst="rect">
            <a:avLst/>
          </a:prstGeom>
          <a:noFill/>
          <a:ln>
            <a:noFill/>
          </a:ln>
        </p:spPr>
      </p:pic>
      <p:pic>
        <p:nvPicPr>
          <p:cNvPr id="448" name="Google Shape;448;p47"/>
          <p:cNvPicPr preferRelativeResize="0"/>
          <p:nvPr/>
        </p:nvPicPr>
        <p:blipFill>
          <a:blip r:embed="rId4">
            <a:alphaModFix/>
          </a:blip>
          <a:stretch>
            <a:fillRect/>
          </a:stretch>
        </p:blipFill>
        <p:spPr>
          <a:xfrm>
            <a:off x="32288" y="1119867"/>
            <a:ext cx="9074049" cy="3885786"/>
          </a:xfrm>
          <a:prstGeom prst="rect">
            <a:avLst/>
          </a:prstGeom>
          <a:noFill/>
          <a:ln>
            <a:noFill/>
          </a:ln>
        </p:spPr>
      </p:pic>
    </p:spTree>
  </p:cSld>
  <p:clrMapOvr>
    <a:masterClrMapping/>
  </p:clrMapOvr>
</p:sld>
</file>

<file path=ppt/slides/slide3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dk1"/>
        </a:solidFill>
      </p:bgPr>
    </p:bg>
    <p:spTree>
      <p:nvGrpSpPr>
        <p:cNvPr id="452" name="Shape 452"/>
        <p:cNvGrpSpPr/>
        <p:nvPr/>
      </p:nvGrpSpPr>
      <p:grpSpPr>
        <a:xfrm>
          <a:off x="0" y="0"/>
          <a:ext cx="0" cy="0"/>
          <a:chOff x="0" y="0"/>
          <a:chExt cx="0" cy="0"/>
        </a:xfrm>
      </p:grpSpPr>
      <p:sp>
        <p:nvSpPr>
          <p:cNvPr id="453" name="Google Shape;453;p48"/>
          <p:cNvSpPr/>
          <p:nvPr/>
        </p:nvSpPr>
        <p:spPr>
          <a:xfrm>
            <a:off x="241775" y="270250"/>
            <a:ext cx="8662800" cy="4680300"/>
          </a:xfrm>
          <a:prstGeom prst="rect">
            <a:avLst/>
          </a:prstGeom>
          <a:solidFill>
            <a:srgbClr val="0A1735"/>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cxnSp>
        <p:nvCxnSpPr>
          <p:cNvPr id="454" name="Google Shape;454;p48"/>
          <p:cNvCxnSpPr/>
          <p:nvPr/>
        </p:nvCxnSpPr>
        <p:spPr>
          <a:xfrm>
            <a:off x="595650" y="915550"/>
            <a:ext cx="5331000" cy="1500"/>
          </a:xfrm>
          <a:prstGeom prst="straightConnector1">
            <a:avLst/>
          </a:prstGeom>
          <a:noFill/>
          <a:ln cap="flat" cmpd="sng" w="19050">
            <a:solidFill>
              <a:schemeClr val="lt1"/>
            </a:solidFill>
            <a:prstDash val="solid"/>
            <a:round/>
            <a:headEnd len="med" w="med" type="none"/>
            <a:tailEnd len="med" w="med" type="none"/>
          </a:ln>
        </p:spPr>
      </p:cxnSp>
      <p:sp>
        <p:nvSpPr>
          <p:cNvPr id="455" name="Google Shape;455;p48"/>
          <p:cNvSpPr txBox="1"/>
          <p:nvPr/>
        </p:nvSpPr>
        <p:spPr>
          <a:xfrm>
            <a:off x="519700" y="354700"/>
            <a:ext cx="5736000" cy="5001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3400">
                <a:solidFill>
                  <a:schemeClr val="lt1"/>
                </a:solidFill>
                <a:latin typeface="Balthazar"/>
                <a:ea typeface="Balthazar"/>
                <a:cs typeface="Balthazar"/>
                <a:sym typeface="Balthazar"/>
              </a:rPr>
              <a:t>Appendix B</a:t>
            </a:r>
            <a:endParaRPr sz="3400">
              <a:solidFill>
                <a:schemeClr val="lt1"/>
              </a:solidFill>
              <a:latin typeface="Balthazar"/>
              <a:ea typeface="Balthazar"/>
              <a:cs typeface="Balthazar"/>
              <a:sym typeface="Balthazar"/>
            </a:endParaRPr>
          </a:p>
        </p:txBody>
      </p:sp>
      <p:sp>
        <p:nvSpPr>
          <p:cNvPr id="456" name="Google Shape;456;p48"/>
          <p:cNvSpPr txBox="1"/>
          <p:nvPr/>
        </p:nvSpPr>
        <p:spPr>
          <a:xfrm>
            <a:off x="595650" y="1358725"/>
            <a:ext cx="2479200" cy="60954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2400">
                <a:solidFill>
                  <a:schemeClr val="lt1"/>
                </a:solidFill>
                <a:latin typeface="Calibri"/>
                <a:ea typeface="Calibri"/>
                <a:cs typeface="Calibri"/>
                <a:sym typeface="Calibri"/>
              </a:rPr>
              <a:t>Bill of Materials:</a:t>
            </a:r>
            <a:endParaRPr sz="2400">
              <a:solidFill>
                <a:schemeClr val="lt1"/>
              </a:solidFill>
              <a:latin typeface="Calibri"/>
              <a:ea typeface="Calibri"/>
              <a:cs typeface="Calibri"/>
              <a:sym typeface="Calibri"/>
            </a:endParaRPr>
          </a:p>
          <a:p>
            <a:pPr indent="0" lvl="0" marL="0" rtl="0" algn="l">
              <a:spcBef>
                <a:spcPts val="0"/>
              </a:spcBef>
              <a:spcAft>
                <a:spcPts val="0"/>
              </a:spcAft>
              <a:buNone/>
            </a:pPr>
            <a:r>
              <a:rPr lang="en" sz="2400" u="sng">
                <a:solidFill>
                  <a:schemeClr val="hlink"/>
                </a:solidFill>
                <a:latin typeface="Calibri"/>
                <a:ea typeface="Calibri"/>
                <a:cs typeface="Calibri"/>
                <a:sym typeface="Calibri"/>
                <a:hlinkClick r:id="rId3"/>
              </a:rPr>
              <a:t>Link</a:t>
            </a:r>
            <a:endParaRPr sz="2400">
              <a:solidFill>
                <a:schemeClr val="lt1"/>
              </a:solidFill>
              <a:latin typeface="Calibri"/>
              <a:ea typeface="Calibri"/>
              <a:cs typeface="Calibri"/>
              <a:sym typeface="Calibri"/>
            </a:endParaRPr>
          </a:p>
          <a:p>
            <a:pPr indent="0" lvl="0" marL="0" rtl="0" algn="l">
              <a:spcBef>
                <a:spcPts val="0"/>
              </a:spcBef>
              <a:spcAft>
                <a:spcPts val="0"/>
              </a:spcAft>
              <a:buNone/>
            </a:pPr>
            <a:r>
              <a:t/>
            </a:r>
            <a:endParaRPr sz="2400">
              <a:solidFill>
                <a:schemeClr val="lt1"/>
              </a:solidFill>
              <a:latin typeface="Calibri"/>
              <a:ea typeface="Calibri"/>
              <a:cs typeface="Calibri"/>
              <a:sym typeface="Calibri"/>
            </a:endParaRPr>
          </a:p>
          <a:p>
            <a:pPr indent="0" lvl="0" marL="0" rtl="0" algn="l">
              <a:spcBef>
                <a:spcPts val="0"/>
              </a:spcBef>
              <a:spcAft>
                <a:spcPts val="0"/>
              </a:spcAft>
              <a:buNone/>
            </a:pPr>
            <a:r>
              <a:rPr lang="en" sz="2400">
                <a:solidFill>
                  <a:schemeClr val="lt1"/>
                </a:solidFill>
                <a:latin typeface="Calibri"/>
                <a:ea typeface="Calibri"/>
                <a:cs typeface="Calibri"/>
                <a:sym typeface="Calibri"/>
              </a:rPr>
              <a:t>GitHub:</a:t>
            </a:r>
            <a:endParaRPr sz="2400">
              <a:solidFill>
                <a:schemeClr val="lt1"/>
              </a:solidFill>
              <a:latin typeface="Calibri"/>
              <a:ea typeface="Calibri"/>
              <a:cs typeface="Calibri"/>
              <a:sym typeface="Calibri"/>
            </a:endParaRPr>
          </a:p>
          <a:p>
            <a:pPr indent="0" lvl="0" marL="0" rtl="0" algn="l">
              <a:spcBef>
                <a:spcPts val="0"/>
              </a:spcBef>
              <a:spcAft>
                <a:spcPts val="0"/>
              </a:spcAft>
              <a:buNone/>
            </a:pPr>
            <a:r>
              <a:rPr lang="en" sz="2400" u="sng">
                <a:solidFill>
                  <a:schemeClr val="hlink"/>
                </a:solidFill>
                <a:latin typeface="Calibri"/>
                <a:ea typeface="Calibri"/>
                <a:cs typeface="Calibri"/>
                <a:sym typeface="Calibri"/>
                <a:hlinkClick r:id="rId4"/>
              </a:rPr>
              <a:t>Link</a:t>
            </a:r>
            <a:endParaRPr sz="2400">
              <a:solidFill>
                <a:schemeClr val="lt1"/>
              </a:solidFill>
              <a:latin typeface="Calibri"/>
              <a:ea typeface="Calibri"/>
              <a:cs typeface="Calibri"/>
              <a:sym typeface="Calibri"/>
            </a:endParaRPr>
          </a:p>
          <a:p>
            <a:pPr indent="0" lvl="0" marL="0" rtl="0" algn="l">
              <a:spcBef>
                <a:spcPts val="0"/>
              </a:spcBef>
              <a:spcAft>
                <a:spcPts val="0"/>
              </a:spcAft>
              <a:buNone/>
            </a:pPr>
            <a:r>
              <a:t/>
            </a:r>
            <a:endParaRPr sz="2400">
              <a:solidFill>
                <a:schemeClr val="lt1"/>
              </a:solidFill>
              <a:latin typeface="Calibri"/>
              <a:ea typeface="Calibri"/>
              <a:cs typeface="Calibri"/>
              <a:sym typeface="Calibri"/>
            </a:endParaRPr>
          </a:p>
          <a:p>
            <a:pPr indent="0" lvl="0" marL="0" rtl="0" algn="l">
              <a:spcBef>
                <a:spcPts val="0"/>
              </a:spcBef>
              <a:spcAft>
                <a:spcPts val="0"/>
              </a:spcAft>
              <a:buNone/>
            </a:pPr>
            <a:r>
              <a:t/>
            </a:r>
            <a:endParaRPr sz="2400">
              <a:solidFill>
                <a:schemeClr val="lt1"/>
              </a:solidFill>
              <a:latin typeface="Calibri"/>
              <a:ea typeface="Calibri"/>
              <a:cs typeface="Calibri"/>
              <a:sym typeface="Calibri"/>
            </a:endParaRPr>
          </a:p>
          <a:p>
            <a:pPr indent="0" lvl="0" marL="0" rtl="0" algn="l">
              <a:spcBef>
                <a:spcPts val="0"/>
              </a:spcBef>
              <a:spcAft>
                <a:spcPts val="0"/>
              </a:spcAft>
              <a:buNone/>
            </a:pPr>
            <a:r>
              <a:t/>
            </a:r>
            <a:endParaRPr sz="2400">
              <a:solidFill>
                <a:schemeClr val="lt1"/>
              </a:solidFill>
              <a:latin typeface="Calibri"/>
              <a:ea typeface="Calibri"/>
              <a:cs typeface="Calibri"/>
              <a:sym typeface="Calibri"/>
            </a:endParaRPr>
          </a:p>
          <a:p>
            <a:pPr indent="0" lvl="0" marL="0" rtl="0" algn="l">
              <a:spcBef>
                <a:spcPts val="0"/>
              </a:spcBef>
              <a:spcAft>
                <a:spcPts val="0"/>
              </a:spcAft>
              <a:buNone/>
            </a:pPr>
            <a:r>
              <a:t/>
            </a:r>
            <a:endParaRPr sz="2400">
              <a:solidFill>
                <a:schemeClr val="lt1"/>
              </a:solidFill>
              <a:latin typeface="Calibri"/>
              <a:ea typeface="Calibri"/>
              <a:cs typeface="Calibri"/>
              <a:sym typeface="Calibri"/>
            </a:endParaRPr>
          </a:p>
          <a:p>
            <a:pPr indent="0" lvl="0" marL="0" rtl="0" algn="l">
              <a:spcBef>
                <a:spcPts val="0"/>
              </a:spcBef>
              <a:spcAft>
                <a:spcPts val="0"/>
              </a:spcAft>
              <a:buNone/>
            </a:pPr>
            <a:r>
              <a:t/>
            </a:r>
            <a:endParaRPr sz="2400">
              <a:solidFill>
                <a:schemeClr val="lt1"/>
              </a:solidFill>
              <a:latin typeface="Calibri"/>
              <a:ea typeface="Calibri"/>
              <a:cs typeface="Calibri"/>
              <a:sym typeface="Calibri"/>
            </a:endParaRPr>
          </a:p>
          <a:p>
            <a:pPr indent="0" lvl="0" marL="0" rtl="0" algn="l">
              <a:spcBef>
                <a:spcPts val="0"/>
              </a:spcBef>
              <a:spcAft>
                <a:spcPts val="0"/>
              </a:spcAft>
              <a:buNone/>
            </a:pPr>
            <a:r>
              <a:t/>
            </a:r>
            <a:endParaRPr sz="2400">
              <a:solidFill>
                <a:schemeClr val="lt1"/>
              </a:solidFill>
              <a:latin typeface="Calibri"/>
              <a:ea typeface="Calibri"/>
              <a:cs typeface="Calibri"/>
              <a:sym typeface="Calibri"/>
            </a:endParaRPr>
          </a:p>
          <a:p>
            <a:pPr indent="0" lvl="0" marL="0" rtl="0" algn="l">
              <a:spcBef>
                <a:spcPts val="0"/>
              </a:spcBef>
              <a:spcAft>
                <a:spcPts val="0"/>
              </a:spcAft>
              <a:buNone/>
            </a:pPr>
            <a:r>
              <a:t/>
            </a:r>
            <a:endParaRPr sz="2400">
              <a:solidFill>
                <a:schemeClr val="lt1"/>
              </a:solidFill>
              <a:latin typeface="Calibri"/>
              <a:ea typeface="Calibri"/>
              <a:cs typeface="Calibri"/>
              <a:sym typeface="Calibri"/>
            </a:endParaRPr>
          </a:p>
          <a:p>
            <a:pPr indent="0" lvl="0" marL="0" rtl="0" algn="l">
              <a:spcBef>
                <a:spcPts val="0"/>
              </a:spcBef>
              <a:spcAft>
                <a:spcPts val="0"/>
              </a:spcAft>
              <a:buNone/>
            </a:pPr>
            <a:r>
              <a:t/>
            </a:r>
            <a:endParaRPr sz="2400">
              <a:solidFill>
                <a:schemeClr val="lt1"/>
              </a:solidFill>
              <a:latin typeface="Calibri"/>
              <a:ea typeface="Calibri"/>
              <a:cs typeface="Calibri"/>
              <a:sym typeface="Calibri"/>
            </a:endParaRPr>
          </a:p>
          <a:p>
            <a:pPr indent="0" lvl="0" marL="0" rtl="0" algn="l">
              <a:spcBef>
                <a:spcPts val="0"/>
              </a:spcBef>
              <a:spcAft>
                <a:spcPts val="0"/>
              </a:spcAft>
              <a:buNone/>
            </a:pPr>
            <a:r>
              <a:t/>
            </a:r>
            <a:endParaRPr sz="2400">
              <a:solidFill>
                <a:schemeClr val="lt1"/>
              </a:solidFill>
              <a:latin typeface="Calibri"/>
              <a:ea typeface="Calibri"/>
              <a:cs typeface="Calibri"/>
              <a:sym typeface="Calibri"/>
            </a:endParaRPr>
          </a:p>
          <a:p>
            <a:pPr indent="0" lvl="0" marL="0" rtl="0" algn="l">
              <a:spcBef>
                <a:spcPts val="0"/>
              </a:spcBef>
              <a:spcAft>
                <a:spcPts val="0"/>
              </a:spcAft>
              <a:buNone/>
            </a:pPr>
            <a:r>
              <a:t/>
            </a:r>
            <a:endParaRPr sz="2400">
              <a:solidFill>
                <a:schemeClr val="lt1"/>
              </a:solidFill>
              <a:latin typeface="Calibri"/>
              <a:ea typeface="Calibri"/>
              <a:cs typeface="Calibri"/>
              <a:sym typeface="Calibri"/>
            </a:endParaRPr>
          </a:p>
          <a:p>
            <a:pPr indent="0" lvl="0" marL="0" rtl="0" algn="l">
              <a:spcBef>
                <a:spcPts val="0"/>
              </a:spcBef>
              <a:spcAft>
                <a:spcPts val="0"/>
              </a:spcAft>
              <a:buNone/>
            </a:pPr>
            <a:r>
              <a:t/>
            </a:r>
            <a:endParaRPr sz="2400">
              <a:solidFill>
                <a:schemeClr val="lt1"/>
              </a:solidFill>
              <a:latin typeface="Calibri"/>
              <a:ea typeface="Calibri"/>
              <a:cs typeface="Calibri"/>
              <a:sym typeface="Calibri"/>
            </a:endParaRPr>
          </a:p>
        </p:txBody>
      </p:sp>
      <p:pic>
        <p:nvPicPr>
          <p:cNvPr id="457" name="Google Shape;457;p48"/>
          <p:cNvPicPr preferRelativeResize="0"/>
          <p:nvPr/>
        </p:nvPicPr>
        <p:blipFill>
          <a:blip r:embed="rId5">
            <a:alphaModFix/>
          </a:blip>
          <a:stretch>
            <a:fillRect/>
          </a:stretch>
        </p:blipFill>
        <p:spPr>
          <a:xfrm>
            <a:off x="8322900" y="403175"/>
            <a:ext cx="451625" cy="451625"/>
          </a:xfrm>
          <a:prstGeom prst="rect">
            <a:avLst/>
          </a:prstGeom>
          <a:noFill/>
          <a:ln>
            <a:noFill/>
          </a:ln>
        </p:spPr>
      </p:pic>
      <p:sp>
        <p:nvSpPr>
          <p:cNvPr id="458" name="Google Shape;458;p48"/>
          <p:cNvSpPr txBox="1"/>
          <p:nvPr/>
        </p:nvSpPr>
        <p:spPr>
          <a:xfrm>
            <a:off x="3718575" y="1358725"/>
            <a:ext cx="2479200" cy="60954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2400">
                <a:solidFill>
                  <a:schemeClr val="lt1"/>
                </a:solidFill>
                <a:latin typeface="Calibri"/>
                <a:ea typeface="Calibri"/>
                <a:cs typeface="Calibri"/>
                <a:sym typeface="Calibri"/>
              </a:rPr>
              <a:t>Team Notebook</a:t>
            </a:r>
            <a:r>
              <a:rPr lang="en" sz="2400">
                <a:solidFill>
                  <a:schemeClr val="lt1"/>
                </a:solidFill>
                <a:latin typeface="Calibri"/>
                <a:ea typeface="Calibri"/>
                <a:cs typeface="Calibri"/>
                <a:sym typeface="Calibri"/>
              </a:rPr>
              <a:t>:</a:t>
            </a:r>
            <a:endParaRPr sz="2400">
              <a:solidFill>
                <a:schemeClr val="lt1"/>
              </a:solidFill>
              <a:latin typeface="Calibri"/>
              <a:ea typeface="Calibri"/>
              <a:cs typeface="Calibri"/>
              <a:sym typeface="Calibri"/>
            </a:endParaRPr>
          </a:p>
          <a:p>
            <a:pPr indent="0" lvl="0" marL="0" rtl="0" algn="l">
              <a:spcBef>
                <a:spcPts val="0"/>
              </a:spcBef>
              <a:spcAft>
                <a:spcPts val="0"/>
              </a:spcAft>
              <a:buNone/>
            </a:pPr>
            <a:r>
              <a:rPr lang="en" sz="2400" u="sng">
                <a:solidFill>
                  <a:schemeClr val="hlink"/>
                </a:solidFill>
                <a:latin typeface="Calibri"/>
                <a:ea typeface="Calibri"/>
                <a:cs typeface="Calibri"/>
                <a:sym typeface="Calibri"/>
                <a:hlinkClick r:id="rId6"/>
              </a:rPr>
              <a:t>Link</a:t>
            </a:r>
            <a:endParaRPr sz="2400">
              <a:solidFill>
                <a:schemeClr val="lt1"/>
              </a:solidFill>
              <a:latin typeface="Calibri"/>
              <a:ea typeface="Calibri"/>
              <a:cs typeface="Calibri"/>
              <a:sym typeface="Calibri"/>
            </a:endParaRPr>
          </a:p>
          <a:p>
            <a:pPr indent="0" lvl="0" marL="0" rtl="0" algn="l">
              <a:spcBef>
                <a:spcPts val="0"/>
              </a:spcBef>
              <a:spcAft>
                <a:spcPts val="0"/>
              </a:spcAft>
              <a:buNone/>
            </a:pPr>
            <a:r>
              <a:t/>
            </a:r>
            <a:endParaRPr sz="2400">
              <a:solidFill>
                <a:schemeClr val="lt1"/>
              </a:solidFill>
              <a:latin typeface="Calibri"/>
              <a:ea typeface="Calibri"/>
              <a:cs typeface="Calibri"/>
              <a:sym typeface="Calibri"/>
            </a:endParaRPr>
          </a:p>
          <a:p>
            <a:pPr indent="0" lvl="0" marL="0" rtl="0" algn="l">
              <a:spcBef>
                <a:spcPts val="0"/>
              </a:spcBef>
              <a:spcAft>
                <a:spcPts val="0"/>
              </a:spcAft>
              <a:buNone/>
            </a:pPr>
            <a:r>
              <a:rPr lang="en" sz="2400">
                <a:solidFill>
                  <a:schemeClr val="lt1"/>
                </a:solidFill>
                <a:latin typeface="Calibri"/>
                <a:ea typeface="Calibri"/>
                <a:cs typeface="Calibri"/>
                <a:sym typeface="Calibri"/>
              </a:rPr>
              <a:t>Oceanus SOP:</a:t>
            </a:r>
            <a:endParaRPr sz="2400">
              <a:solidFill>
                <a:schemeClr val="lt1"/>
              </a:solidFill>
              <a:latin typeface="Calibri"/>
              <a:ea typeface="Calibri"/>
              <a:cs typeface="Calibri"/>
              <a:sym typeface="Calibri"/>
            </a:endParaRPr>
          </a:p>
          <a:p>
            <a:pPr indent="0" lvl="0" marL="0" rtl="0" algn="l">
              <a:spcBef>
                <a:spcPts val="0"/>
              </a:spcBef>
              <a:spcAft>
                <a:spcPts val="0"/>
              </a:spcAft>
              <a:buNone/>
            </a:pPr>
            <a:r>
              <a:rPr lang="en" sz="2400" u="sng">
                <a:solidFill>
                  <a:schemeClr val="hlink"/>
                </a:solidFill>
                <a:latin typeface="Calibri"/>
                <a:ea typeface="Calibri"/>
                <a:cs typeface="Calibri"/>
                <a:sym typeface="Calibri"/>
                <a:hlinkClick r:id="rId7"/>
              </a:rPr>
              <a:t>Link</a:t>
            </a:r>
            <a:endParaRPr sz="2400">
              <a:solidFill>
                <a:schemeClr val="lt1"/>
              </a:solidFill>
              <a:latin typeface="Calibri"/>
              <a:ea typeface="Calibri"/>
              <a:cs typeface="Calibri"/>
              <a:sym typeface="Calibri"/>
            </a:endParaRPr>
          </a:p>
          <a:p>
            <a:pPr indent="0" lvl="0" marL="0" rtl="0" algn="l">
              <a:spcBef>
                <a:spcPts val="0"/>
              </a:spcBef>
              <a:spcAft>
                <a:spcPts val="0"/>
              </a:spcAft>
              <a:buNone/>
            </a:pPr>
            <a:r>
              <a:t/>
            </a:r>
            <a:endParaRPr sz="2400">
              <a:solidFill>
                <a:schemeClr val="lt1"/>
              </a:solidFill>
              <a:latin typeface="Calibri"/>
              <a:ea typeface="Calibri"/>
              <a:cs typeface="Calibri"/>
              <a:sym typeface="Calibri"/>
            </a:endParaRPr>
          </a:p>
          <a:p>
            <a:pPr indent="0" lvl="0" marL="0" rtl="0" algn="l">
              <a:spcBef>
                <a:spcPts val="0"/>
              </a:spcBef>
              <a:spcAft>
                <a:spcPts val="0"/>
              </a:spcAft>
              <a:buNone/>
            </a:pPr>
            <a:r>
              <a:t/>
            </a:r>
            <a:endParaRPr sz="2400">
              <a:solidFill>
                <a:schemeClr val="lt1"/>
              </a:solidFill>
              <a:latin typeface="Calibri"/>
              <a:ea typeface="Calibri"/>
              <a:cs typeface="Calibri"/>
              <a:sym typeface="Calibri"/>
            </a:endParaRPr>
          </a:p>
          <a:p>
            <a:pPr indent="0" lvl="0" marL="0" rtl="0" algn="l">
              <a:spcBef>
                <a:spcPts val="0"/>
              </a:spcBef>
              <a:spcAft>
                <a:spcPts val="0"/>
              </a:spcAft>
              <a:buNone/>
            </a:pPr>
            <a:r>
              <a:t/>
            </a:r>
            <a:endParaRPr sz="2400">
              <a:solidFill>
                <a:schemeClr val="lt1"/>
              </a:solidFill>
              <a:latin typeface="Calibri"/>
              <a:ea typeface="Calibri"/>
              <a:cs typeface="Calibri"/>
              <a:sym typeface="Calibri"/>
            </a:endParaRPr>
          </a:p>
          <a:p>
            <a:pPr indent="0" lvl="0" marL="0" rtl="0" algn="l">
              <a:spcBef>
                <a:spcPts val="0"/>
              </a:spcBef>
              <a:spcAft>
                <a:spcPts val="0"/>
              </a:spcAft>
              <a:buNone/>
            </a:pPr>
            <a:r>
              <a:t/>
            </a:r>
            <a:endParaRPr sz="2400">
              <a:solidFill>
                <a:schemeClr val="lt1"/>
              </a:solidFill>
              <a:latin typeface="Calibri"/>
              <a:ea typeface="Calibri"/>
              <a:cs typeface="Calibri"/>
              <a:sym typeface="Calibri"/>
            </a:endParaRPr>
          </a:p>
          <a:p>
            <a:pPr indent="0" lvl="0" marL="0" rtl="0" algn="l">
              <a:spcBef>
                <a:spcPts val="0"/>
              </a:spcBef>
              <a:spcAft>
                <a:spcPts val="0"/>
              </a:spcAft>
              <a:buNone/>
            </a:pPr>
            <a:r>
              <a:t/>
            </a:r>
            <a:endParaRPr sz="2400">
              <a:solidFill>
                <a:schemeClr val="lt1"/>
              </a:solidFill>
              <a:latin typeface="Calibri"/>
              <a:ea typeface="Calibri"/>
              <a:cs typeface="Calibri"/>
              <a:sym typeface="Calibri"/>
            </a:endParaRPr>
          </a:p>
          <a:p>
            <a:pPr indent="0" lvl="0" marL="0" rtl="0" algn="l">
              <a:spcBef>
                <a:spcPts val="0"/>
              </a:spcBef>
              <a:spcAft>
                <a:spcPts val="0"/>
              </a:spcAft>
              <a:buNone/>
            </a:pPr>
            <a:r>
              <a:t/>
            </a:r>
            <a:endParaRPr sz="2400">
              <a:solidFill>
                <a:schemeClr val="lt1"/>
              </a:solidFill>
              <a:latin typeface="Calibri"/>
              <a:ea typeface="Calibri"/>
              <a:cs typeface="Calibri"/>
              <a:sym typeface="Calibri"/>
            </a:endParaRPr>
          </a:p>
          <a:p>
            <a:pPr indent="0" lvl="0" marL="0" rtl="0" algn="l">
              <a:spcBef>
                <a:spcPts val="0"/>
              </a:spcBef>
              <a:spcAft>
                <a:spcPts val="0"/>
              </a:spcAft>
              <a:buNone/>
            </a:pPr>
            <a:r>
              <a:t/>
            </a:r>
            <a:endParaRPr sz="2400">
              <a:solidFill>
                <a:schemeClr val="lt1"/>
              </a:solidFill>
              <a:latin typeface="Calibri"/>
              <a:ea typeface="Calibri"/>
              <a:cs typeface="Calibri"/>
              <a:sym typeface="Calibri"/>
            </a:endParaRPr>
          </a:p>
          <a:p>
            <a:pPr indent="0" lvl="0" marL="0" rtl="0" algn="l">
              <a:spcBef>
                <a:spcPts val="0"/>
              </a:spcBef>
              <a:spcAft>
                <a:spcPts val="0"/>
              </a:spcAft>
              <a:buNone/>
            </a:pPr>
            <a:r>
              <a:t/>
            </a:r>
            <a:endParaRPr sz="2400">
              <a:solidFill>
                <a:schemeClr val="lt1"/>
              </a:solidFill>
              <a:latin typeface="Calibri"/>
              <a:ea typeface="Calibri"/>
              <a:cs typeface="Calibri"/>
              <a:sym typeface="Calibri"/>
            </a:endParaRPr>
          </a:p>
          <a:p>
            <a:pPr indent="0" lvl="0" marL="0" rtl="0" algn="l">
              <a:spcBef>
                <a:spcPts val="0"/>
              </a:spcBef>
              <a:spcAft>
                <a:spcPts val="0"/>
              </a:spcAft>
              <a:buNone/>
            </a:pPr>
            <a:r>
              <a:t/>
            </a:r>
            <a:endParaRPr sz="2400">
              <a:solidFill>
                <a:schemeClr val="lt1"/>
              </a:solidFill>
              <a:latin typeface="Calibri"/>
              <a:ea typeface="Calibri"/>
              <a:cs typeface="Calibri"/>
              <a:sym typeface="Calibri"/>
            </a:endParaRPr>
          </a:p>
          <a:p>
            <a:pPr indent="0" lvl="0" marL="0" rtl="0" algn="l">
              <a:spcBef>
                <a:spcPts val="0"/>
              </a:spcBef>
              <a:spcAft>
                <a:spcPts val="0"/>
              </a:spcAft>
              <a:buNone/>
            </a:pPr>
            <a:r>
              <a:t/>
            </a:r>
            <a:endParaRPr sz="2400">
              <a:solidFill>
                <a:schemeClr val="lt1"/>
              </a:solidFill>
              <a:latin typeface="Calibri"/>
              <a:ea typeface="Calibri"/>
              <a:cs typeface="Calibri"/>
              <a:sym typeface="Calibri"/>
            </a:endParaRPr>
          </a:p>
          <a:p>
            <a:pPr indent="0" lvl="0" marL="0" rtl="0" algn="l">
              <a:spcBef>
                <a:spcPts val="0"/>
              </a:spcBef>
              <a:spcAft>
                <a:spcPts val="0"/>
              </a:spcAft>
              <a:buNone/>
            </a:pPr>
            <a:r>
              <a:t/>
            </a:r>
            <a:endParaRPr sz="2400">
              <a:solidFill>
                <a:schemeClr val="lt1"/>
              </a:solidFill>
              <a:latin typeface="Calibri"/>
              <a:ea typeface="Calibri"/>
              <a:cs typeface="Calibri"/>
              <a:sym typeface="Calibri"/>
            </a:endParaRPr>
          </a:p>
        </p:txBody>
      </p:sp>
    </p:spTree>
  </p:cSld>
  <p:clrMapOvr>
    <a:masterClrMapping/>
  </p:clrMapOvr>
</p:sld>
</file>

<file path=ppt/slides/slide3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dk1"/>
        </a:solidFill>
      </p:bgPr>
    </p:bg>
    <p:spTree>
      <p:nvGrpSpPr>
        <p:cNvPr id="462" name="Shape 462"/>
        <p:cNvGrpSpPr/>
        <p:nvPr/>
      </p:nvGrpSpPr>
      <p:grpSpPr>
        <a:xfrm>
          <a:off x="0" y="0"/>
          <a:ext cx="0" cy="0"/>
          <a:chOff x="0" y="0"/>
          <a:chExt cx="0" cy="0"/>
        </a:xfrm>
      </p:grpSpPr>
      <p:sp>
        <p:nvSpPr>
          <p:cNvPr id="463" name="Google Shape;463;p49"/>
          <p:cNvSpPr/>
          <p:nvPr/>
        </p:nvSpPr>
        <p:spPr>
          <a:xfrm>
            <a:off x="241775" y="270250"/>
            <a:ext cx="8662800" cy="4680300"/>
          </a:xfrm>
          <a:prstGeom prst="rect">
            <a:avLst/>
          </a:prstGeom>
          <a:solidFill>
            <a:srgbClr val="0A1735"/>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cxnSp>
        <p:nvCxnSpPr>
          <p:cNvPr id="464" name="Google Shape;464;p49"/>
          <p:cNvCxnSpPr/>
          <p:nvPr/>
        </p:nvCxnSpPr>
        <p:spPr>
          <a:xfrm>
            <a:off x="595650" y="915550"/>
            <a:ext cx="5331000" cy="1500"/>
          </a:xfrm>
          <a:prstGeom prst="straightConnector1">
            <a:avLst/>
          </a:prstGeom>
          <a:noFill/>
          <a:ln cap="flat" cmpd="sng" w="19050">
            <a:solidFill>
              <a:schemeClr val="lt1"/>
            </a:solidFill>
            <a:prstDash val="solid"/>
            <a:round/>
            <a:headEnd len="med" w="med" type="none"/>
            <a:tailEnd len="med" w="med" type="none"/>
          </a:ln>
        </p:spPr>
      </p:cxnSp>
      <p:sp>
        <p:nvSpPr>
          <p:cNvPr id="465" name="Google Shape;465;p49"/>
          <p:cNvSpPr txBox="1"/>
          <p:nvPr/>
        </p:nvSpPr>
        <p:spPr>
          <a:xfrm>
            <a:off x="519700" y="354700"/>
            <a:ext cx="5736000" cy="5001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3400">
                <a:solidFill>
                  <a:schemeClr val="lt1"/>
                </a:solidFill>
                <a:latin typeface="Balthazar"/>
                <a:ea typeface="Balthazar"/>
                <a:cs typeface="Balthazar"/>
                <a:sym typeface="Balthazar"/>
              </a:rPr>
              <a:t>Appendix  C</a:t>
            </a:r>
            <a:endParaRPr sz="3400">
              <a:solidFill>
                <a:schemeClr val="lt1"/>
              </a:solidFill>
              <a:latin typeface="Balthazar"/>
              <a:ea typeface="Balthazar"/>
              <a:cs typeface="Balthazar"/>
              <a:sym typeface="Balthazar"/>
            </a:endParaRPr>
          </a:p>
        </p:txBody>
      </p:sp>
      <p:pic>
        <p:nvPicPr>
          <p:cNvPr id="466" name="Google Shape;466;p49" title="Screenshot 2025-12-02 023924.png"/>
          <p:cNvPicPr preferRelativeResize="0"/>
          <p:nvPr/>
        </p:nvPicPr>
        <p:blipFill>
          <a:blip r:embed="rId3">
            <a:alphaModFix/>
          </a:blip>
          <a:stretch>
            <a:fillRect/>
          </a:stretch>
        </p:blipFill>
        <p:spPr>
          <a:xfrm>
            <a:off x="304873" y="1747520"/>
            <a:ext cx="4911950" cy="3047155"/>
          </a:xfrm>
          <a:prstGeom prst="rect">
            <a:avLst/>
          </a:prstGeom>
          <a:noFill/>
          <a:ln>
            <a:noFill/>
          </a:ln>
        </p:spPr>
      </p:pic>
      <p:pic>
        <p:nvPicPr>
          <p:cNvPr id="467" name="Google Shape;467;p49"/>
          <p:cNvPicPr preferRelativeResize="0"/>
          <p:nvPr/>
        </p:nvPicPr>
        <p:blipFill rotWithShape="1">
          <a:blip r:embed="rId4">
            <a:alphaModFix/>
          </a:blip>
          <a:srcRect b="11179" l="0" r="11567" t="4766"/>
          <a:stretch/>
        </p:blipFill>
        <p:spPr>
          <a:xfrm>
            <a:off x="5407725" y="549200"/>
            <a:ext cx="3318073" cy="4205102"/>
          </a:xfrm>
          <a:prstGeom prst="rect">
            <a:avLst/>
          </a:prstGeom>
          <a:noFill/>
          <a:ln>
            <a:noFill/>
          </a:ln>
        </p:spPr>
      </p:pic>
    </p:spTree>
  </p:cSld>
  <p:clrMapOvr>
    <a:masterClrMapping/>
  </p:clrMapOvr>
</p:sld>
</file>

<file path=ppt/theme/theme1.xml><?xml version="1.0" encoding="utf-8"?>
<a:theme xmlns:a="http://schemas.openxmlformats.org/drawingml/2006/main" xmlns:r="http://schemas.openxmlformats.org/officeDocument/2006/relationships" name="Simple Light">
  <a:themeElements>
    <a:clrScheme name="Simple Light">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