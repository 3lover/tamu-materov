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 Medium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22" Type="http://schemas.openxmlformats.org/officeDocument/2006/relationships/font" Target="fonts/MontserratMedium-boldItalic.fntdata"/><Relationship Id="rId21" Type="http://schemas.openxmlformats.org/officeDocument/2006/relationships/font" Target="fonts/MontserratMedium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65988e2cc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65988e2cc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e4fa948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e4fa948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0807e80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0807e80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878fdc6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878fdc6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a8477b2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a8477b2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d7b66c5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d7b66c5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02173d6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702173d6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f826e6c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f826e6c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25f6f0f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725f6f0f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32ab54b4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732ab54b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4a47761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4a47761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3de206e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3de206e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○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■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●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○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■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●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Char char="○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Times New Roman"/>
              <a:buChar char="■"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Title / Date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3" name="Google Shape;163;p37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1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2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3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4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4" name="Google Shape;164;p37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Author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5" name="Google Shape;165;p37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1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2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3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 4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6" name="Google Shape;166;p37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1: we decided to do something really important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2: we actually decided to do two really important things, this was the second decision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Note 1: This is less important, but we really need to remember to do this thing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3: final decision of the day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1 (06/01/2025)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2" name="Google Shape;172;p38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to use for meetings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Talk about softwares to use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preliminary research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3" name="Google Shape;173;p38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4" name="Google Shape;174;p38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things learned from past teams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Download software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safety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electrical concepts to learn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5" name="Google Shape;175;p38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1: we decided to use zoom for meetings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2: get 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familiar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with MATLAB, Circuit Design Suite Pro, Altium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3: Research competition safety requirements related to EPS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Decision 4: go through past team files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 week assignments: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Bhavana: Rank 2 -  (Pioneer 2024)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Khalid: Rank 1 - (Pioneer 2024)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Trey: Rank 3 - (Pioneer 2024)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 of Research Document: 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PN##_202#_RN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9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2 (</a:t>
            </a: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06/09/2025)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1" name="Google Shape;181;p39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things learned from past teams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Download software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safety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electrical concepts to learn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2" name="Google Shape;182;p39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3" name="Google Shape;183;p39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 Needs and Goals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Compare 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LTSpice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and CD Suite Pro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Compare KiCAD and Altium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and Identify Needs for the Rover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PCB 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Manufacturers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4" name="Google Shape;184;p39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member will be learning Altium over the Summer, as well as Circuit Design Suite Pro, MatLab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Figure out what our underwater rover is going to need electrically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 for both salt and fresh water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Khalid: Researching Safety Req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Bhavanashree: Researching Needs&amp;Goals and LTSpice/CD Suite Pro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Trey: Researching Components and KiCAD/Altium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3 (06/16/2025)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0" name="Google Shape;190;p40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research and notes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Future Research Needs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1" name="Google Shape;191;p40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2" name="Google Shape;192;p40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Needs, Goals, and Req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Safety Docs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Manufacturers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Research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 Softwares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40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 decided to opt for KiCAD and LT Spice, trade studies included in the team folder.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Went over rover component research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Went over 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safety notes and reviewed the handbook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Tasks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Bhavanashree: Manufacturing research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Trey: Learn KiCAD and Needs and Goals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Khalid: Learn KiCAD and Safety Docs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4 (06/23/2025)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9" name="Google Shape;199;p41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research and notes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requirements research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0" name="Google Shape;200;p41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41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Finish learning softwares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Construct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Identify design constants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41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Moved the meeting times to Tuesday afternoon (1pm CT)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Went over research notes and discussed numbers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Tasks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Bhavanashree: Finding more specific numbers for the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Trey: Finding specifics on how teams solves tasks in past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Khalid: 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Independent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Research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All: Group KiCAD Project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2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5 (07/7/2025)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8" name="Google Shape;208;p42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research and notes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Future Research Needs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9" name="Google Shape;209;p42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0" name="Google Shape;210;p42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previous tasks team’s had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how they completed them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1" name="Google Shape;211;p42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Discussed the construction of requirements and looked over the goals.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Tasks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Bhavanashree: Reach out to other sub teams on their systems, power source trade study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Trey: Create some requirements, and finish tutorials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Khalid: Cross examine different year’s ROVs to find what does and doesn’t change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6 (07/15/2025)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7" name="Google Shape;217;p43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requirements and solid numbers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what to do for the req deadline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Find KiCAD project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8" name="Google Shape;218;p43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19" name="Google Shape;219;p43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Talk with other teams to get what equipment is used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0" name="Google Shape;220;p43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Settled on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Decided on individual Git projects, and planned to work on Git and KiCAD collaboration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4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7 (07/23/2025)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6" name="Google Shape;226;p44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KiCAD teamwork methods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Decided how to split up TMS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Come up with ideas for 50 Ideas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Remind everyone about FEDC sign up &amp; quiz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7" name="Google Shape;227;p44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8" name="Google Shape;228;p44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50 ideas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9" name="Google Shape;229;p44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Decided to a method of teamwork through KiCAD software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Decided that GitHub was too inefficient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Plan to individually design PCBs and then have other group members comment and suggest improvements, which are once again individually implemented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TMS sections: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Khalid: 4.1, 4.2, 4.4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Bhavana: 4.3, 4.5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Trey: 4.6, 4.7, 4.8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Come up with some ideas to discuss for next meeting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Finish signing up and doing quiz for FEDC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8 (07/31/2025)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5" name="Google Shape;235;p45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Distribution of 50 Ideas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Discuss Team Timelines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Work Distribution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6" name="Google Shape;236;p45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7" name="Google Shape;237;p45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Complete and Finish 50 Ideas Assignment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8" name="Google Shape;238;p45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Ideas will be small idea that 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fulfill</a:t>
            </a: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 or 2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Tasks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Each team member is responsible for coming up with 20 ideas and adding them to the shared document in the drive by the next team meeting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9 (08/05/2025)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4" name="Google Shape;244;p46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 over 50 ideas and remove duplicates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Narrow down ideas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5" name="Google Shape;245;p46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6" name="Google Shape;246;p46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Submit 50 ideas assignment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7" name="Google Shape;247;p46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Removed 3 duplicates, bringing it down to 57 ideas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Tasks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General maintenance and idea generation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10 (08/13/2025)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3" name="Google Shape;253;p47"/>
          <p:cNvSpPr txBox="1"/>
          <p:nvPr>
            <p:ph idx="4294967295" type="body"/>
          </p:nvPr>
        </p:nvSpPr>
        <p:spPr>
          <a:xfrm>
            <a:off x="342150" y="1141163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Dish out tasks for the Summer ThinkTank presentation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Put together required information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4" name="Google Shape;254;p47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Trey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5" name="Google Shape;255;p47"/>
          <p:cNvSpPr txBox="1"/>
          <p:nvPr>
            <p:ph idx="4294967295" type="body"/>
          </p:nvPr>
        </p:nvSpPr>
        <p:spPr>
          <a:xfrm>
            <a:off x="342000" y="3061463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Review and edit the presentation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6" name="Google Shape;256;p47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KiCAD images for current progress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 ideas: top 5 ideas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Goals and Requirements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plans: stuff like what power supply we are using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Research Tasks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members will research separately to come up with what they believe should be on the presentation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idx="4294967295" type="title"/>
          </p:nvPr>
        </p:nvSpPr>
        <p:spPr>
          <a:xfrm>
            <a:off x="342150" y="357638"/>
            <a:ext cx="5983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11 (12/28/2025)</a:t>
            </a:r>
            <a:endParaRPr sz="25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2" name="Google Shape;262;p48"/>
          <p:cNvSpPr txBox="1"/>
          <p:nvPr>
            <p:ph idx="4294967295" type="body"/>
          </p:nvPr>
        </p:nvSpPr>
        <p:spPr>
          <a:xfrm>
            <a:off x="342150" y="1141174"/>
            <a:ext cx="4230000" cy="172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Review collected power requirements for all major ROV subsystems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Confirm architecture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Identify what information is still missing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Define next design steps for the electrical power system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3" name="Google Shape;263;p48"/>
          <p:cNvSpPr txBox="1"/>
          <p:nvPr>
            <p:ph idx="4294967295" type="title"/>
          </p:nvPr>
        </p:nvSpPr>
        <p:spPr>
          <a:xfrm>
            <a:off x="6325500" y="357638"/>
            <a:ext cx="2476500" cy="548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Bhavana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4" name="Google Shape;264;p48"/>
          <p:cNvSpPr txBox="1"/>
          <p:nvPr>
            <p:ph idx="4294967295" type="body"/>
          </p:nvPr>
        </p:nvSpPr>
        <p:spPr>
          <a:xfrm>
            <a:off x="342000" y="2865577"/>
            <a:ext cx="4230000" cy="192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 Agenda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DC-DC converter modules for each rail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 front-end protection circuit (TVS, fuse, contactor, EMI filter)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Calculate tether current and voltage drop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Begin schematic design in LTSpice &amp; KiCad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5" name="Google Shape;265;p48"/>
          <p:cNvSpPr txBox="1"/>
          <p:nvPr>
            <p:ph idx="4294967295" type="body"/>
          </p:nvPr>
        </p:nvSpPr>
        <p:spPr>
          <a:xfrm>
            <a:off x="4572000" y="1141163"/>
            <a:ext cx="4230000" cy="36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Meeting Notes / Decisions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ROV will use a 48 V tether with internal 12V, 5V, and 3.6V rails generated onboard.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team will use a three-board electrical architecture: Front-End Protection Board, Power Conversion Board, Control &amp; Sensor Board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Star-grounding will be used to isolate noisy motor currents from sensitive electronics.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Electrical noise from thrusters and long tether cables must be mitigated using EMI filtering, isolation, and proper grounding.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b="1"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asks</a:t>
            </a:r>
            <a:endParaRPr b="1"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etBrains Mono"/>
              <a:buChar char="-"/>
            </a:pPr>
            <a:r>
              <a:rPr lang="en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 on schematic design </a:t>
            </a:r>
            <a:endParaRPr sz="12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