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Old Standard TT"/>
      <p:regular r:id="rId27"/>
      <p:bold r:id="rId28"/>
      <p:italic r:id="rId29"/>
    </p:embeddedFon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ldStandardTT-bold.fntdata"/><Relationship Id="rId27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ldStandardT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db84a58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db84a58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dba00a49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dba00a49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db9bb78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db9bb78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18af38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18af38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84121531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84121531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a0fc5b3a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a0fc5b3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b204a73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b204a73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e94185d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e94185d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0536afd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0536afd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16d6b15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16d6b15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38a9c44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38a9c44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4ffe6a3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4ffe6a3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2aab94a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2aab94a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bf0bcb92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bf0bcb92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4c19c8a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4c19c8a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b15db7f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b15db7f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f9c1ab6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f9c1ab6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9c1ab69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f9c1ab69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1d1b7bc0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1d1b7bc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3e2620b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3e2620b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presentation/d/1sYsWrB9LPFIykeLQcYvxMcRCfpcMarVCO26RQb2qBp0/edit?slide=id.g3744c06f0c4_0_5#slide=id.g3744c06f0c4_0_5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document/d/1D5SvzZMCg331Kms4V6gAs9sDp7QZGs_zBpgcMplESdI/edit?tab=t.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D5SvzZMCg331Kms4V6gAs9sDp7QZGs_zBpgcMplESdI/edit?tab=t.0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TMS Notebook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Cripps, Alex Huynh, Ryan Moore, Nikhil Modak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title and date</a:t>
            </a:r>
            <a:r>
              <a:rPr lang="en" sz="2800" u="sng"/>
              <a:t> 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Author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the agenda to plan out things for this meeting!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can also write things down in advance so that you avoid forgetting things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good agenda makes your meetings faster &amp; more organized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tasks need to be done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Include who does the task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Deadline for the task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Important decisions made during the meeting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One sentence justification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Initial Breakout Meeting 5/26/25</a:t>
            </a:r>
            <a:r>
              <a:rPr lang="en" sz="2800" u="sng"/>
              <a:t> 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Scott Cripps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62225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Create notebook cover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Introduce members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Decide subteam meeting date and time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Address any questions from initial meeting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Ask team leads when the 2026 guidelines will be released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Answer: Late fall, early December.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Determine a more specific schedule for different phases of the project (may be up to full team leads but could also vary from subteam to subteam)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Read 2025 guidelines to gain a general understanding of what to begin researching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Weekly subteam meetings will take place on Thursdays, 8:30pm.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Everyone can attend </a:t>
            </a:r>
            <a:r>
              <a:rPr lang="en" sz="1300">
                <a:solidFill>
                  <a:srgbClr val="595959"/>
                </a:solidFill>
              </a:rPr>
              <a:t>this time and day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Set a goal to become more proficient in SolidWorks if not already familiar. 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Extremely crucial skill for our subteam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Titan’s CNC can be a way to gain experience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Scott assigned meeting note taker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5/29/25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Scott Cripps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Zoom or </a:t>
            </a:r>
            <a:r>
              <a:rPr b="1" lang="en" sz="1100">
                <a:latin typeface="Helvetica Neue"/>
                <a:ea typeface="Helvetica Neue"/>
                <a:cs typeface="Helvetica Neue"/>
                <a:sym typeface="Helvetica Neue"/>
              </a:rPr>
              <a:t>Discord</a:t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Slide Template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Discuss TMS’s role in competition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Create a list of these responsibilities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Each member take about 6 teams each to analyze design decisions. Take notes and write down justifications. Deadline next subteam meeting.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Scott - Miramar to UT Dallas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❏"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Ryan - Allan Hancock Community College to Leonardo de Vinci University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❏"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Nikhil 2023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Char char="❏"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Alex - 2022 -2021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Hold future meetings over discord </a:t>
            </a:r>
            <a:r>
              <a:rPr lang="en" sz="1300">
                <a:solidFill>
                  <a:srgbClr val="595959"/>
                </a:solidFill>
              </a:rPr>
              <a:t>instead</a:t>
            </a:r>
            <a:r>
              <a:rPr lang="en" sz="1300">
                <a:solidFill>
                  <a:srgbClr val="595959"/>
                </a:solidFill>
              </a:rPr>
              <a:t> of zoom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Easier to deal with because no links need to be sent out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SolidWorks 2024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6/5/25</a:t>
            </a:r>
            <a:r>
              <a:rPr lang="en" sz="2800" u="sng"/>
              <a:t> 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Alexander Huynh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Bonding?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Discuss Research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Explorer vs. Pioneer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 of Useful Past Teams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tasks need to be done (deadline next subteam meeting)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broad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research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and transition from technical report analysis to scholarly research about the different components of our subteam. 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Fill out needs and requirements to the best of our ability. If unsure about something, don’t force an answer, we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should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take our time on this task. 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Useful Teams 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UTD 2024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University of Applied Sciences 2024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Davinci 2024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Cabrillo 2022 &amp; 2023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Custom Housing maybe needs to be avoided due to skills required</a:t>
            </a:r>
            <a:endParaRPr sz="1300">
              <a:solidFill>
                <a:srgbClr val="595959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Electronic Housing from Blue Robotics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6/14/25</a:t>
            </a:r>
            <a:r>
              <a:rPr lang="en" sz="2800" u="sng"/>
              <a:t> 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Scott Cripps/Alexander Huynh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Discuss research of Needs and inputted into Mission Requirements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tasks need to be done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Begin working on system requirements by adhering to competition guidelines and needs (deadline next TMS meeting).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academic research and be sure it can be traced back to a need or requirement (deadline next TMS meeting).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I</a:t>
            </a:r>
            <a:r>
              <a:rPr lang="en" sz="1300">
                <a:solidFill>
                  <a:srgbClr val="595959"/>
                </a:solidFill>
              </a:rPr>
              <a:t>mportant decisions made during the meeting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Established system needs</a:t>
            </a:r>
            <a:endParaRPr sz="1300">
              <a:solidFill>
                <a:srgbClr val="595959"/>
              </a:solidFill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■"/>
            </a:pPr>
            <a:r>
              <a:rPr lang="en" sz="1300">
                <a:solidFill>
                  <a:srgbClr val="595959"/>
                </a:solidFill>
              </a:rPr>
              <a:t>Divided parent needs into sub-needs to stay organized </a:t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6/19/25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Scott Cripps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each member’s brainstormed requirements and adjust as necessary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Ask: 1) Is the tether a predetermined design solution? 2) How much of that tether is our responsibility?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Deadline: whenever other sub teams are ready to discuss these details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Ask: 2) Where is the ROV being built?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FEDC team space?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Ask: 3) Where are ROV parts being manufactured?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FEDC red badge access?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Leave comments in requirements document to refine current requirements (must be quantitative, must use proper language, must stem from a need or manual specification. If it is not quantified, it needs to be added to the ‘needs’ section. If a number is not known, say [insert number]. Each requirement needs a rationale and citation).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273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Deadline: next sub team meeting.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rPr lang="en" sz="1300">
                <a:solidFill>
                  <a:srgbClr val="595959"/>
                </a:solidFill>
              </a:rPr>
              <a:t>ROV will have a tether.</a:t>
            </a:r>
            <a:endParaRPr sz="1300">
              <a:solidFill>
                <a:srgbClr val="595959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○"/>
            </a:pPr>
            <a:r>
              <a:rPr lang="en" sz="1300">
                <a:solidFill>
                  <a:srgbClr val="595959"/>
                </a:solidFill>
              </a:rPr>
              <a:t>Described in competition guidelines</a:t>
            </a:r>
            <a:endParaRPr sz="1300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6/26/25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Ryan Moore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</a:t>
            </a: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team created requirements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Ask: What is the year long timeline for the entire team?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When is the physical robot due?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When is a CAD design due?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When will our video for product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demonstration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be due?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We don’t need this answered until  the end of summer, just curious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Ask: TMS Need 3.3.4 is a F&amp;P problem?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TMS: Refine requirements, add rational and citations and Parent Req (what need did we get it from)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team created requirements and comments left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Create citations and parent requirements for all requirements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Ryan: 4.2, 4.3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 4.4, 4.5, 4.6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Scott 4.7, 4.8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7/10/25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Ryan Moore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team created requirements and citations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SR 4.3.1, 4.3.2, 4.3.5 need to be removed if they are put on a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Standard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Operating Procedures document once it exists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SR 4.4.2 and 4.4.3 need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definitions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for toxic and skin-safe as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defined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by a regulatory agency (like ISO, ANSI, ASME standards)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SR 4.1.4 is a duplicate of SR 1.3.2. Clarify how to get rid of SR 4.1.4?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SR 4.1.2 and SR 4.1.3 need to be System Requirements (1.x.x)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Many reqs in 4.3 are citing a theoretical “Standard Operating Procedures” document.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7/16/25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Ryan Moore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Char char="●"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C&amp;C’s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Requirements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“C&amp;C Requirements Critique” doc created in TMS folder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Document wording is intended to be clear and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concise with no ill intent in tone.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Present C&amp;C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Requirements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Critique to C&amp;C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Start 50 Ideas Assignment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7/24/25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Ryan Moore</a:t>
            </a:r>
            <a:endParaRPr sz="28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50 solutions created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independently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Put em together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Put all the solutions together on the google sheet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Who works on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presentation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to Think Tank in fall?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Make tweaks to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requirements using criticism next meeting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8/7/25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Ryan Moore</a:t>
            </a:r>
            <a:endParaRPr sz="28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8/14/25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Ryan Moore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50 solutions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No further improvements required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Fall presentation?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Complete Summer Progress Presentation by August 21st </a:t>
            </a:r>
            <a:r>
              <a:rPr lang="en" sz="1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Click Here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deliverable: Find 5-10 categories and make Pugh Decision Matrices over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 and Nikhil work on Future Plans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Ryan and Scott work on Progress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Meeting 8/24/25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Alex Huynh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Quick Check on Summer Progress Presentation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Discuss new TMS meeting times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Would be great to be after workshops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Helvetica Neue"/>
              <a:buChar char="❏"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Char char="❏"/>
            </a:pPr>
            <a:r>
              <a:rPr lang="en" sz="1100">
                <a:solidFill>
                  <a:srgbClr val="595959"/>
                </a:solidFill>
              </a:rPr>
              <a:t>4.3-4.8 Given to Ryan</a:t>
            </a:r>
            <a:endParaRPr sz="11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Char char="❏"/>
            </a:pPr>
            <a:r>
              <a:rPr lang="en" sz="1100">
                <a:solidFill>
                  <a:srgbClr val="595959"/>
                </a:solidFill>
              </a:rPr>
              <a:t>4.6-4.7 Given to Scott</a:t>
            </a:r>
            <a:endParaRPr sz="11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Char char="❏"/>
            </a:pPr>
            <a:r>
              <a:rPr lang="en" sz="1100">
                <a:solidFill>
                  <a:srgbClr val="595959"/>
                </a:solidFill>
              </a:rPr>
              <a:t>4.4-4.5 Given to Nikhil</a:t>
            </a:r>
            <a:endParaRPr sz="1100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Char char="❏"/>
            </a:pPr>
            <a:r>
              <a:rPr lang="en" sz="1100">
                <a:solidFill>
                  <a:srgbClr val="595959"/>
                </a:solidFill>
              </a:rPr>
              <a:t>4.1-4.2 Given to Alex</a:t>
            </a:r>
            <a:endParaRPr sz="1100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9/4/25</a:t>
            </a:r>
            <a:r>
              <a:rPr lang="en" sz="2800" u="sng"/>
              <a:t> 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Scott Cripps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Discussed research progress for trade analysis candidates. 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Still a week or two of research to be done to determine solutions for trade study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Ensure that everyone still has direction for research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Continue research for trade analysis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Aim to develop a list of advantages and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disadvantages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 for any solution found through research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❏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Target &lt;object of interest&gt; and &lt;use case&gt; when researching. For example, cooling methods for underwater ROVs</a:t>
            </a:r>
            <a:endParaRPr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>
                <a:solidFill>
                  <a:srgbClr val="595959"/>
                </a:solidFill>
              </a:rPr>
              <a:t>Cross-subteam communication needs to be stronger</a:t>
            </a:r>
            <a:endParaRPr>
              <a:solidFill>
                <a:srgbClr val="595959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-"/>
            </a:pPr>
            <a:r>
              <a:rPr lang="en">
                <a:solidFill>
                  <a:srgbClr val="595959"/>
                </a:solidFill>
              </a:rPr>
              <a:t>Making sure everyone is on the same page in terms of direction will be increasingly important for </a:t>
            </a:r>
            <a:r>
              <a:rPr lang="en">
                <a:solidFill>
                  <a:srgbClr val="595959"/>
                </a:solidFill>
              </a:rPr>
              <a:t>system integration to happen smoothly down the line. Large gaps in progress will bottleneck us. 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9/28/25</a:t>
            </a:r>
            <a:r>
              <a:rPr lang="en" sz="2800">
                <a:solidFill>
                  <a:srgbClr val="000000"/>
                </a:solidFill>
              </a:rPr>
              <a:t>                                      </a:t>
            </a:r>
            <a:r>
              <a:rPr lang="en" sz="2800"/>
              <a:t>Scott Cripps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Progress check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each team member’s progress and discuss questions or comments.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Determine what information we need from other subteams and address what other subteams need from us.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Tell GNC how many motors we’re using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Get voltage ratings to electrical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Get masses from other subteams to determine the strength 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required at points of attachment and fasteners.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9/19/25</a:t>
            </a:r>
            <a:r>
              <a:rPr lang="en" sz="2800">
                <a:solidFill>
                  <a:srgbClr val="000000"/>
                </a:solidFill>
              </a:rPr>
              <a:t>                                     </a:t>
            </a:r>
            <a:r>
              <a:rPr lang="en" sz="2800"/>
              <a:t>Emily BWM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68" name="Google Shape;168;p29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Progress check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each team member’s progress and discuss questions or comments.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Determine what information we need from other subteams and address what other subteams need from us.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Tell GNC how many motors we’re using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Get voltage ratings to electrical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Get masses from other subteams to determine the strength required at points of attachment and fasteners.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4055175" y="1193075"/>
            <a:ext cx="50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Scott worked on fasteners and cooling trade studies.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Fasteners: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Titanium is goated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Stainless steel could be the backup for titanium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Fasteners should not crack, fatigue over time, should be able to be a strong material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Whenever two similar metals are in contact with each other, one of them will be at a higher change of corrosion. Shold not be an issue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We want to have low density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Cooling: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conductions are the cheapest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Heat pipes are the most effective but necessarily 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Due to the conditions provided by the MATE ROV 2026 Tasks document, the heating element system might be subject to change 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Titanium in fasteners won due to being low density, high strength, corrosion resistant.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Alexandria worked on a motors trade study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Stepper motors or servo motors could be interchangeable under specific context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Cable drive has nice waterproofing capabilities but is not ideal.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Servo motors are the best, and stepper motors are a good follow up for a tiny claw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Servo is precise, definitely will use it.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If you want to check out the motors. Alexandria hyperlinked videos in her</a:t>
            </a:r>
            <a:r>
              <a:rPr lang="en" sz="1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 notes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Joshua worked on potting and waterproofing trade studies 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Epoxy could be an option potting, however is ricky because it could ruin the motors if not applied correctly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Polyurethane could be a great replacement for epoxy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9/11/25</a:t>
            </a:r>
            <a:r>
              <a:rPr lang="en" sz="2800">
                <a:solidFill>
                  <a:srgbClr val="000000"/>
                </a:solidFill>
              </a:rPr>
              <a:t>                                     </a:t>
            </a:r>
            <a:r>
              <a:rPr lang="en" sz="2800"/>
              <a:t>Emily BWM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Progress check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Go over each team member’s progress and discuss questions or comments.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Determine what information we need from other subteams and address what other subteams need from us.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Tell GNC how many motors we’re using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Get voltage ratings to electrical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Get masses from other subteams to determine the strength required at points of attachment and fasteners.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78" name="Google Shape;178;p30"/>
          <p:cNvSpPr txBox="1"/>
          <p:nvPr/>
        </p:nvSpPr>
        <p:spPr>
          <a:xfrm>
            <a:off x="4055175" y="1193075"/>
            <a:ext cx="50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Scott worked on fasteners and cooling trade studies.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Fasteners: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Titanium is goated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Stainless steel could be the backup for titanium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Fasteners should not crack, fatigue over time, should be able to be a strong material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Whenever two similar metals are in contact with each other, one of them will be at a higher change of corrosion. Shold not be an issue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We want to have low density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Cooling: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conductions are the cheapest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Heat pipes are the most effective but necessarily 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Due to the conditions provided by the MATE ROV 2026 Tasks document, the heating element system might be subject to change 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Titanium in fasteners won due to being low density, high strength, corrosion resistant.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Alexandria worked on a motors trade study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Stepper motors or servo motors could be interchangeable under specific context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Cable drive has nice waterproofing capabilities but is not ideal.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Servo motors are the best, and stepper motors are a good follow up for a tiny claw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Servo is precise, definitely will use it.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If you want to check out the motors. Alexandria hyperlinked videos in her</a:t>
            </a:r>
            <a:r>
              <a:rPr lang="en" sz="1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 notes</a:t>
            </a: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Joshua worked on potting and waterproofing trade studies 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Epoxy could be an option potting, however is ricky because it could ruin the motors if not applied correctly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7749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Polyurethane could be a great replacement for epoxy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11/2</a:t>
            </a:r>
            <a:r>
              <a:rPr lang="en" sz="2800" u="sng"/>
              <a:t>/25</a:t>
            </a:r>
            <a:r>
              <a:rPr lang="en" sz="2800">
                <a:solidFill>
                  <a:srgbClr val="000000"/>
                </a:solidFill>
              </a:rPr>
              <a:t>                                     </a:t>
            </a:r>
            <a:r>
              <a:rPr lang="en" sz="2800"/>
              <a:t>Alex Huynh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Float Doc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Complete Needs 11/7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Complete Requirements 11/9 3:59 pm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Testing/test parameters for the frame(What tests need to be done?)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Create a Task List (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4055175" y="1193075"/>
            <a:ext cx="50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frame doesn’t have to be the most optimized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matters most that it gets the job done and meets the Needs/Requirements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 Needs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Modularity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Should center around the waterproof housing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Float Doc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decide a shape/material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Helvetica Neue"/>
              <a:buChar char="-"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 inside out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chose to work further on the float as we have specific requirements for it.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rgbClr val="000000"/>
                </a:solidFill>
              </a:rPr>
              <a:t>Meeting </a:t>
            </a:r>
            <a:r>
              <a:rPr lang="en" sz="2800" u="sng"/>
              <a:t>11/9/25</a:t>
            </a:r>
            <a:r>
              <a:rPr lang="en" sz="2800">
                <a:solidFill>
                  <a:srgbClr val="000000"/>
                </a:solidFill>
              </a:rPr>
              <a:t>                                     </a:t>
            </a:r>
            <a:r>
              <a:rPr lang="en" sz="2800"/>
              <a:t>Alex Huynh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 H: Get a weight to volume calculator from F&amp;P/Complete the geometric design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Josh/Scott: From the basic design given by Alex H, further enhance it for modularity/accessibility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 L: Talking to prior robotics mentor, and waiting for props list to create gripper/claw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Josh: Look into Waterproof Testing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4055175" y="1193075"/>
            <a:ext cx="50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Discussed on what needs to be done: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The preliminary design is a one person job, so Alex H will create it and Scott/Josh will give the depth/complexity on the parts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 L: Can’t do too much without prop list, so getting mentor help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/>
              <a:t>Progress Check</a:t>
            </a:r>
            <a:r>
              <a:rPr lang="en" sz="2800" u="sng">
                <a:solidFill>
                  <a:srgbClr val="000000"/>
                </a:solidFill>
              </a:rPr>
              <a:t> </a:t>
            </a:r>
            <a:r>
              <a:rPr lang="en" sz="2800" u="sng"/>
              <a:t>12/27/25</a:t>
            </a:r>
            <a:r>
              <a:rPr lang="en" sz="2800">
                <a:solidFill>
                  <a:srgbClr val="000000"/>
                </a:solidFill>
              </a:rPr>
              <a:t>                                     </a:t>
            </a:r>
            <a:r>
              <a:rPr lang="en" sz="2800"/>
              <a:t>Alex Huynh</a:t>
            </a:r>
            <a:endParaRPr sz="2800" u="sng">
              <a:solidFill>
                <a:srgbClr val="000000"/>
              </a:solidFill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 Agenda: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Agenda:</a:t>
            </a:r>
            <a:endParaRPr b="1" sz="11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 H: Finish generative CAD model/Box model/testing procedures 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Josh: Finish design after discussing w Alex L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Alex L: Finish design after discussing w Josh 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Char char="-"/>
            </a:pPr>
            <a:r>
              <a:rPr lang="en" sz="1100">
                <a:latin typeface="Helvetica Neue"/>
                <a:ea typeface="Helvetica Neue"/>
                <a:cs typeface="Helvetica Neue"/>
                <a:sym typeface="Helvetica Neue"/>
              </a:rPr>
              <a:t>Scott: Finish pressure relief on the float(?)</a:t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33"/>
          <p:cNvSpPr txBox="1"/>
          <p:nvPr/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4055175" y="1193075"/>
            <a:ext cx="50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