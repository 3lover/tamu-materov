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Helvetica Neue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22" Type="http://schemas.openxmlformats.org/officeDocument/2006/relationships/font" Target="fonts/HelveticaNeue-bold.fntdata"/><Relationship Id="rId10" Type="http://schemas.openxmlformats.org/officeDocument/2006/relationships/slide" Target="slides/slide5.xml"/><Relationship Id="rId21" Type="http://schemas.openxmlformats.org/officeDocument/2006/relationships/font" Target="fonts/HelveticaNeue-regular.fntdata"/><Relationship Id="rId13" Type="http://schemas.openxmlformats.org/officeDocument/2006/relationships/slide" Target="slides/slide8.xml"/><Relationship Id="rId24" Type="http://schemas.openxmlformats.org/officeDocument/2006/relationships/font" Target="fonts/HelveticaNeue-boldItalic.fntdata"/><Relationship Id="rId12" Type="http://schemas.openxmlformats.org/officeDocument/2006/relationships/slide" Target="slides/slide7.xml"/><Relationship Id="rId23" Type="http://schemas.openxmlformats.org/officeDocument/2006/relationships/font" Target="fonts/HelveticaNeue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db8be48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db8be48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1543c93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1543c93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7f53124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7f53124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e6de6d8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e6de6d8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e73a9bac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e73a9bac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44cce7f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44cce7f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26fae69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26fae69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c4cbfb5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c4cbfb5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4c628a0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4c628a0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7e7c492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7e7c492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GNC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Braden Batesole, Arun Vaithianathan, Mihika Varshney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/>
              <a:t>Meeting 1: 5/28/25</a:t>
            </a:r>
            <a:r>
              <a:rPr lang="en" sz="2800" u="sng"/>
              <a:t> </a:t>
            </a:r>
            <a:r>
              <a:rPr lang="en" sz="2800"/>
              <a:t>                                      Author: Mihika Varshney</a:t>
            </a:r>
            <a:endParaRPr sz="2800"/>
          </a:p>
        </p:txBody>
      </p:sp>
      <p:sp>
        <p:nvSpPr>
          <p:cNvPr id="92" name="Google Shape;92;p14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Introduce main ideas that are part of GNC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Look at Simulink.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Go over what software is needed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Future research on what parts are needed, and in using the software. Also look into competition guidelines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Everyone, by next subteam meeting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216400" y="1182600"/>
            <a:ext cx="3442500" cy="30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Important decisions made during the meeting 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Start learning about software, LabVIEW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C++Weekly meetings every Wednesday at 6:00 pm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/>
              <a:t>Meeting 2: 6/4/25 </a:t>
            </a:r>
            <a:r>
              <a:rPr lang="en" sz="2800"/>
              <a:t>                                      Author: Mihika Varshney</a:t>
            </a:r>
            <a:endParaRPr sz="2800"/>
          </a:p>
        </p:txBody>
      </p:sp>
      <p:sp>
        <p:nvSpPr>
          <p:cNvPr id="99" name="Google Shape;99;p15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Fix issues with installing LabVIEW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Overall issues with activating and installing it on computer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Go over any research done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Continue going over past teams reports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Continue research on past teams in terms of their role in terms of GNC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Everyone, by next subteam meeting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5216400" y="1182600"/>
            <a:ext cx="3442500" cy="30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Important decisions made during the meeting 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●"/>
            </a:pPr>
            <a:r>
              <a:rPr lang="en" sz="1100"/>
              <a:t>Aim to have LabVIEW installed before next team meeting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/>
              <a:t>Meeting 3: 6/12/25 </a:t>
            </a:r>
            <a:r>
              <a:rPr lang="en" sz="2800"/>
              <a:t>                                      Author: Mihika Varshney</a:t>
            </a:r>
            <a:endParaRPr sz="2800"/>
          </a:p>
        </p:txBody>
      </p:sp>
      <p:sp>
        <p:nvSpPr>
          <p:cNvPr id="106" name="Google Shape;106;p16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Discuss NEEDS goals, looking through competition guidelines, what we need to research, look at 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interaction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 and control portions of a robot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Looked at competition videos, discussed adding autonomous parts to our vehicle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Looked at points rubric and saw which areas would provide more points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Finish adding requirements into the requirements doc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Everyone, by next subteam meeting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5216400" y="1182600"/>
            <a:ext cx="3442500" cy="30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Important decisions made during the meeting 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●"/>
            </a:pPr>
            <a:r>
              <a:rPr lang="en" sz="1100"/>
              <a:t>Each person have sent in a few goals ideas for the Needs document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Looked at competition rules and point rubric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/>
              <a:t>Meeting 4: 7/9/25 </a:t>
            </a:r>
            <a:r>
              <a:rPr lang="en" sz="2800"/>
              <a:t>                                      Author: Mihika Varshney</a:t>
            </a:r>
            <a:endParaRPr sz="2800"/>
          </a:p>
        </p:txBody>
      </p:sp>
      <p:sp>
        <p:nvSpPr>
          <p:cNvPr id="113" name="Google Shape;113;p17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Discuss Requirements; look through the manual and other resources to form requirements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Ensure LabVIEW gets installed for everyone.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Finish up requirements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Continue competition research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Continue looking through competition manual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216400" y="1182600"/>
            <a:ext cx="3442500" cy="30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Important decisions made during the meeting 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●"/>
            </a:pPr>
            <a:r>
              <a:rPr lang="en" sz="1100"/>
              <a:t>Meet again to finish the requirements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Finish rationale and citations for the rest of the requirements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Find and add numerical values to any requirements that lack numbers. 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150" u="sng"/>
              <a:t>Meeting 4: 7/13/25 </a:t>
            </a:r>
            <a:r>
              <a:rPr lang="en" sz="2150"/>
              <a:t>  </a:t>
            </a:r>
            <a:r>
              <a:rPr lang="en" sz="1840"/>
              <a:t>                </a:t>
            </a:r>
            <a:r>
              <a:rPr lang="en" sz="1340"/>
              <a:t> Author: Mihika Varshney Alejandro Laverde Arun</a:t>
            </a:r>
            <a:r>
              <a:rPr lang="en" sz="1340"/>
              <a:t> </a:t>
            </a:r>
            <a:r>
              <a:rPr lang="en" sz="1340"/>
              <a:t>Vaithianathan</a:t>
            </a:r>
            <a:endParaRPr sz="1340"/>
          </a:p>
        </p:txBody>
      </p:sp>
      <p:sp>
        <p:nvSpPr>
          <p:cNvPr id="120" name="Google Shape;120;p18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❏"/>
            </a:pPr>
            <a:r>
              <a:rPr lang="en" sz="1100"/>
              <a:t>Finish rationale and citations for the rest of the requirements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❏"/>
            </a:pPr>
            <a:r>
              <a:rPr lang="en" sz="1100"/>
              <a:t>Find and add numerical values to any requirements that lack numbers. 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❏"/>
            </a:pPr>
            <a:r>
              <a:rPr lang="en" sz="1100"/>
              <a:t>Look over BlueOS and see its functionality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❏"/>
            </a:pPr>
            <a:r>
              <a:rPr lang="en" sz="1100"/>
              <a:t>Look at different BlueOS features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❏"/>
            </a:pPr>
            <a:r>
              <a:rPr lang="en" sz="1100"/>
              <a:t>Consider using this over LabVIEW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Consider testing on a rasp 4/5 for better results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Consider switching team from C++ to Python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Finish citations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Continue 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research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 over BlueOS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Ask questions regarding getting a rasp 4/5 and how to go about citations in general meeting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Also ask about reimbursement to start early testing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Consider thrusters BLDC/brushed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5216400" y="1182600"/>
            <a:ext cx="3442500" cy="30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Important decisions made during the meeting 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Start communication with C&amp;C to fully transition towards using BlueOS and not LabVIEW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Start becoming more familiar with BlueOS, it looks like a very good choice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Continue Research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/>
              <a:t>Meeting 5: 8/10/25 </a:t>
            </a:r>
            <a:r>
              <a:rPr lang="en" sz="2800"/>
              <a:t>                                      Author: Mihika Varshney</a:t>
            </a:r>
            <a:endParaRPr sz="2800"/>
          </a:p>
        </p:txBody>
      </p:sp>
      <p:sp>
        <p:nvSpPr>
          <p:cNvPr id="127" name="Google Shape;127;p19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❏"/>
            </a:pPr>
            <a:r>
              <a:rPr lang="en" sz="1100"/>
              <a:t>Review requirements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❏"/>
            </a:pPr>
            <a:r>
              <a:rPr lang="en" sz="1100"/>
              <a:t>Go over requirements for the 50 ideas assignment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❏"/>
            </a:pPr>
            <a:r>
              <a:rPr lang="en" sz="1100"/>
              <a:t>Add any more ideas to mind map 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❏"/>
            </a:pPr>
            <a:r>
              <a:rPr lang="en" sz="1100"/>
              <a:t>Discuss plan for getting it done before the deadline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Finalize 50 ideas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Start formulating it into a finalized mindmap - google drawing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5216400" y="1182600"/>
            <a:ext cx="3442500" cy="30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Important decisions made during the meeting 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Keep requirements less solution oriented, and find ways to maybe </a:t>
            </a:r>
            <a:r>
              <a:rPr lang="en" sz="1100"/>
              <a:t>incorporate</a:t>
            </a:r>
            <a:r>
              <a:rPr lang="en" sz="1100"/>
              <a:t> ideas from them into our 50 ideas assignment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Keep adding ideas to the planning document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 the next meeting or so will begin creating it into the final map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>
                <a:solidFill>
                  <a:schemeClr val="dk2"/>
                </a:solidFill>
              </a:rPr>
              <a:t>Meeting 6: 9/23/25 </a:t>
            </a:r>
            <a:r>
              <a:rPr lang="en" sz="2800">
                <a:solidFill>
                  <a:schemeClr val="dk2"/>
                </a:solidFill>
              </a:rPr>
              <a:t>                                      Author: Mihika Varshney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❏"/>
            </a:pPr>
            <a:r>
              <a:rPr lang="en" sz="1100">
                <a:solidFill>
                  <a:schemeClr val="dk2"/>
                </a:solidFill>
              </a:rPr>
              <a:t>Discuss</a:t>
            </a:r>
            <a:r>
              <a:rPr lang="en" sz="1100">
                <a:solidFill>
                  <a:schemeClr val="dk2"/>
                </a:solidFill>
              </a:rPr>
              <a:t> past full team meeting agenda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❏"/>
            </a:pPr>
            <a:r>
              <a:rPr lang="en" sz="1100">
                <a:solidFill>
                  <a:schemeClr val="dk2"/>
                </a:solidFill>
              </a:rPr>
              <a:t>Discuss decision </a:t>
            </a:r>
            <a:r>
              <a:rPr lang="en" sz="1100">
                <a:solidFill>
                  <a:schemeClr val="dk2"/>
                </a:solidFill>
              </a:rPr>
              <a:t>matrix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Have trade studies completed soon</a:t>
            </a:r>
            <a:endParaRPr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5216400" y="1182600"/>
            <a:ext cx="3442500" cy="30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Important decisions made during the meeting </a:t>
            </a:r>
            <a:endParaRPr b="1"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Use research done during the summer to complete the matrice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split up tasks between team to get matrice done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>
                <a:solidFill>
                  <a:schemeClr val="dk2"/>
                </a:solidFill>
              </a:rPr>
              <a:t>Meeting 6: 10/22/25 </a:t>
            </a:r>
            <a:r>
              <a:rPr lang="en" sz="2800">
                <a:solidFill>
                  <a:schemeClr val="dk2"/>
                </a:solidFill>
              </a:rPr>
              <a:t>                                      Author: Mihika Varshney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❏"/>
            </a:pPr>
            <a:r>
              <a:rPr lang="en" sz="1100">
                <a:solidFill>
                  <a:schemeClr val="dk2"/>
                </a:solidFill>
              </a:rPr>
              <a:t>Discuss trade studies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❏"/>
            </a:pPr>
            <a:r>
              <a:rPr lang="en" sz="1100">
                <a:solidFill>
                  <a:schemeClr val="dk2"/>
                </a:solidFill>
              </a:rPr>
              <a:t>Go over what is needed for presentation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❏"/>
            </a:pPr>
            <a:r>
              <a:rPr lang="en" sz="1100">
                <a:solidFill>
                  <a:schemeClr val="dk2"/>
                </a:solidFill>
              </a:rPr>
              <a:t>Go over </a:t>
            </a:r>
            <a:r>
              <a:rPr lang="en" sz="1100">
                <a:solidFill>
                  <a:schemeClr val="dk2"/>
                </a:solidFill>
              </a:rPr>
              <a:t>permission</a:t>
            </a:r>
            <a:r>
              <a:rPr lang="en" sz="1100">
                <a:solidFill>
                  <a:schemeClr val="dk2"/>
                </a:solidFill>
              </a:rPr>
              <a:t> task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❏"/>
            </a:pPr>
            <a:r>
              <a:rPr lang="en" sz="1100">
                <a:solidFill>
                  <a:schemeClr val="dk2"/>
                </a:solidFill>
              </a:rPr>
              <a:t>D</a:t>
            </a:r>
            <a:r>
              <a:rPr lang="en" sz="1100">
                <a:solidFill>
                  <a:schemeClr val="dk2"/>
                </a:solidFill>
              </a:rPr>
              <a:t>elegate</a:t>
            </a:r>
            <a:r>
              <a:rPr lang="en" sz="1100">
                <a:solidFill>
                  <a:schemeClr val="dk2"/>
                </a:solidFill>
              </a:rPr>
              <a:t> slides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Have trade studies completed soon</a:t>
            </a:r>
            <a:endParaRPr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 meeting presentation with trade studies each member completed</a:t>
            </a:r>
            <a:endParaRPr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5216400" y="1182600"/>
            <a:ext cx="3442500" cy="30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Important decisions made during the meeting </a:t>
            </a:r>
            <a:endParaRPr b="1"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Go through </a:t>
            </a:r>
            <a:r>
              <a:rPr lang="en" sz="1100">
                <a:solidFill>
                  <a:schemeClr val="dk2"/>
                </a:solidFill>
              </a:rPr>
              <a:t>permission</a:t>
            </a:r>
            <a:r>
              <a:rPr lang="en" sz="1100">
                <a:solidFill>
                  <a:schemeClr val="dk2"/>
                </a:solidFill>
              </a:rPr>
              <a:t> document and note take on tasks for GNC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Look through potential ways to transmit data from the float to the ROV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>
                <a:solidFill>
                  <a:schemeClr val="dk2"/>
                </a:solidFill>
              </a:rPr>
              <a:t>Meeting 7: 01/05/2026 </a:t>
            </a:r>
            <a:r>
              <a:rPr lang="en" sz="2800">
                <a:solidFill>
                  <a:schemeClr val="dk2"/>
                </a:solidFill>
              </a:rPr>
              <a:t>                                      Author: Arun Vaithianathan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❏"/>
            </a:pPr>
            <a:r>
              <a:rPr lang="en" sz="1100">
                <a:solidFill>
                  <a:schemeClr val="dk2"/>
                </a:solidFill>
              </a:rPr>
              <a:t>Complete the communications diagram for the bluetooth packet understanding of how the float will work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❏"/>
            </a:pPr>
            <a:r>
              <a:rPr lang="en" sz="1100">
                <a:solidFill>
                  <a:schemeClr val="dk2"/>
                </a:solidFill>
              </a:rPr>
              <a:t>Decide whether an additional sensor will be needed for the float for ice detection, review the rulebook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❏"/>
            </a:pPr>
            <a:r>
              <a:rPr lang="en" sz="1100">
                <a:solidFill>
                  <a:schemeClr val="dk2"/>
                </a:solidFill>
              </a:rPr>
              <a:t>Read the rulebook in depth and write down any relevant information and questions in an organized format and how it is relevant to GNC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 BOM for GNC Part (currently is up to date)</a:t>
            </a:r>
            <a:endParaRPr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to discuss the use of a capacitor in the float with EPS as to help prevent brownouts for the MCU used in the float.</a:t>
            </a:r>
            <a:endParaRPr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5216400" y="1182600"/>
            <a:ext cx="3442500" cy="30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Important decisions made during the meeting </a:t>
            </a:r>
            <a:endParaRPr b="1"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Bluetooth will be used instead of LoRa for comms for the float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After speaking with C&amp;C, we will be using a laptop for the controls station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After speaking with EPS, we will be using a Pico W to stay cautious about power limits on the float and have quick reboots in the event of a brownout from the battery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>
                <a:solidFill>
                  <a:schemeClr val="dk2"/>
                </a:solidFill>
              </a:rPr>
              <a:t>Meeting 8: 01/14/2026 </a:t>
            </a:r>
            <a:r>
              <a:rPr lang="en" sz="2800">
                <a:solidFill>
                  <a:schemeClr val="dk2"/>
                </a:solidFill>
              </a:rPr>
              <a:t>                                      Author: Mihika Varshney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❏"/>
            </a:pPr>
            <a:r>
              <a:rPr lang="en" sz="1100">
                <a:solidFill>
                  <a:schemeClr val="dk2"/>
                </a:solidFill>
              </a:rPr>
              <a:t>Complete the communications diagram for the bluetooth packet understanding of how the float will work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❏"/>
            </a:pPr>
            <a:r>
              <a:rPr lang="en" sz="1100">
                <a:solidFill>
                  <a:schemeClr val="dk2"/>
                </a:solidFill>
              </a:rPr>
              <a:t>Create plan for creating the software design document for completing tasks 1-4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❏"/>
            </a:pPr>
            <a:r>
              <a:rPr lang="en" sz="1100">
                <a:solidFill>
                  <a:schemeClr val="dk2"/>
                </a:solidFill>
              </a:rPr>
              <a:t>Read the rulebook in depth and write down any relevant information and questions in an organized format and how it is relevant to GNC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 through the Verification Matrix</a:t>
            </a:r>
            <a:endParaRPr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to-do for creating the software </a:t>
            </a:r>
            <a:r>
              <a:rPr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</a:t>
            </a:r>
            <a:r>
              <a:rPr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document</a:t>
            </a:r>
            <a:endParaRPr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PDR Things: Risk mitigation</a:t>
            </a:r>
            <a:endParaRPr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5216400" y="1182600"/>
            <a:ext cx="3442500" cy="30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Important decisions made during the meeting </a:t>
            </a:r>
            <a:endParaRPr b="1"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Read through new manual and fix up the requirements per GNC’s responsibilities, have those mostly finalized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Work through the Verification Matrix starting from Task 3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Talk with F&amp;P and TMS regarding creating a </a:t>
            </a:r>
            <a:r>
              <a:rPr lang="en" sz="1100">
                <a:solidFill>
                  <a:schemeClr val="dk2"/>
                </a:solidFill>
              </a:rPr>
              <a:t>buoyant</a:t>
            </a:r>
            <a:r>
              <a:rPr lang="en" sz="1100">
                <a:solidFill>
                  <a:schemeClr val="dk2"/>
                </a:solidFill>
              </a:rPr>
              <a:t> ROV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Start working on the Software Design Document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