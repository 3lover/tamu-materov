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It’s over Vecna, we are the Stranger Things.</a:t>
            </a:r>
            <a:endParaRPr/>
          </a:p>
        </p:txBody>
      </p:sp>
      <p:sp>
        <p:nvSpPr>
          <p:cNvPr id="223" name="Google Shape;2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b17b11b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9b17b11bd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d19abb1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9d19abb1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b17b11b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9b17b11bd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b17b11bd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9b17b11bd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b17b11bd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9b17b11bd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3" name="Google Shape;13;p2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6" name="Google Shape;16;p2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208317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-92098" y="63563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5237517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935231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2"/>
          <p:cNvCxnSpPr/>
          <p:nvPr/>
        </p:nvCxnSpPr>
        <p:spPr>
          <a:xfrm>
            <a:off x="306993" y="405230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40" name="Google Shape;40;p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56" name="Google Shape;56;p4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" name="Google Shape;65;p4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5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69" name="Google Shape;69;p5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-304800" y="488951"/>
            <a:ext cx="7928762" cy="6507786"/>
          </a:xfrm>
          <a:custGeom>
            <a:rect b="b" l="l" r="r" t="t"/>
            <a:pathLst>
              <a:path extrusionOk="0" h="6507786" w="7928762">
                <a:moveTo>
                  <a:pt x="158750" y="0"/>
                </a:moveTo>
                <a:cubicBezTo>
                  <a:pt x="861483" y="268816"/>
                  <a:pt x="1564217" y="537633"/>
                  <a:pt x="1905000" y="1003300"/>
                </a:cubicBezTo>
                <a:cubicBezTo>
                  <a:pt x="2245783" y="1468967"/>
                  <a:pt x="1994958" y="2437342"/>
                  <a:pt x="2203450" y="2794000"/>
                </a:cubicBezTo>
                <a:cubicBezTo>
                  <a:pt x="2411942" y="3150658"/>
                  <a:pt x="2684992" y="2909358"/>
                  <a:pt x="3155950" y="3143250"/>
                </a:cubicBezTo>
                <a:cubicBezTo>
                  <a:pt x="3626908" y="3377142"/>
                  <a:pt x="4639733" y="3816350"/>
                  <a:pt x="5029200" y="4197350"/>
                </a:cubicBezTo>
                <a:cubicBezTo>
                  <a:pt x="5418667" y="4578350"/>
                  <a:pt x="5012267" y="5064125"/>
                  <a:pt x="5492750" y="5429250"/>
                </a:cubicBezTo>
                <a:cubicBezTo>
                  <a:pt x="5973233" y="5794375"/>
                  <a:pt x="7477125" y="6224058"/>
                  <a:pt x="7912100" y="6388100"/>
                </a:cubicBezTo>
                <a:cubicBezTo>
                  <a:pt x="8347075" y="6552142"/>
                  <a:pt x="122237" y="6520921"/>
                  <a:pt x="0" y="6451600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928817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"/>
          <p:cNvSpPr/>
          <p:nvPr/>
        </p:nvSpPr>
        <p:spPr>
          <a:xfrm rot="-242220">
            <a:off x="163285" y="3891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 rot="-242220">
            <a:off x="315685" y="4044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 rot="-242220">
            <a:off x="468085" y="41964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 rot="-242220">
            <a:off x="620485" y="43488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 rot="-242220">
            <a:off x="772885" y="45012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 rot="-242220">
            <a:off x="925285" y="4653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 rot="-242220">
            <a:off x="1077685" y="4806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948343" y="5063783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TT_layout_blank">
  <p:cSld name="1_TTT_layout_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7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98" name="Google Shape;98;p7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01" name="Google Shape;101;p7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8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13" name="Google Shape;113;p8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8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8" name="Google Shape;128;p8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9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32" name="Google Shape;132;p9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9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0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51" name="Google Shape;151;p10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0"/>
          <p:cNvGrpSpPr/>
          <p:nvPr/>
        </p:nvGrpSpPr>
        <p:grpSpPr>
          <a:xfrm>
            <a:off x="-1552506" y="1328840"/>
            <a:ext cx="15025287" cy="5702432"/>
            <a:chOff x="-1028062" y="1775602"/>
            <a:chExt cx="14500843" cy="5255670"/>
          </a:xfrm>
        </p:grpSpPr>
        <p:sp>
          <p:nvSpPr>
            <p:cNvPr id="154" name="Google Shape;154;p10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0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1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69" name="Google Shape;169;p11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1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12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86" name="Google Shape;186;p12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202" name="Google Shape;202;p1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C2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ctrTitle"/>
          </p:nvPr>
        </p:nvSpPr>
        <p:spPr>
          <a:xfrm>
            <a:off x="208325" y="1122375"/>
            <a:ext cx="9446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Trade Studies Presentation</a:t>
            </a:r>
            <a:endParaRPr/>
          </a:p>
        </p:txBody>
      </p:sp>
      <p:sp>
        <p:nvSpPr>
          <p:cNvPr id="220" name="Google Shape;220;p14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Computations &amp; Communications (C&amp;C)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Microcontroller</a:t>
            </a:r>
            <a:endParaRPr/>
          </a:p>
        </p:txBody>
      </p:sp>
      <p:pic>
        <p:nvPicPr>
          <p:cNvPr id="226" name="Google Shape;22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7888"/>
            <a:ext cx="11887202" cy="4785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6 DOF IMU</a:t>
            </a:r>
            <a:endParaRPr/>
          </a:p>
        </p:txBody>
      </p:sp>
      <p:pic>
        <p:nvPicPr>
          <p:cNvPr id="232" name="Google Shape;2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3" y="1547625"/>
            <a:ext cx="962977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Depth Sensor</a:t>
            </a:r>
            <a:endParaRPr/>
          </a:p>
        </p:txBody>
      </p:sp>
      <p:pic>
        <p:nvPicPr>
          <p:cNvPr id="238" name="Google Shape;2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25" y="1596763"/>
            <a:ext cx="1159192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Navigational Camera</a:t>
            </a:r>
            <a:endParaRPr/>
          </a:p>
        </p:txBody>
      </p:sp>
      <p:pic>
        <p:nvPicPr>
          <p:cNvPr id="244" name="Google Shape;24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950" y="1737250"/>
            <a:ext cx="5937998" cy="46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“Specialized” Camera</a:t>
            </a:r>
            <a:endParaRPr/>
          </a:p>
        </p:txBody>
      </p:sp>
      <p:pic>
        <p:nvPicPr>
          <p:cNvPr id="250" name="Google Shape;2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100" y="1564750"/>
            <a:ext cx="7098467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Lights</a:t>
            </a:r>
            <a:endParaRPr/>
          </a:p>
        </p:txBody>
      </p:sp>
      <p:pic>
        <p:nvPicPr>
          <p:cNvPr id="256" name="Google Shape;2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1753209"/>
            <a:ext cx="1153477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C3 Station Outside Design</a:t>
            </a:r>
            <a:endParaRPr/>
          </a:p>
        </p:txBody>
      </p:sp>
      <p:pic>
        <p:nvPicPr>
          <p:cNvPr id="262" name="Google Shape;2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800" y="1567325"/>
            <a:ext cx="9716394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C3 Station Movement Input Device</a:t>
            </a:r>
            <a:endParaRPr/>
          </a:p>
        </p:txBody>
      </p:sp>
      <p:pic>
        <p:nvPicPr>
          <p:cNvPr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33375"/>
            <a:ext cx="11887201" cy="44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725800" y="2091850"/>
            <a:ext cx="6740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000"/>
              <a:t>Any Questions?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TT_Palet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