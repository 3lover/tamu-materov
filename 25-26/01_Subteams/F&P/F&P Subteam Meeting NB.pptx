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layfair Displ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Helvetica Neue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bold.fntdata"/><Relationship Id="rId25" Type="http://schemas.openxmlformats.org/officeDocument/2006/relationships/font" Target="fonts/HelveticaNeue-regular.fntdata"/><Relationship Id="rId28" Type="http://schemas.openxmlformats.org/officeDocument/2006/relationships/font" Target="fonts/HelveticaNeue-boldItalic.fntdata"/><Relationship Id="rId27" Type="http://schemas.openxmlformats.org/officeDocument/2006/relationships/font" Target="fonts/HelveticaNeu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regular.fntdata"/><Relationship Id="rId16" Type="http://schemas.openxmlformats.org/officeDocument/2006/relationships/slide" Target="slides/slide11.xml"/><Relationship Id="rId19" Type="http://schemas.openxmlformats.org/officeDocument/2006/relationships/font" Target="fonts/PlayfairDisplay-italic.fntdata"/><Relationship Id="rId18" Type="http://schemas.openxmlformats.org/officeDocument/2006/relationships/font" Target="fonts/PlayfairDis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db81275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db81275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718e1275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718e1275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a9dd73ec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a9dd73ec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1417084f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1417084f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507356c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507356c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5176722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5176722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f9cd6ced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f9cd6ced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2fc45d1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2fc45d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3e3847342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3e384734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65b97d4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65b97d4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3">
            <a:alphaModFix/>
          </a:blip>
          <a:srcRect b="13853" l="0" r="0" t="0"/>
          <a:stretch/>
        </p:blipFill>
        <p:spPr>
          <a:xfrm>
            <a:off x="0" y="-107750"/>
            <a:ext cx="9144001" cy="525125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/>
          <p:nvPr>
            <p:ph type="ctrTitle"/>
          </p:nvPr>
        </p:nvSpPr>
        <p:spPr>
          <a:xfrm>
            <a:off x="0" y="3846625"/>
            <a:ext cx="5567400" cy="732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b="1" lang="en" sz="3660"/>
              <a:t>Fluids &amp; Propulsion</a:t>
            </a:r>
            <a:endParaRPr b="1" sz="3660"/>
          </a:p>
        </p:txBody>
      </p:sp>
      <p:sp>
        <p:nvSpPr>
          <p:cNvPr id="70" name="Google Shape;70;p13"/>
          <p:cNvSpPr txBox="1"/>
          <p:nvPr>
            <p:ph idx="1" type="subTitle"/>
          </p:nvPr>
        </p:nvSpPr>
        <p:spPr>
          <a:xfrm>
            <a:off x="5891100" y="3446450"/>
            <a:ext cx="3252900" cy="16974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Members</a:t>
            </a:r>
            <a:r>
              <a:rPr lang="en" sz="1800">
                <a:solidFill>
                  <a:schemeClr val="dk1"/>
                </a:solidFill>
              </a:rPr>
              <a:t>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Joseph</a:t>
            </a:r>
            <a:r>
              <a:rPr lang="en" sz="1800">
                <a:solidFill>
                  <a:schemeClr val="dk1"/>
                </a:solidFill>
              </a:rPr>
              <a:t> Harb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Vincent Camarillo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Aidan Fidone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Lauren Krawczynski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>
                <a:solidFill>
                  <a:srgbClr val="000000"/>
                </a:solidFill>
              </a:rPr>
              <a:t>Meeting title and date</a:t>
            </a:r>
            <a:r>
              <a:rPr lang="en" sz="2800">
                <a:solidFill>
                  <a:srgbClr val="000000"/>
                </a:solidFill>
              </a:rPr>
              <a:t>                                       Au</a:t>
            </a:r>
            <a:r>
              <a:rPr lang="en" sz="2800"/>
              <a:t>thor</a:t>
            </a:r>
            <a:r>
              <a:rPr lang="en" sz="2800" u="sng">
                <a:solidFill>
                  <a:srgbClr val="000000"/>
                </a:solidFill>
              </a:rPr>
              <a:t> 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the agenda to plan out things for this meeting!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can also write things down in advance so that you avoid forgetting things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good agenda makes your meetings faster &amp; more organized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tasks need to be done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Include who does the task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Deadline for the task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rgbClr val="595959"/>
                </a:solidFill>
              </a:rPr>
              <a:t>Important decisions made during the meeting</a:t>
            </a:r>
            <a:endParaRPr sz="1300">
              <a:solidFill>
                <a:srgbClr val="595959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○"/>
            </a:pPr>
            <a:r>
              <a:rPr lang="en" sz="1300">
                <a:solidFill>
                  <a:srgbClr val="595959"/>
                </a:solidFill>
              </a:rPr>
              <a:t>One sentence justification</a:t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Needs &amp; 50 ideas meeting</a:t>
            </a:r>
            <a:r>
              <a:rPr lang="en" sz="2800">
                <a:solidFill>
                  <a:srgbClr val="000000"/>
                </a:solidFill>
              </a:rPr>
              <a:t>    16/6/2025                                   </a:t>
            </a:r>
            <a:r>
              <a:rPr lang="en" sz="2800"/>
              <a:t>Victor Guadarrama</a:t>
            </a:r>
            <a:r>
              <a:rPr lang="en" sz="2800" u="sng">
                <a:solidFill>
                  <a:srgbClr val="000000"/>
                </a:solidFill>
              </a:rPr>
              <a:t> 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Talk about CAD, needs, ideas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Finish needs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Talk about solutions (Ballast, neutral buoyancy, or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propulsion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Start doing Research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according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 to mission guidelines.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t/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300">
                <a:solidFill>
                  <a:srgbClr val="595959"/>
                </a:solidFill>
              </a:rPr>
              <a:t>Mention to the leads that requirements should be more specific.</a:t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Start of Ansys</a:t>
            </a:r>
            <a:r>
              <a:rPr lang="en" sz="2800">
                <a:solidFill>
                  <a:srgbClr val="000000"/>
                </a:solidFill>
              </a:rPr>
              <a:t>   </a:t>
            </a:r>
            <a:r>
              <a:rPr lang="en" sz="2800"/>
              <a:t>23</a:t>
            </a:r>
            <a:r>
              <a:rPr lang="en" sz="2800">
                <a:solidFill>
                  <a:srgbClr val="000000"/>
                </a:solidFill>
              </a:rPr>
              <a:t>/06/2025                                   </a:t>
            </a:r>
            <a:r>
              <a:rPr lang="en" sz="2800"/>
              <a:t>Victor Guadarrama</a:t>
            </a:r>
            <a:r>
              <a:rPr lang="en" sz="2800" u="sng">
                <a:solidFill>
                  <a:srgbClr val="000000"/>
                </a:solidFill>
              </a:rPr>
              <a:t> 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Download Ansys (HUGE pain in the a**)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Pathway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 for courses (Mesh, What are Fluids, Fluid Kinematics)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Start doing Research according to mission guidelines.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300">
                <a:solidFill>
                  <a:srgbClr val="595959"/>
                </a:solidFill>
              </a:rPr>
              <a:t>Stop at at fluid kinematics and see form there</a:t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50 ideas and requirements overview 07/23/2025</a:t>
            </a:r>
            <a:r>
              <a:rPr lang="en" sz="2800">
                <a:solidFill>
                  <a:srgbClr val="000000"/>
                </a:solidFill>
              </a:rPr>
              <a:t>                                      </a:t>
            </a:r>
            <a:r>
              <a:rPr lang="en" sz="2800"/>
              <a:t>Victor Guadarrama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Go over our requirements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Critique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 EPS requirements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Start the 50 solutions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Watch the 2 ANSYS youtube series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rgbClr val="595959"/>
                </a:solidFill>
              </a:rPr>
              <a:t>Again! Requirements should be more specific, we’ll </a:t>
            </a:r>
            <a:r>
              <a:rPr lang="en" sz="1300">
                <a:solidFill>
                  <a:srgbClr val="595959"/>
                </a:solidFill>
              </a:rPr>
              <a:t>address</a:t>
            </a:r>
            <a:r>
              <a:rPr lang="en" sz="1300">
                <a:solidFill>
                  <a:srgbClr val="595959"/>
                </a:solidFill>
              </a:rPr>
              <a:t> this in the future.</a:t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50 ideas and requirements overview 07/31/2025</a:t>
            </a:r>
            <a:r>
              <a:rPr lang="en" sz="2800">
                <a:solidFill>
                  <a:srgbClr val="000000"/>
                </a:solidFill>
              </a:rPr>
              <a:t>                                      </a:t>
            </a:r>
            <a:r>
              <a:rPr lang="en" sz="2800"/>
              <a:t>Victor Guadarrama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Decide how to go about Solution assignment 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Start assignment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Watch the 2 ANSYS youtube series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4920650" y="11279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Again! Requirements should be more specific, we’ll address this in the future.</a:t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50 ideas and requirements overview 08/6/2025</a:t>
            </a:r>
            <a:r>
              <a:rPr lang="en" sz="2800">
                <a:solidFill>
                  <a:srgbClr val="000000"/>
                </a:solidFill>
              </a:rPr>
              <a:t>                                      </a:t>
            </a:r>
            <a:r>
              <a:rPr lang="en" sz="2800"/>
              <a:t>Victor Guadarrama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Extended the 50 solutions deadline to august 15th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Worked on 50 solutions in meeting and discussed some flow rate problems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Watch the 2 ANSYS youtube series</a:t>
            </a:r>
            <a:endParaRPr sz="3200">
              <a:solidFill>
                <a:srgbClr val="65BAFE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Finish 50 solutions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4920650" y="11279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Again! Requirements should be more specific, we’ll address this in the future.</a:t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Trade Studies + Prototype 1 Presentation 11/14 Vincent C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Begin Trade Studies that will justify the concepts/systems used on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the ROV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Define the areas of interest (propellers, motors, hydrodynamics, safety. ballast)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Delegate people to conduct trade studies over said areas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Prepare for presentation 1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rgbClr val="595959"/>
                </a:solidFill>
              </a:rPr>
              <a:t>Aidan will conduct trade studies over hydrodynamics and safety</a:t>
            </a:r>
            <a:endParaRPr sz="1300">
              <a:solidFill>
                <a:srgbClr val="595959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rgbClr val="595959"/>
                </a:solidFill>
              </a:rPr>
              <a:t>Joe will overlook hydrodynamics and thruster configuration</a:t>
            </a:r>
            <a:endParaRPr sz="1300">
              <a:solidFill>
                <a:srgbClr val="595959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rgbClr val="595959"/>
                </a:solidFill>
              </a:rPr>
              <a:t>Vincent will </a:t>
            </a:r>
            <a:r>
              <a:rPr lang="en" sz="1300">
                <a:solidFill>
                  <a:srgbClr val="595959"/>
                </a:solidFill>
              </a:rPr>
              <a:t>conduct</a:t>
            </a:r>
            <a:r>
              <a:rPr lang="en" sz="1300">
                <a:solidFill>
                  <a:srgbClr val="595959"/>
                </a:solidFill>
              </a:rPr>
              <a:t> trade studies over </a:t>
            </a:r>
            <a:r>
              <a:rPr lang="en" sz="1300">
                <a:solidFill>
                  <a:srgbClr val="595959"/>
                </a:solidFill>
              </a:rPr>
              <a:t>thruster</a:t>
            </a:r>
            <a:r>
              <a:rPr lang="en" sz="1300">
                <a:solidFill>
                  <a:srgbClr val="595959"/>
                </a:solidFill>
              </a:rPr>
              <a:t> motors</a:t>
            </a:r>
            <a:endParaRPr sz="1300">
              <a:solidFill>
                <a:srgbClr val="595959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rgbClr val="595959"/>
                </a:solidFill>
              </a:rPr>
              <a:t>Lauren will oversee the ballast system</a:t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24900" y="542200"/>
            <a:ext cx="849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80" u="sng">
                <a:solidFill>
                  <a:schemeClr val="dk2"/>
                </a:solidFill>
              </a:rPr>
              <a:t>Testing Procedures</a:t>
            </a:r>
            <a:r>
              <a:rPr lang="en" sz="2480">
                <a:solidFill>
                  <a:schemeClr val="dk2"/>
                </a:solidFill>
              </a:rPr>
              <a:t> 12/21/25                       Vincent Camarillo </a:t>
            </a:r>
            <a:endParaRPr sz="2480">
              <a:solidFill>
                <a:schemeClr val="dk2"/>
              </a:solidFill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311700" y="1406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Create Criteria and Testing Methods/Procedures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Begin Passports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GitHub Onboarding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Will help with sharing CAD files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t/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rgbClr val="000000"/>
                </a:solidFill>
              </a:rPr>
              <a:t>Testing Procedures</a:t>
            </a:r>
            <a:r>
              <a:rPr lang="en" sz="2400">
                <a:solidFill>
                  <a:srgbClr val="000000"/>
                </a:solidFill>
              </a:rPr>
              <a:t> 12/28/25                   Vincent Camarillo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1417800"/>
            <a:ext cx="42603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ROV/Float will be in 4 different environments</a:t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Document in Links &amp; Files via Alex H</a:t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Requirements need updating for 26 Regulations</a:t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Please read over 26; Pioneer Manual</a:t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❏"/>
            </a:pPr>
            <a:r>
              <a:rPr lang="en" sz="1100">
                <a:solidFill>
                  <a:schemeClr val="dk2"/>
                </a:solidFill>
              </a:rPr>
              <a:t>Complete CAD models and begin simulations by 1/12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❏"/>
            </a:pPr>
            <a:r>
              <a:rPr lang="en" sz="1100">
                <a:solidFill>
                  <a:schemeClr val="dk2"/>
                </a:solidFill>
              </a:rPr>
              <a:t>Finalize ballast design by 1/12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dk2"/>
                </a:solidFill>
              </a:rPr>
              <a:t>CDR </a:t>
            </a:r>
            <a:r>
              <a:rPr lang="en" sz="2400" u="sng">
                <a:solidFill>
                  <a:schemeClr val="dk2"/>
                </a:solidFill>
              </a:rPr>
              <a:t>Preparation</a:t>
            </a:r>
            <a:r>
              <a:rPr lang="en" sz="2400">
                <a:solidFill>
                  <a:schemeClr val="dk2"/>
                </a:solidFill>
              </a:rPr>
              <a:t> 1</a:t>
            </a:r>
            <a:r>
              <a:rPr lang="en" sz="2400">
                <a:solidFill>
                  <a:schemeClr val="dk2"/>
                </a:solidFill>
              </a:rPr>
              <a:t>/12/26                                 Vincent Camarillo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Complete prototype for CDR</a:t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BOM</a:t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Order will being on the week of 2/1</a:t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8" name="Google Shape;138;p23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rgbClr val="595959"/>
                </a:solidFill>
              </a:rPr>
              <a:t>Switching from piston to peristaltic pump</a:t>
            </a:r>
            <a:endParaRPr sz="1300">
              <a:solidFill>
                <a:srgbClr val="595959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○"/>
            </a:pPr>
            <a:r>
              <a:rPr lang="en" sz="1300">
                <a:solidFill>
                  <a:srgbClr val="595959"/>
                </a:solidFill>
              </a:rPr>
              <a:t>Peristaltic pumps require fewer moving parts, making them more reliable and durable</a:t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