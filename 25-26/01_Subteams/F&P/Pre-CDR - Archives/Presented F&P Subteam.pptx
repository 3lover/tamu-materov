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6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x="18288000" cy="10287000"/>
  <p:notesSz cx="6858000" cy="9144000"/>
  <p:embeddedFontLst>
    <p:embeddedFont>
      <p:font typeface="Tex Gyre Termes Italics" charset="1" panose="00000500000000000000"/>
      <p:regular r:id="rId57"/>
    </p:embeddedFont>
    <p:embeddedFont>
      <p:font typeface="Tex Gyre Termes" charset="1" panose="00000500000000000000"/>
      <p:regular r:id="rId58"/>
    </p:embeddedFont>
    <p:embeddedFont>
      <p:font typeface="Tex Gyre Termes Bold" charset="1" panose="00000800000000000000"/>
      <p:regular r:id="rId59"/>
    </p:embeddedFont>
    <p:embeddedFont>
      <p:font typeface="Canva Sans" charset="1" panose="020B0503030501040103"/>
      <p:regular r:id="rId60"/>
    </p:embeddedFont>
    <p:embeddedFont>
      <p:font typeface="Distillery Display" charset="1" panose="00000000000000000000"/>
      <p:regular r:id="rId65"/>
    </p:embeddedFont>
    <p:embeddedFont>
      <p:font typeface="Big Shoulders Display" charset="1" panose="00000000000000000000"/>
      <p:regular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notesMasters/notesMaster1.xml" Type="http://schemas.openxmlformats.org/officeDocument/2006/relationships/notesMaster"/><Relationship Id="rId62" Target="theme/theme2.xml" Type="http://schemas.openxmlformats.org/officeDocument/2006/relationships/theme"/><Relationship Id="rId63" Target="notesSlides/notesSlide1.xml" Type="http://schemas.openxmlformats.org/officeDocument/2006/relationships/notesSlide"/><Relationship Id="rId64" Target="notesSlides/notesSlide2.xml" Type="http://schemas.openxmlformats.org/officeDocument/2006/relationships/notesSlide"/><Relationship Id="rId65" Target="fonts/font65.fntdata" Type="http://schemas.openxmlformats.org/officeDocument/2006/relationships/font"/><Relationship Id="rId66" Target="fonts/font66.fntdata" Type="http://schemas.openxmlformats.org/officeDocument/2006/relationships/font"/><Relationship Id="rId67" Target="notesSlides/notesSlide3.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operate the same way as described in solution #14. The only difference is the location. Relative effectiveness will need to be proven via simulations and additional research.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larger propeller diameter can increase the wattage required from the motor to achieve the same rotational speed. This is because larger propellers create more thrust and drag, requiring more power from the motors.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While brushed motors have immediate reactions to power charges (when supplied by a battery), BLDC motors are operated via an electronic speed controller. This allows precise regulation of how much current and torque the motor outputs at any given time.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embeddings/oleObject1.bin" Type="http://schemas.openxmlformats.org/officeDocument/2006/relationships/oleObjec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embeddings/oleObject2.bin" Type="http://schemas.openxmlformats.org/officeDocument/2006/relationships/oleObjec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7.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8.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9.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0.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1.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2.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653501">
            <a:off x="9535848" y="-3393492"/>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true" flipV="false" rot="-545487">
            <a:off x="-10640664" y="-3393492"/>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TextBox 4" id="4"/>
          <p:cNvSpPr txBox="true"/>
          <p:nvPr/>
        </p:nvSpPr>
        <p:spPr>
          <a:xfrm rot="0">
            <a:off x="1685484" y="3104670"/>
            <a:ext cx="14917032" cy="10059430"/>
          </a:xfrm>
          <a:prstGeom prst="rect">
            <a:avLst/>
          </a:prstGeom>
        </p:spPr>
        <p:txBody>
          <a:bodyPr anchor="t" rtlCol="false" tIns="0" lIns="0" bIns="0" rIns="0">
            <a:spAutoFit/>
          </a:bodyPr>
          <a:lstStyle/>
          <a:p>
            <a:pPr algn="l">
              <a:lnSpc>
                <a:spcPts val="40176"/>
              </a:lnSpc>
            </a:pPr>
            <a:r>
              <a:rPr lang="en-US" sz="28697" i="true" spc="-2554">
                <a:solidFill>
                  <a:srgbClr val="2C92D5"/>
                </a:solidFill>
                <a:latin typeface="Tex Gyre Termes Italics"/>
                <a:ea typeface="Tex Gyre Termes Italics"/>
                <a:cs typeface="Tex Gyre Termes Italics"/>
                <a:sym typeface="Tex Gyre Termes Italics"/>
              </a:rPr>
              <a:t>50 Solutions</a:t>
            </a:r>
          </a:p>
          <a:p>
            <a:pPr algn="l" marL="0" indent="0" lvl="0">
              <a:lnSpc>
                <a:spcPts val="40176"/>
              </a:lnSpc>
              <a:spcBef>
                <a:spcPct val="0"/>
              </a:spcBef>
            </a:pPr>
          </a:p>
        </p:txBody>
      </p:sp>
      <p:sp>
        <p:nvSpPr>
          <p:cNvPr name="TextBox 5" id="5"/>
          <p:cNvSpPr txBox="true"/>
          <p:nvPr/>
        </p:nvSpPr>
        <p:spPr>
          <a:xfrm rot="0">
            <a:off x="1685484" y="423341"/>
            <a:ext cx="9952701" cy="4968500"/>
          </a:xfrm>
          <a:prstGeom prst="rect">
            <a:avLst/>
          </a:prstGeom>
        </p:spPr>
        <p:txBody>
          <a:bodyPr anchor="t" rtlCol="false" tIns="0" lIns="0" bIns="0" rIns="0">
            <a:spAutoFit/>
          </a:bodyPr>
          <a:lstStyle/>
          <a:p>
            <a:pPr algn="l">
              <a:lnSpc>
                <a:spcPts val="40176"/>
              </a:lnSpc>
            </a:pPr>
            <a:r>
              <a:rPr lang="en-US" sz="28697" i="true" spc="-2554">
                <a:solidFill>
                  <a:srgbClr val="2C92D5"/>
                </a:solidFill>
                <a:latin typeface="Tex Gyre Termes Italics"/>
                <a:ea typeface="Tex Gyre Termes Italics"/>
                <a:cs typeface="Tex Gyre Termes Italics"/>
                <a:sym typeface="Tex Gyre Termes Italics"/>
              </a:rPr>
              <a:t>F&amp;P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26989" y="-1468306"/>
          <a:ext cx="15601950" cy="8924925"/>
        </p:xfrm>
        <a:graphic>
          <a:graphicData uri="http://schemas.openxmlformats.org/presentationml/2006/ole">
            <p:oleObj imgW="18719800" imgH="120396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273132" y="827201"/>
            <a:ext cx="9952701" cy="1257935"/>
          </a:xfrm>
          <a:prstGeom prst="rect">
            <a:avLst/>
          </a:prstGeom>
        </p:spPr>
        <p:txBody>
          <a:bodyPr anchor="t" rtlCol="false" tIns="0" lIns="0" bIns="0" rIns="0">
            <a:spAutoFit/>
          </a:bodyPr>
          <a:lstStyle/>
          <a:p>
            <a:pPr algn="l">
              <a:lnSpc>
                <a:spcPts val="5040"/>
              </a:lnSpc>
            </a:pPr>
            <a:r>
              <a:rPr lang="en-US" sz="3600" i="true" spc="-320">
                <a:solidFill>
                  <a:srgbClr val="2C92D5"/>
                </a:solidFill>
                <a:latin typeface="Tex Gyre Termes Italics"/>
                <a:ea typeface="Tex Gyre Termes Italics"/>
                <a:cs typeface="Tex Gyre Termes Italics"/>
                <a:sym typeface="Tex Gyre Termes Italics"/>
              </a:rPr>
              <a:t>Highlight your requirement</a:t>
            </a:r>
          </a:p>
          <a:p>
            <a:pPr algn="l">
              <a:lnSpc>
                <a:spcPts val="5040"/>
              </a:lnSpc>
            </a:pPr>
          </a:p>
        </p:txBody>
      </p:sp>
      <p:grpSp>
        <p:nvGrpSpPr>
          <p:cNvPr name="Group 4" id="4"/>
          <p:cNvGrpSpPr/>
          <p:nvPr/>
        </p:nvGrpSpPr>
        <p:grpSpPr>
          <a:xfrm rot="0">
            <a:off x="8884159" y="255039"/>
            <a:ext cx="773661" cy="77366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1027175" y="255039"/>
            <a:ext cx="773661" cy="77366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2000861" y="255039"/>
            <a:ext cx="773661" cy="77366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9861336" y="942136"/>
            <a:ext cx="962323" cy="547370"/>
          </a:xfrm>
          <a:prstGeom prst="rect">
            <a:avLst/>
          </a:prstGeom>
        </p:spPr>
        <p:txBody>
          <a:bodyPr anchor="t" rtlCol="false" tIns="0" lIns="0" bIns="0" rIns="0">
            <a:spAutoFit/>
          </a:bodyPr>
          <a:lstStyle/>
          <a:p>
            <a:pPr algn="ctr">
              <a:lnSpc>
                <a:spcPts val="4480"/>
              </a:lnSpc>
              <a:spcBef>
                <a:spcPct val="0"/>
              </a:spcBef>
            </a:pPr>
            <a:r>
              <a:rPr lang="en-US" sz="3200">
                <a:solidFill>
                  <a:srgbClr val="2C92D5"/>
                </a:solidFill>
                <a:latin typeface="Tex Gyre Termes"/>
                <a:ea typeface="Tex Gyre Termes"/>
                <a:cs typeface="Tex Gyre Termes"/>
                <a:sym typeface="Tex Gyre Termes"/>
              </a:rPr>
              <a:t>Vince</a:t>
            </a:r>
          </a:p>
        </p:txBody>
      </p:sp>
      <p:grpSp>
        <p:nvGrpSpPr>
          <p:cNvPr name="Group 14" id="14"/>
          <p:cNvGrpSpPr/>
          <p:nvPr/>
        </p:nvGrpSpPr>
        <p:grpSpPr>
          <a:xfrm rot="0">
            <a:off x="9958239" y="255039"/>
            <a:ext cx="773661" cy="77366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FF3B"/>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2115161" y="942136"/>
            <a:ext cx="578743" cy="547370"/>
          </a:xfrm>
          <a:prstGeom prst="rect">
            <a:avLst/>
          </a:prstGeom>
        </p:spPr>
        <p:txBody>
          <a:bodyPr anchor="t" rtlCol="false" tIns="0" lIns="0" bIns="0" rIns="0">
            <a:spAutoFit/>
          </a:bodyPr>
          <a:lstStyle/>
          <a:p>
            <a:pPr algn="ctr">
              <a:lnSpc>
                <a:spcPts val="4480"/>
              </a:lnSpc>
              <a:spcBef>
                <a:spcPct val="0"/>
              </a:spcBef>
            </a:pPr>
            <a:r>
              <a:rPr lang="en-US" sz="3200">
                <a:solidFill>
                  <a:srgbClr val="2C92D5"/>
                </a:solidFill>
                <a:latin typeface="Tex Gyre Termes"/>
                <a:ea typeface="Tex Gyre Termes"/>
                <a:cs typeface="Tex Gyre Termes"/>
                <a:sym typeface="Tex Gyre Termes"/>
              </a:rPr>
              <a:t>Vic</a:t>
            </a:r>
          </a:p>
        </p:txBody>
      </p:sp>
      <p:sp>
        <p:nvSpPr>
          <p:cNvPr name="TextBox 18" id="18"/>
          <p:cNvSpPr txBox="true"/>
          <p:nvPr/>
        </p:nvSpPr>
        <p:spPr>
          <a:xfrm rot="0">
            <a:off x="9094453" y="942136"/>
            <a:ext cx="541734" cy="547370"/>
          </a:xfrm>
          <a:prstGeom prst="rect">
            <a:avLst/>
          </a:prstGeom>
        </p:spPr>
        <p:txBody>
          <a:bodyPr anchor="t" rtlCol="false" tIns="0" lIns="0" bIns="0" rIns="0">
            <a:spAutoFit/>
          </a:bodyPr>
          <a:lstStyle/>
          <a:p>
            <a:pPr algn="ctr">
              <a:lnSpc>
                <a:spcPts val="4480"/>
              </a:lnSpc>
              <a:spcBef>
                <a:spcPct val="0"/>
              </a:spcBef>
            </a:pPr>
            <a:r>
              <a:rPr lang="en-US" sz="3200">
                <a:solidFill>
                  <a:srgbClr val="2C92D5"/>
                </a:solidFill>
                <a:latin typeface="Tex Gyre Termes"/>
                <a:ea typeface="Tex Gyre Termes"/>
                <a:cs typeface="Tex Gyre Termes"/>
                <a:sym typeface="Tex Gyre Termes"/>
              </a:rPr>
              <a:t>Joe</a:t>
            </a:r>
          </a:p>
        </p:txBody>
      </p:sp>
      <p:sp>
        <p:nvSpPr>
          <p:cNvPr name="TextBox 19" id="19"/>
          <p:cNvSpPr txBox="true"/>
          <p:nvPr/>
        </p:nvSpPr>
        <p:spPr>
          <a:xfrm rot="0">
            <a:off x="11027175" y="942136"/>
            <a:ext cx="790079" cy="547370"/>
          </a:xfrm>
          <a:prstGeom prst="rect">
            <a:avLst/>
          </a:prstGeom>
        </p:spPr>
        <p:txBody>
          <a:bodyPr anchor="t" rtlCol="false" tIns="0" lIns="0" bIns="0" rIns="0">
            <a:spAutoFit/>
          </a:bodyPr>
          <a:lstStyle/>
          <a:p>
            <a:pPr algn="ctr">
              <a:lnSpc>
                <a:spcPts val="4480"/>
              </a:lnSpc>
              <a:spcBef>
                <a:spcPct val="0"/>
              </a:spcBef>
            </a:pPr>
            <a:r>
              <a:rPr lang="en-US" sz="3200">
                <a:solidFill>
                  <a:srgbClr val="2C92D5"/>
                </a:solidFill>
                <a:latin typeface="Tex Gyre Termes"/>
                <a:ea typeface="Tex Gyre Termes"/>
                <a:cs typeface="Tex Gyre Termes"/>
                <a:sym typeface="Tex Gyre Termes"/>
              </a:rPr>
              <a:t>Isma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graphicFrame>
        <p:nvGraphicFramePr>
          <p:cNvPr name="Object 2" id="2"/>
          <p:cNvGraphicFramePr/>
          <p:nvPr/>
        </p:nvGraphicFramePr>
        <p:xfrm>
          <a:off x="217786" y="457350"/>
          <a:ext cx="15601950" cy="5448300"/>
        </p:xfrm>
        <a:graphic>
          <a:graphicData uri="http://schemas.openxmlformats.org/presentationml/2006/ole">
            <p:oleObj imgW="18719800" imgH="8572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607727" y="-4183701"/>
            <a:ext cx="13720115" cy="14158374"/>
          </a:xfrm>
          <a:custGeom>
            <a:avLst/>
            <a:gdLst/>
            <a:ahLst/>
            <a:cxnLst/>
            <a:rect r="r" b="b" t="t" l="l"/>
            <a:pathLst>
              <a:path h="14158374" w="13720115">
                <a:moveTo>
                  <a:pt x="0" y="0"/>
                </a:moveTo>
                <a:lnTo>
                  <a:pt x="13720116" y="0"/>
                </a:lnTo>
                <a:lnTo>
                  <a:pt x="13720116" y="14158374"/>
                </a:lnTo>
                <a:lnTo>
                  <a:pt x="0" y="14158374"/>
                </a:lnTo>
                <a:lnTo>
                  <a:pt x="0" y="0"/>
                </a:lnTo>
                <a:close/>
              </a:path>
            </a:pathLst>
          </a:custGeom>
          <a:blipFill>
            <a:blip r:embed="rId2">
              <a:alphaModFix amt="42000"/>
            </a:blip>
            <a:stretch>
              <a:fillRect l="-129" t="0" r="-129" b="-678"/>
            </a:stretch>
          </a:blipFill>
        </p:spPr>
      </p:sp>
      <p:grpSp>
        <p:nvGrpSpPr>
          <p:cNvPr name="Group 4" id="4"/>
          <p:cNvGrpSpPr/>
          <p:nvPr/>
        </p:nvGrpSpPr>
        <p:grpSpPr>
          <a:xfrm rot="0">
            <a:off x="15621059" y="255039"/>
            <a:ext cx="1856467" cy="185646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FF3B"/>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a:t>
            </a:r>
          </a:p>
          <a:p>
            <a:pPr algn="l">
              <a:lnSpc>
                <a:spcPts val="4480"/>
              </a:lnSpc>
            </a:pPr>
          </a:p>
        </p:txBody>
      </p:sp>
      <p:grpSp>
        <p:nvGrpSpPr>
          <p:cNvPr name="Group 8" id="8"/>
          <p:cNvGrpSpPr/>
          <p:nvPr/>
        </p:nvGrpSpPr>
        <p:grpSpPr>
          <a:xfrm rot="0">
            <a:off x="5901743" y="8145439"/>
            <a:ext cx="560252" cy="866415"/>
            <a:chOff x="0" y="0"/>
            <a:chExt cx="147556" cy="228192"/>
          </a:xfrm>
        </p:grpSpPr>
        <p:sp>
          <p:nvSpPr>
            <p:cNvPr name="Freeform 9" id="9"/>
            <p:cNvSpPr/>
            <p:nvPr/>
          </p:nvSpPr>
          <p:spPr>
            <a:xfrm flipH="false" flipV="false" rot="0">
              <a:off x="0" y="0"/>
              <a:ext cx="147556" cy="228192"/>
            </a:xfrm>
            <a:custGeom>
              <a:avLst/>
              <a:gdLst/>
              <a:ahLst/>
              <a:cxnLst/>
              <a:rect r="r" b="b" t="t" l="l"/>
              <a:pathLst>
                <a:path h="228192" w="147556">
                  <a:moveTo>
                    <a:pt x="73778" y="0"/>
                  </a:moveTo>
                  <a:lnTo>
                    <a:pt x="73778" y="0"/>
                  </a:lnTo>
                  <a:cubicBezTo>
                    <a:pt x="93345" y="0"/>
                    <a:pt x="112111" y="7773"/>
                    <a:pt x="125947" y="21609"/>
                  </a:cubicBezTo>
                  <a:cubicBezTo>
                    <a:pt x="139783" y="35445"/>
                    <a:pt x="147556" y="54211"/>
                    <a:pt x="147556" y="73778"/>
                  </a:cubicBezTo>
                  <a:lnTo>
                    <a:pt x="147556" y="154414"/>
                  </a:lnTo>
                  <a:cubicBezTo>
                    <a:pt x="147556" y="173981"/>
                    <a:pt x="139783" y="192747"/>
                    <a:pt x="125947" y="206583"/>
                  </a:cubicBezTo>
                  <a:cubicBezTo>
                    <a:pt x="112111" y="220419"/>
                    <a:pt x="93345" y="228192"/>
                    <a:pt x="73778" y="228192"/>
                  </a:cubicBezTo>
                  <a:lnTo>
                    <a:pt x="73778" y="228192"/>
                  </a:lnTo>
                  <a:cubicBezTo>
                    <a:pt x="54211" y="228192"/>
                    <a:pt x="35445" y="220419"/>
                    <a:pt x="21609" y="206583"/>
                  </a:cubicBezTo>
                  <a:cubicBezTo>
                    <a:pt x="7773" y="192747"/>
                    <a:pt x="0" y="173981"/>
                    <a:pt x="0" y="154414"/>
                  </a:cubicBezTo>
                  <a:lnTo>
                    <a:pt x="0" y="73778"/>
                  </a:lnTo>
                  <a:cubicBezTo>
                    <a:pt x="0" y="54211"/>
                    <a:pt x="7773" y="35445"/>
                    <a:pt x="21609" y="21609"/>
                  </a:cubicBezTo>
                  <a:cubicBezTo>
                    <a:pt x="35445" y="7773"/>
                    <a:pt x="54211" y="0"/>
                    <a:pt x="73778" y="0"/>
                  </a:cubicBezTo>
                  <a:close/>
                </a:path>
              </a:pathLst>
            </a:custGeom>
            <a:solidFill>
              <a:srgbClr val="8C8C8C"/>
            </a:solidFill>
          </p:spPr>
        </p:sp>
        <p:sp>
          <p:nvSpPr>
            <p:cNvPr name="TextBox 10" id="10"/>
            <p:cNvSpPr txBox="true"/>
            <p:nvPr/>
          </p:nvSpPr>
          <p:spPr>
            <a:xfrm>
              <a:off x="0" y="-38100"/>
              <a:ext cx="147556" cy="26629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5136335" y="7035596"/>
            <a:ext cx="4479143" cy="1543050"/>
            <a:chOff x="0" y="0"/>
            <a:chExt cx="1179692" cy="406400"/>
          </a:xfrm>
        </p:grpSpPr>
        <p:sp>
          <p:nvSpPr>
            <p:cNvPr name="Freeform 12" id="12"/>
            <p:cNvSpPr/>
            <p:nvPr/>
          </p:nvSpPr>
          <p:spPr>
            <a:xfrm flipH="false" flipV="false" rot="0">
              <a:off x="0" y="0"/>
              <a:ext cx="1179692" cy="406400"/>
            </a:xfrm>
            <a:custGeom>
              <a:avLst/>
              <a:gdLst/>
              <a:ahLst/>
              <a:cxnLst/>
              <a:rect r="r" b="b" t="t" l="l"/>
              <a:pathLst>
                <a:path h="406400" w="1179692">
                  <a:moveTo>
                    <a:pt x="976492" y="0"/>
                  </a:moveTo>
                  <a:cubicBezTo>
                    <a:pt x="1088716" y="0"/>
                    <a:pt x="1179692" y="90976"/>
                    <a:pt x="1179692" y="203200"/>
                  </a:cubicBezTo>
                  <a:cubicBezTo>
                    <a:pt x="1179692" y="315424"/>
                    <a:pt x="1088716" y="406400"/>
                    <a:pt x="976492" y="406400"/>
                  </a:cubicBezTo>
                  <a:lnTo>
                    <a:pt x="203200" y="406400"/>
                  </a:lnTo>
                  <a:cubicBezTo>
                    <a:pt x="90976" y="406400"/>
                    <a:pt x="0" y="315424"/>
                    <a:pt x="0" y="203200"/>
                  </a:cubicBezTo>
                  <a:cubicBezTo>
                    <a:pt x="0" y="90976"/>
                    <a:pt x="90976" y="0"/>
                    <a:pt x="203200" y="0"/>
                  </a:cubicBezTo>
                  <a:close/>
                </a:path>
              </a:pathLst>
            </a:custGeom>
            <a:solidFill>
              <a:srgbClr val="D9D9D9"/>
            </a:solidFill>
          </p:spPr>
        </p:sp>
        <p:sp>
          <p:nvSpPr>
            <p:cNvPr name="TextBox 13" id="13"/>
            <p:cNvSpPr txBox="true"/>
            <p:nvPr/>
          </p:nvSpPr>
          <p:spPr>
            <a:xfrm>
              <a:off x="0" y="-28575"/>
              <a:ext cx="1179692" cy="434975"/>
            </a:xfrm>
            <a:prstGeom prst="rect">
              <a:avLst/>
            </a:prstGeom>
          </p:spPr>
          <p:txBody>
            <a:bodyPr anchor="ctr" rtlCol="false" tIns="50800" lIns="50800" bIns="50800" rIns="50800"/>
            <a:lstStyle/>
            <a:p>
              <a:pPr algn="ctr">
                <a:lnSpc>
                  <a:spcPts val="2659"/>
                </a:lnSpc>
              </a:pPr>
              <a:r>
                <a:rPr lang="en-US" sz="1899">
                  <a:solidFill>
                    <a:srgbClr val="000000"/>
                  </a:solidFill>
                  <a:latin typeface="Tex Gyre Termes"/>
                  <a:ea typeface="Tex Gyre Termes"/>
                  <a:cs typeface="Tex Gyre Termes"/>
                  <a:sym typeface="Tex Gyre Termes"/>
                </a:rPr>
                <a:t> Tank (1.25L)</a:t>
              </a:r>
            </a:p>
          </p:txBody>
        </p:sp>
      </p:grpSp>
      <p:grpSp>
        <p:nvGrpSpPr>
          <p:cNvPr name="Group 14" id="14"/>
          <p:cNvGrpSpPr/>
          <p:nvPr/>
        </p:nvGrpSpPr>
        <p:grpSpPr>
          <a:xfrm rot="0">
            <a:off x="9420634" y="5412105"/>
            <a:ext cx="2777490" cy="2074545"/>
            <a:chOff x="0" y="0"/>
            <a:chExt cx="3703320" cy="2766060"/>
          </a:xfrm>
        </p:grpSpPr>
        <p:sp>
          <p:nvSpPr>
            <p:cNvPr name="Freeform 15" id="15"/>
            <p:cNvSpPr/>
            <p:nvPr/>
          </p:nvSpPr>
          <p:spPr>
            <a:xfrm flipH="false" flipV="false" rot="0">
              <a:off x="46990" y="48260"/>
              <a:ext cx="3606800" cy="2673350"/>
            </a:xfrm>
            <a:custGeom>
              <a:avLst/>
              <a:gdLst/>
              <a:ahLst/>
              <a:cxnLst/>
              <a:rect r="r" b="b" t="t" l="l"/>
              <a:pathLst>
                <a:path h="2673350" w="3606800">
                  <a:moveTo>
                    <a:pt x="93980" y="2481580"/>
                  </a:moveTo>
                  <a:cubicBezTo>
                    <a:pt x="327660" y="2473960"/>
                    <a:pt x="420370" y="2454910"/>
                    <a:pt x="478790" y="2442210"/>
                  </a:cubicBezTo>
                  <a:cubicBezTo>
                    <a:pt x="518160" y="2433320"/>
                    <a:pt x="539750" y="2430780"/>
                    <a:pt x="577850" y="2416810"/>
                  </a:cubicBezTo>
                  <a:cubicBezTo>
                    <a:pt x="631190" y="2399030"/>
                    <a:pt x="722630" y="2367280"/>
                    <a:pt x="768350" y="2331720"/>
                  </a:cubicBezTo>
                  <a:cubicBezTo>
                    <a:pt x="801370" y="2305050"/>
                    <a:pt x="825500" y="2273300"/>
                    <a:pt x="838200" y="2240280"/>
                  </a:cubicBezTo>
                  <a:cubicBezTo>
                    <a:pt x="850900" y="2208530"/>
                    <a:pt x="847090" y="2181860"/>
                    <a:pt x="849630" y="2138680"/>
                  </a:cubicBezTo>
                  <a:cubicBezTo>
                    <a:pt x="853440" y="2065020"/>
                    <a:pt x="869950" y="1905000"/>
                    <a:pt x="849630" y="1840230"/>
                  </a:cubicBezTo>
                  <a:cubicBezTo>
                    <a:pt x="838200" y="1804670"/>
                    <a:pt x="810260" y="1794510"/>
                    <a:pt x="797560" y="1765300"/>
                  </a:cubicBezTo>
                  <a:cubicBezTo>
                    <a:pt x="783590" y="1733550"/>
                    <a:pt x="777240" y="1691640"/>
                    <a:pt x="772160" y="1654810"/>
                  </a:cubicBezTo>
                  <a:cubicBezTo>
                    <a:pt x="767080" y="1619250"/>
                    <a:pt x="763270" y="1586230"/>
                    <a:pt x="765810" y="1548130"/>
                  </a:cubicBezTo>
                  <a:cubicBezTo>
                    <a:pt x="768350" y="1506220"/>
                    <a:pt x="775970" y="1452880"/>
                    <a:pt x="789940" y="1414780"/>
                  </a:cubicBezTo>
                  <a:cubicBezTo>
                    <a:pt x="802640" y="1381760"/>
                    <a:pt x="820420" y="1356360"/>
                    <a:pt x="842010" y="1329690"/>
                  </a:cubicBezTo>
                  <a:cubicBezTo>
                    <a:pt x="864870" y="1301750"/>
                    <a:pt x="891540" y="1277620"/>
                    <a:pt x="925830" y="1249680"/>
                  </a:cubicBezTo>
                  <a:cubicBezTo>
                    <a:pt x="970280" y="1211580"/>
                    <a:pt x="1038860" y="1158240"/>
                    <a:pt x="1088390" y="1131570"/>
                  </a:cubicBezTo>
                  <a:cubicBezTo>
                    <a:pt x="1125220" y="1111250"/>
                    <a:pt x="1148080" y="1103630"/>
                    <a:pt x="1188720" y="1090930"/>
                  </a:cubicBezTo>
                  <a:cubicBezTo>
                    <a:pt x="1247140" y="1073150"/>
                    <a:pt x="1336040" y="1052830"/>
                    <a:pt x="1409700" y="1042670"/>
                  </a:cubicBezTo>
                  <a:cubicBezTo>
                    <a:pt x="1482090" y="1031240"/>
                    <a:pt x="1537970" y="1029970"/>
                    <a:pt x="1626870" y="1026160"/>
                  </a:cubicBezTo>
                  <a:cubicBezTo>
                    <a:pt x="1766570" y="1021080"/>
                    <a:pt x="2032000" y="1004570"/>
                    <a:pt x="2165350" y="1022350"/>
                  </a:cubicBezTo>
                  <a:cubicBezTo>
                    <a:pt x="2247900" y="1033780"/>
                    <a:pt x="2311400" y="1052830"/>
                    <a:pt x="2359660" y="1076960"/>
                  </a:cubicBezTo>
                  <a:cubicBezTo>
                    <a:pt x="2392680" y="1094740"/>
                    <a:pt x="2413000" y="1113790"/>
                    <a:pt x="2434590" y="1137920"/>
                  </a:cubicBezTo>
                  <a:cubicBezTo>
                    <a:pt x="2457450" y="1162050"/>
                    <a:pt x="2477770" y="1183640"/>
                    <a:pt x="2495550" y="1220470"/>
                  </a:cubicBezTo>
                  <a:cubicBezTo>
                    <a:pt x="2522220" y="1275080"/>
                    <a:pt x="2518410" y="1402080"/>
                    <a:pt x="2557780" y="1446530"/>
                  </a:cubicBezTo>
                  <a:cubicBezTo>
                    <a:pt x="2585720" y="1477010"/>
                    <a:pt x="2635250" y="1488440"/>
                    <a:pt x="2670810" y="1490980"/>
                  </a:cubicBezTo>
                  <a:cubicBezTo>
                    <a:pt x="2701290" y="1493520"/>
                    <a:pt x="2726690" y="1473200"/>
                    <a:pt x="2757170" y="1468120"/>
                  </a:cubicBezTo>
                  <a:cubicBezTo>
                    <a:pt x="2791460" y="1464310"/>
                    <a:pt x="2824480" y="1477010"/>
                    <a:pt x="2866390" y="1469390"/>
                  </a:cubicBezTo>
                  <a:cubicBezTo>
                    <a:pt x="2927350" y="1456690"/>
                    <a:pt x="3030220" y="1428750"/>
                    <a:pt x="3083560" y="1379220"/>
                  </a:cubicBezTo>
                  <a:cubicBezTo>
                    <a:pt x="3135630" y="1332230"/>
                    <a:pt x="3155950" y="1258570"/>
                    <a:pt x="3185160" y="1182370"/>
                  </a:cubicBezTo>
                  <a:cubicBezTo>
                    <a:pt x="3223260" y="1088390"/>
                    <a:pt x="3267710" y="932180"/>
                    <a:pt x="3279140" y="854710"/>
                  </a:cubicBezTo>
                  <a:cubicBezTo>
                    <a:pt x="3285490" y="812800"/>
                    <a:pt x="3290570" y="786130"/>
                    <a:pt x="3280410" y="758190"/>
                  </a:cubicBezTo>
                  <a:cubicBezTo>
                    <a:pt x="3268980" y="731520"/>
                    <a:pt x="3239770" y="713740"/>
                    <a:pt x="3214370" y="692150"/>
                  </a:cubicBezTo>
                  <a:cubicBezTo>
                    <a:pt x="3185160" y="669290"/>
                    <a:pt x="3150870" y="643890"/>
                    <a:pt x="3112770" y="627380"/>
                  </a:cubicBezTo>
                  <a:cubicBezTo>
                    <a:pt x="3068320" y="609600"/>
                    <a:pt x="3008630" y="596900"/>
                    <a:pt x="2962910" y="593090"/>
                  </a:cubicBezTo>
                  <a:cubicBezTo>
                    <a:pt x="2927350" y="589280"/>
                    <a:pt x="2899410" y="601980"/>
                    <a:pt x="2866390" y="595630"/>
                  </a:cubicBezTo>
                  <a:cubicBezTo>
                    <a:pt x="2829560" y="588010"/>
                    <a:pt x="2782570" y="570230"/>
                    <a:pt x="2753360" y="543560"/>
                  </a:cubicBezTo>
                  <a:cubicBezTo>
                    <a:pt x="2725420" y="516890"/>
                    <a:pt x="2705100" y="472440"/>
                    <a:pt x="2693670" y="438150"/>
                  </a:cubicBezTo>
                  <a:cubicBezTo>
                    <a:pt x="2683510" y="407670"/>
                    <a:pt x="2680970" y="379730"/>
                    <a:pt x="2684780" y="346710"/>
                  </a:cubicBezTo>
                  <a:cubicBezTo>
                    <a:pt x="2689860" y="307340"/>
                    <a:pt x="2708910" y="251460"/>
                    <a:pt x="2731770" y="219710"/>
                  </a:cubicBezTo>
                  <a:cubicBezTo>
                    <a:pt x="2749550" y="194310"/>
                    <a:pt x="2771140" y="182880"/>
                    <a:pt x="2801620" y="163830"/>
                  </a:cubicBezTo>
                  <a:cubicBezTo>
                    <a:pt x="2848610" y="135890"/>
                    <a:pt x="2934970" y="97790"/>
                    <a:pt x="2988310" y="81280"/>
                  </a:cubicBezTo>
                  <a:cubicBezTo>
                    <a:pt x="3023870" y="69850"/>
                    <a:pt x="3040380" y="69850"/>
                    <a:pt x="3082290" y="63500"/>
                  </a:cubicBezTo>
                  <a:cubicBezTo>
                    <a:pt x="3159760" y="52070"/>
                    <a:pt x="3340100" y="41910"/>
                    <a:pt x="3420110" y="29210"/>
                  </a:cubicBezTo>
                  <a:cubicBezTo>
                    <a:pt x="3465830" y="21590"/>
                    <a:pt x="3496310" y="0"/>
                    <a:pt x="3524250" y="5080"/>
                  </a:cubicBezTo>
                  <a:cubicBezTo>
                    <a:pt x="3547110" y="7620"/>
                    <a:pt x="3567430" y="22860"/>
                    <a:pt x="3580130" y="38100"/>
                  </a:cubicBezTo>
                  <a:cubicBezTo>
                    <a:pt x="3594100" y="53340"/>
                    <a:pt x="3602990" y="77470"/>
                    <a:pt x="3604260" y="97790"/>
                  </a:cubicBezTo>
                  <a:cubicBezTo>
                    <a:pt x="3605530" y="118110"/>
                    <a:pt x="3599180" y="143510"/>
                    <a:pt x="3587750" y="160020"/>
                  </a:cubicBezTo>
                  <a:cubicBezTo>
                    <a:pt x="3576320" y="177800"/>
                    <a:pt x="3554730" y="193040"/>
                    <a:pt x="3535680" y="200660"/>
                  </a:cubicBezTo>
                  <a:cubicBezTo>
                    <a:pt x="3516630" y="207010"/>
                    <a:pt x="3487420" y="204470"/>
                    <a:pt x="3470910" y="200660"/>
                  </a:cubicBezTo>
                  <a:cubicBezTo>
                    <a:pt x="3459480" y="196850"/>
                    <a:pt x="3451860" y="193040"/>
                    <a:pt x="3441700" y="185420"/>
                  </a:cubicBezTo>
                  <a:cubicBezTo>
                    <a:pt x="3429000" y="173990"/>
                    <a:pt x="3411220" y="151130"/>
                    <a:pt x="3404870" y="132080"/>
                  </a:cubicBezTo>
                  <a:cubicBezTo>
                    <a:pt x="3399790" y="111760"/>
                    <a:pt x="3403600" y="83820"/>
                    <a:pt x="3408680" y="67310"/>
                  </a:cubicBezTo>
                  <a:cubicBezTo>
                    <a:pt x="3412490" y="54610"/>
                    <a:pt x="3418840" y="46990"/>
                    <a:pt x="3425190" y="38100"/>
                  </a:cubicBezTo>
                  <a:cubicBezTo>
                    <a:pt x="3432810" y="30480"/>
                    <a:pt x="3439160" y="22860"/>
                    <a:pt x="3450590" y="17780"/>
                  </a:cubicBezTo>
                  <a:cubicBezTo>
                    <a:pt x="3465830" y="8890"/>
                    <a:pt x="3493770" y="1270"/>
                    <a:pt x="3514090" y="2540"/>
                  </a:cubicBezTo>
                  <a:cubicBezTo>
                    <a:pt x="3534410" y="5080"/>
                    <a:pt x="3557270" y="15240"/>
                    <a:pt x="3572510" y="30480"/>
                  </a:cubicBezTo>
                  <a:cubicBezTo>
                    <a:pt x="3587750" y="44450"/>
                    <a:pt x="3599180" y="67310"/>
                    <a:pt x="3602990" y="87630"/>
                  </a:cubicBezTo>
                  <a:cubicBezTo>
                    <a:pt x="3606800" y="106680"/>
                    <a:pt x="3602990" y="133350"/>
                    <a:pt x="3592830" y="151130"/>
                  </a:cubicBezTo>
                  <a:cubicBezTo>
                    <a:pt x="3583940" y="168910"/>
                    <a:pt x="3561080" y="186690"/>
                    <a:pt x="3545840" y="195580"/>
                  </a:cubicBezTo>
                  <a:cubicBezTo>
                    <a:pt x="3535680" y="201930"/>
                    <a:pt x="3519170" y="208280"/>
                    <a:pt x="3514090" y="204470"/>
                  </a:cubicBezTo>
                  <a:cubicBezTo>
                    <a:pt x="3511550" y="203200"/>
                    <a:pt x="3516630" y="195580"/>
                    <a:pt x="3512820" y="193040"/>
                  </a:cubicBezTo>
                  <a:cubicBezTo>
                    <a:pt x="3497580" y="181610"/>
                    <a:pt x="3374390" y="236220"/>
                    <a:pt x="3302000" y="248920"/>
                  </a:cubicBezTo>
                  <a:cubicBezTo>
                    <a:pt x="3227070" y="262890"/>
                    <a:pt x="3134360" y="256540"/>
                    <a:pt x="3073400" y="270510"/>
                  </a:cubicBezTo>
                  <a:cubicBezTo>
                    <a:pt x="3031490" y="280670"/>
                    <a:pt x="2997200" y="290830"/>
                    <a:pt x="2970530" y="312420"/>
                  </a:cubicBezTo>
                  <a:cubicBezTo>
                    <a:pt x="2945130" y="331470"/>
                    <a:pt x="2908300" y="370840"/>
                    <a:pt x="2915920" y="388620"/>
                  </a:cubicBezTo>
                  <a:cubicBezTo>
                    <a:pt x="2926080" y="412750"/>
                    <a:pt x="3050540" y="396240"/>
                    <a:pt x="3105150" y="411480"/>
                  </a:cubicBezTo>
                  <a:cubicBezTo>
                    <a:pt x="3152140" y="422910"/>
                    <a:pt x="3188970" y="439420"/>
                    <a:pt x="3227070" y="462280"/>
                  </a:cubicBezTo>
                  <a:cubicBezTo>
                    <a:pt x="3266440" y="483870"/>
                    <a:pt x="3303270" y="514350"/>
                    <a:pt x="3337560" y="544830"/>
                  </a:cubicBezTo>
                  <a:cubicBezTo>
                    <a:pt x="3371850" y="575310"/>
                    <a:pt x="3407410" y="610870"/>
                    <a:pt x="3431540" y="646430"/>
                  </a:cubicBezTo>
                  <a:cubicBezTo>
                    <a:pt x="3453130" y="678180"/>
                    <a:pt x="3473450" y="711200"/>
                    <a:pt x="3481070" y="745490"/>
                  </a:cubicBezTo>
                  <a:cubicBezTo>
                    <a:pt x="3488690" y="779780"/>
                    <a:pt x="3484880" y="810260"/>
                    <a:pt x="3481070" y="850900"/>
                  </a:cubicBezTo>
                  <a:cubicBezTo>
                    <a:pt x="3474720" y="910590"/>
                    <a:pt x="3455670" y="993140"/>
                    <a:pt x="3435350" y="1068070"/>
                  </a:cubicBezTo>
                  <a:cubicBezTo>
                    <a:pt x="3412490" y="1149350"/>
                    <a:pt x="3384550" y="1243330"/>
                    <a:pt x="3348990" y="1322070"/>
                  </a:cubicBezTo>
                  <a:cubicBezTo>
                    <a:pt x="3315970" y="1393190"/>
                    <a:pt x="3274060" y="1474470"/>
                    <a:pt x="3234690" y="1517650"/>
                  </a:cubicBezTo>
                  <a:cubicBezTo>
                    <a:pt x="3210560" y="1546860"/>
                    <a:pt x="3186430" y="1557020"/>
                    <a:pt x="3158490" y="1576070"/>
                  </a:cubicBezTo>
                  <a:cubicBezTo>
                    <a:pt x="3125470" y="1596390"/>
                    <a:pt x="3092450" y="1616710"/>
                    <a:pt x="3050540" y="1633220"/>
                  </a:cubicBezTo>
                  <a:cubicBezTo>
                    <a:pt x="2998470" y="1653540"/>
                    <a:pt x="2931160" y="1670050"/>
                    <a:pt x="2866390" y="1677670"/>
                  </a:cubicBezTo>
                  <a:cubicBezTo>
                    <a:pt x="2796540" y="1686560"/>
                    <a:pt x="2717800" y="1687830"/>
                    <a:pt x="2646680" y="1677670"/>
                  </a:cubicBezTo>
                  <a:cubicBezTo>
                    <a:pt x="2578100" y="1668780"/>
                    <a:pt x="2501900" y="1661160"/>
                    <a:pt x="2449830" y="1624330"/>
                  </a:cubicBezTo>
                  <a:cubicBezTo>
                    <a:pt x="2397760" y="1586230"/>
                    <a:pt x="2359660" y="1511300"/>
                    <a:pt x="2334260" y="1450340"/>
                  </a:cubicBezTo>
                  <a:cubicBezTo>
                    <a:pt x="2308860" y="1391920"/>
                    <a:pt x="2326640" y="1300480"/>
                    <a:pt x="2293620" y="1267460"/>
                  </a:cubicBezTo>
                  <a:cubicBezTo>
                    <a:pt x="2266950" y="1240790"/>
                    <a:pt x="2214880" y="1248410"/>
                    <a:pt x="2178050" y="1242060"/>
                  </a:cubicBezTo>
                  <a:cubicBezTo>
                    <a:pt x="2143760" y="1235710"/>
                    <a:pt x="2122170" y="1230630"/>
                    <a:pt x="2076450" y="1228090"/>
                  </a:cubicBezTo>
                  <a:cubicBezTo>
                    <a:pt x="1988820" y="1221740"/>
                    <a:pt x="1812290" y="1220470"/>
                    <a:pt x="1678940" y="1229360"/>
                  </a:cubicBezTo>
                  <a:cubicBezTo>
                    <a:pt x="1539240" y="1238250"/>
                    <a:pt x="1351280" y="1264920"/>
                    <a:pt x="1257300" y="1285240"/>
                  </a:cubicBezTo>
                  <a:cubicBezTo>
                    <a:pt x="1209040" y="1296670"/>
                    <a:pt x="1182370" y="1301750"/>
                    <a:pt x="1148080" y="1319530"/>
                  </a:cubicBezTo>
                  <a:cubicBezTo>
                    <a:pt x="1111250" y="1338580"/>
                    <a:pt x="1073150" y="1370330"/>
                    <a:pt x="1043940" y="1402080"/>
                  </a:cubicBezTo>
                  <a:cubicBezTo>
                    <a:pt x="1014730" y="1432560"/>
                    <a:pt x="986790" y="1471930"/>
                    <a:pt x="975360" y="1506220"/>
                  </a:cubicBezTo>
                  <a:cubicBezTo>
                    <a:pt x="965200" y="1536700"/>
                    <a:pt x="963930" y="1560830"/>
                    <a:pt x="969010" y="1597660"/>
                  </a:cubicBezTo>
                  <a:cubicBezTo>
                    <a:pt x="977900" y="1657350"/>
                    <a:pt x="1038860" y="1742440"/>
                    <a:pt x="1054100" y="1826260"/>
                  </a:cubicBezTo>
                  <a:cubicBezTo>
                    <a:pt x="1070610" y="1921510"/>
                    <a:pt x="1056640" y="2062480"/>
                    <a:pt x="1054100" y="2141220"/>
                  </a:cubicBezTo>
                  <a:cubicBezTo>
                    <a:pt x="1051560" y="2186940"/>
                    <a:pt x="1056640" y="2209800"/>
                    <a:pt x="1045210" y="2250440"/>
                  </a:cubicBezTo>
                  <a:cubicBezTo>
                    <a:pt x="1028700" y="2305050"/>
                    <a:pt x="982980" y="2390140"/>
                    <a:pt x="946150" y="2433320"/>
                  </a:cubicBezTo>
                  <a:cubicBezTo>
                    <a:pt x="918210" y="2465070"/>
                    <a:pt x="894080" y="2479040"/>
                    <a:pt x="857250" y="2500630"/>
                  </a:cubicBezTo>
                  <a:cubicBezTo>
                    <a:pt x="803910" y="2529840"/>
                    <a:pt x="734060" y="2561590"/>
                    <a:pt x="654050" y="2586990"/>
                  </a:cubicBezTo>
                  <a:cubicBezTo>
                    <a:pt x="546100" y="2621280"/>
                    <a:pt x="364490" y="2656840"/>
                    <a:pt x="260350" y="2667000"/>
                  </a:cubicBezTo>
                  <a:cubicBezTo>
                    <a:pt x="193040" y="2673350"/>
                    <a:pt x="135890" y="2673350"/>
                    <a:pt x="93980" y="2665730"/>
                  </a:cubicBezTo>
                  <a:cubicBezTo>
                    <a:pt x="68580" y="2660650"/>
                    <a:pt x="48260" y="2655570"/>
                    <a:pt x="33020" y="2642870"/>
                  </a:cubicBezTo>
                  <a:cubicBezTo>
                    <a:pt x="19050" y="2628900"/>
                    <a:pt x="6350" y="2603500"/>
                    <a:pt x="3810" y="2584450"/>
                  </a:cubicBezTo>
                  <a:cubicBezTo>
                    <a:pt x="0" y="2569210"/>
                    <a:pt x="3810" y="2553970"/>
                    <a:pt x="8890" y="2541270"/>
                  </a:cubicBezTo>
                  <a:cubicBezTo>
                    <a:pt x="13970" y="2527300"/>
                    <a:pt x="21590" y="2514600"/>
                    <a:pt x="33020" y="2504440"/>
                  </a:cubicBezTo>
                  <a:cubicBezTo>
                    <a:pt x="48260" y="2493010"/>
                    <a:pt x="93980" y="2481580"/>
                    <a:pt x="93980" y="2481580"/>
                  </a:cubicBezTo>
                </a:path>
              </a:pathLst>
            </a:custGeom>
            <a:solidFill>
              <a:srgbClr val="F8EE00"/>
            </a:solidFill>
            <a:ln cap="sq">
              <a:noFill/>
              <a:prstDash val="solid"/>
              <a:miter/>
            </a:ln>
          </p:spPr>
        </p:sp>
      </p:grpSp>
      <p:sp>
        <p:nvSpPr>
          <p:cNvPr name="TextBox 16" id="16"/>
          <p:cNvSpPr txBox="true"/>
          <p:nvPr/>
        </p:nvSpPr>
        <p:spPr>
          <a:xfrm rot="0">
            <a:off x="906235" y="2212502"/>
            <a:ext cx="14810584" cy="167132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The ROV will use a standalone ballast system to submerge and rise on the z-axis that will have a total volume of 1.25L. (multiple standalone ballast systems are allowed (ex: could have 1- 4 tanks each at 1.25L as long as they are all independent of one another))</a:t>
            </a:r>
          </a:p>
        </p:txBody>
      </p:sp>
      <p:sp>
        <p:nvSpPr>
          <p:cNvPr name="TextBox 17" id="17"/>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#1</a:t>
            </a:r>
          </a:p>
        </p:txBody>
      </p:sp>
      <p:sp>
        <p:nvSpPr>
          <p:cNvPr name="TextBox 18" id="18"/>
          <p:cNvSpPr txBox="true"/>
          <p:nvPr/>
        </p:nvSpPr>
        <p:spPr>
          <a:xfrm rot="0">
            <a:off x="1495901"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r>
              <a:rPr lang="en-US" b="true" sz="3200">
                <a:solidFill>
                  <a:srgbClr val="65BAFE"/>
                </a:solidFill>
                <a:latin typeface="Tex Gyre Termes Bold"/>
                <a:ea typeface="Tex Gyre Termes Bold"/>
                <a:cs typeface="Tex Gyre Termes Bold"/>
                <a:sym typeface="Tex Gyre Termes Bold"/>
              </a:rPr>
              <a:t>6.3.1</a:t>
            </a:r>
          </a:p>
        </p:txBody>
      </p:sp>
      <p:sp>
        <p:nvSpPr>
          <p:cNvPr name="TextBox 19" id="19"/>
          <p:cNvSpPr txBox="true"/>
          <p:nvPr/>
        </p:nvSpPr>
        <p:spPr>
          <a:xfrm rot="0">
            <a:off x="10311992" y="6582181"/>
            <a:ext cx="994775" cy="361566"/>
          </a:xfrm>
          <a:prstGeom prst="rect">
            <a:avLst/>
          </a:prstGeom>
        </p:spPr>
        <p:txBody>
          <a:bodyPr anchor="t" rtlCol="false" tIns="0" lIns="0" bIns="0" rIns="0">
            <a:spAutoFit/>
          </a:bodyPr>
          <a:lstStyle/>
          <a:p>
            <a:pPr algn="l">
              <a:lnSpc>
                <a:spcPts val="3014"/>
              </a:lnSpc>
              <a:spcBef>
                <a:spcPct val="0"/>
              </a:spcBef>
            </a:pPr>
            <a:r>
              <a:rPr lang="en-US" sz="2153">
                <a:solidFill>
                  <a:srgbClr val="000000"/>
                </a:solidFill>
                <a:latin typeface="Tex Gyre Termes"/>
                <a:ea typeface="Tex Gyre Termes"/>
                <a:cs typeface="Tex Gyre Termes"/>
                <a:sym typeface="Tex Gyre Termes"/>
              </a:rPr>
              <a:t>Air Hose</a:t>
            </a:r>
          </a:p>
        </p:txBody>
      </p:sp>
      <p:sp>
        <p:nvSpPr>
          <p:cNvPr name="TextBox 20" id="20"/>
          <p:cNvSpPr txBox="true"/>
          <p:nvPr/>
        </p:nvSpPr>
        <p:spPr>
          <a:xfrm rot="0">
            <a:off x="5533946" y="8983279"/>
            <a:ext cx="1295846" cy="338137"/>
          </a:xfrm>
          <a:prstGeom prst="rect">
            <a:avLst/>
          </a:prstGeom>
        </p:spPr>
        <p:txBody>
          <a:bodyPr anchor="t" rtlCol="false" tIns="0" lIns="0" bIns="0" rIns="0">
            <a:spAutoFit/>
          </a:bodyPr>
          <a:lstStyle/>
          <a:p>
            <a:pPr algn="ctr">
              <a:lnSpc>
                <a:spcPts val="2887"/>
              </a:lnSpc>
              <a:spcBef>
                <a:spcPct val="0"/>
              </a:spcBef>
            </a:pPr>
            <a:r>
              <a:rPr lang="en-US" sz="2062">
                <a:solidFill>
                  <a:srgbClr val="000000"/>
                </a:solidFill>
                <a:latin typeface="Tex Gyre Termes"/>
                <a:ea typeface="Tex Gyre Termes"/>
                <a:cs typeface="Tex Gyre Termes"/>
                <a:sym typeface="Tex Gyre Termes"/>
              </a:rPr>
              <a:t>Water Pump</a:t>
            </a:r>
          </a:p>
        </p:txBody>
      </p:sp>
      <p:grpSp>
        <p:nvGrpSpPr>
          <p:cNvPr name="Group 21" id="21"/>
          <p:cNvGrpSpPr/>
          <p:nvPr/>
        </p:nvGrpSpPr>
        <p:grpSpPr>
          <a:xfrm rot="0">
            <a:off x="4358964" y="6664212"/>
            <a:ext cx="691155" cy="2285820"/>
            <a:chOff x="0" y="0"/>
            <a:chExt cx="364065" cy="1204053"/>
          </a:xfrm>
        </p:grpSpPr>
        <p:sp>
          <p:nvSpPr>
            <p:cNvPr name="Freeform 22" id="22"/>
            <p:cNvSpPr/>
            <p:nvPr/>
          </p:nvSpPr>
          <p:spPr>
            <a:xfrm flipH="false" flipV="false" rot="0">
              <a:off x="0" y="0"/>
              <a:ext cx="364065" cy="1204053"/>
            </a:xfrm>
            <a:custGeom>
              <a:avLst/>
              <a:gdLst/>
              <a:ahLst/>
              <a:cxnLst/>
              <a:rect r="r" b="b" t="t" l="l"/>
              <a:pathLst>
                <a:path h="1204053" w="364065">
                  <a:moveTo>
                    <a:pt x="0" y="931003"/>
                  </a:moveTo>
                  <a:lnTo>
                    <a:pt x="182033" y="1204053"/>
                  </a:lnTo>
                  <a:lnTo>
                    <a:pt x="364065" y="931003"/>
                  </a:lnTo>
                  <a:lnTo>
                    <a:pt x="230715" y="931003"/>
                  </a:lnTo>
                  <a:lnTo>
                    <a:pt x="230715" y="273050"/>
                  </a:lnTo>
                  <a:lnTo>
                    <a:pt x="364065" y="273050"/>
                  </a:lnTo>
                  <a:lnTo>
                    <a:pt x="182033" y="0"/>
                  </a:lnTo>
                  <a:lnTo>
                    <a:pt x="0" y="273050"/>
                  </a:lnTo>
                  <a:lnTo>
                    <a:pt x="133350" y="273050"/>
                  </a:lnTo>
                  <a:lnTo>
                    <a:pt x="133350" y="931003"/>
                  </a:lnTo>
                  <a:lnTo>
                    <a:pt x="0" y="931003"/>
                  </a:lnTo>
                  <a:close/>
                </a:path>
              </a:pathLst>
            </a:custGeom>
            <a:solidFill>
              <a:srgbClr val="2C92D5"/>
            </a:solidFill>
          </p:spPr>
        </p:sp>
        <p:sp>
          <p:nvSpPr>
            <p:cNvPr name="TextBox 23" id="23"/>
            <p:cNvSpPr txBox="true"/>
            <p:nvPr/>
          </p:nvSpPr>
          <p:spPr>
            <a:xfrm>
              <a:off x="139700" y="63500"/>
              <a:ext cx="84665" cy="1038953"/>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8952018" y="8692839"/>
            <a:ext cx="6292455" cy="1209529"/>
          </a:xfrm>
          <a:prstGeom prst="rect">
            <a:avLst/>
          </a:prstGeom>
        </p:spPr>
        <p:txBody>
          <a:bodyPr anchor="t" rtlCol="false" tIns="0" lIns="0" bIns="0" rIns="0">
            <a:spAutoFit/>
          </a:bodyPr>
          <a:lstStyle/>
          <a:p>
            <a:pPr algn="ctr">
              <a:lnSpc>
                <a:spcPts val="3243"/>
              </a:lnSpc>
            </a:pPr>
            <a:r>
              <a:rPr lang="en-US" sz="2317">
                <a:solidFill>
                  <a:srgbClr val="FFFFFF"/>
                </a:solidFill>
                <a:latin typeface="Tex Gyre Termes"/>
                <a:ea typeface="Tex Gyre Termes"/>
                <a:cs typeface="Tex Gyre Termes"/>
                <a:sym typeface="Tex Gyre Termes"/>
              </a:rPr>
              <a:t>Notes:</a:t>
            </a:r>
          </a:p>
          <a:p>
            <a:pPr algn="ctr">
              <a:lnSpc>
                <a:spcPts val="3243"/>
              </a:lnSpc>
            </a:pPr>
            <a:r>
              <a:rPr lang="en-US" sz="2317">
                <a:solidFill>
                  <a:srgbClr val="FFFFFF"/>
                </a:solidFill>
                <a:latin typeface="Tex Gyre Termes"/>
                <a:ea typeface="Tex Gyre Termes"/>
                <a:cs typeface="Tex Gyre Termes"/>
                <a:sym typeface="Tex Gyre Termes"/>
              </a:rPr>
              <a:t>Pump set to intake and ac valve open = submerging</a:t>
            </a:r>
          </a:p>
          <a:p>
            <a:pPr algn="ctr">
              <a:lnSpc>
                <a:spcPts val="3243"/>
              </a:lnSpc>
              <a:spcBef>
                <a:spcPct val="0"/>
              </a:spcBef>
            </a:pPr>
            <a:r>
              <a:rPr lang="en-US" sz="2317">
                <a:solidFill>
                  <a:srgbClr val="FFFFFF"/>
                </a:solidFill>
                <a:latin typeface="Tex Gyre Termes"/>
                <a:ea typeface="Tex Gyre Termes"/>
                <a:cs typeface="Tex Gyre Termes"/>
                <a:sym typeface="Tex Gyre Termes"/>
              </a:rPr>
              <a:t>Pump set to output and ac valve closed = Rising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167132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If the spirit of the rules is interpreted that the ROV’s entire ballast systems be under 1.25L then using multiple smaller tanks tactfully placed within the ROV to allow even submersion and surfacing.</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#2</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FF3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6.3.1</a:t>
            </a:r>
          </a:p>
        </p:txBody>
      </p:sp>
      <p:grpSp>
        <p:nvGrpSpPr>
          <p:cNvPr name="Group 11" id="11"/>
          <p:cNvGrpSpPr/>
          <p:nvPr/>
        </p:nvGrpSpPr>
        <p:grpSpPr>
          <a:xfrm rot="0">
            <a:off x="6764415" y="8240530"/>
            <a:ext cx="1230750" cy="615375"/>
            <a:chOff x="0" y="0"/>
            <a:chExt cx="812800" cy="406400"/>
          </a:xfrm>
        </p:grpSpPr>
        <p:sp>
          <p:nvSpPr>
            <p:cNvPr name="Freeform 12" id="1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CFCFCF"/>
            </a:solidFill>
          </p:spPr>
        </p:sp>
        <p:sp>
          <p:nvSpPr>
            <p:cNvPr name="TextBox 13" id="13"/>
            <p:cNvSpPr txBox="true"/>
            <p:nvPr/>
          </p:nvSpPr>
          <p:spPr>
            <a:xfrm>
              <a:off x="0" y="-38100"/>
              <a:ext cx="812800" cy="444500"/>
            </a:xfrm>
            <a:prstGeom prst="rect">
              <a:avLst/>
            </a:prstGeom>
          </p:spPr>
          <p:txBody>
            <a:bodyPr anchor="ctr" rtlCol="false" tIns="50800" lIns="50800" bIns="50800" rIns="50800"/>
            <a:lstStyle/>
            <a:p>
              <a:pPr algn="ctr">
                <a:lnSpc>
                  <a:spcPts val="2659"/>
                </a:lnSpc>
              </a:pPr>
              <a:r>
                <a:rPr lang="en-US" sz="1899">
                  <a:solidFill>
                    <a:srgbClr val="000000"/>
                  </a:solidFill>
                  <a:latin typeface="Canva Sans"/>
                  <a:ea typeface="Canva Sans"/>
                  <a:cs typeface="Canva Sans"/>
                  <a:sym typeface="Canva Sans"/>
                </a:rPr>
                <a:t>.3L</a:t>
              </a:r>
            </a:p>
          </p:txBody>
        </p:sp>
      </p:grpSp>
      <p:grpSp>
        <p:nvGrpSpPr>
          <p:cNvPr name="Group 14" id="14"/>
          <p:cNvGrpSpPr/>
          <p:nvPr/>
        </p:nvGrpSpPr>
        <p:grpSpPr>
          <a:xfrm rot="0">
            <a:off x="5533665" y="8855905"/>
            <a:ext cx="1230750" cy="615375"/>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CFCFCF"/>
            </a:solidFill>
          </p:spPr>
        </p:sp>
        <p:sp>
          <p:nvSpPr>
            <p:cNvPr name="TextBox 16" id="16"/>
            <p:cNvSpPr txBox="true"/>
            <p:nvPr/>
          </p:nvSpPr>
          <p:spPr>
            <a:xfrm>
              <a:off x="0" y="-38100"/>
              <a:ext cx="812800" cy="444500"/>
            </a:xfrm>
            <a:prstGeom prst="rect">
              <a:avLst/>
            </a:prstGeom>
          </p:spPr>
          <p:txBody>
            <a:bodyPr anchor="ctr" rtlCol="false" tIns="50800" lIns="50800" bIns="50800" rIns="50800"/>
            <a:lstStyle/>
            <a:p>
              <a:pPr algn="ctr">
                <a:lnSpc>
                  <a:spcPts val="2659"/>
                </a:lnSpc>
              </a:pPr>
              <a:r>
                <a:rPr lang="en-US" sz="1899">
                  <a:solidFill>
                    <a:srgbClr val="000000"/>
                  </a:solidFill>
                  <a:latin typeface="Canva Sans"/>
                  <a:ea typeface="Canva Sans"/>
                  <a:cs typeface="Canva Sans"/>
                  <a:sym typeface="Canva Sans"/>
                </a:rPr>
                <a:t>.3L</a:t>
              </a:r>
            </a:p>
          </p:txBody>
        </p:sp>
      </p:grpSp>
      <p:grpSp>
        <p:nvGrpSpPr>
          <p:cNvPr name="Group 17" id="17"/>
          <p:cNvGrpSpPr/>
          <p:nvPr/>
        </p:nvGrpSpPr>
        <p:grpSpPr>
          <a:xfrm rot="0">
            <a:off x="5533665" y="7509468"/>
            <a:ext cx="1230750" cy="615375"/>
            <a:chOff x="0" y="0"/>
            <a:chExt cx="812800" cy="406400"/>
          </a:xfrm>
        </p:grpSpPr>
        <p:sp>
          <p:nvSpPr>
            <p:cNvPr name="Freeform 18" id="18"/>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CFCFCF"/>
            </a:solidFill>
          </p:spPr>
        </p:sp>
        <p:sp>
          <p:nvSpPr>
            <p:cNvPr name="TextBox 19" id="19"/>
            <p:cNvSpPr txBox="true"/>
            <p:nvPr/>
          </p:nvSpPr>
          <p:spPr>
            <a:xfrm>
              <a:off x="0" y="-38100"/>
              <a:ext cx="812800" cy="444500"/>
            </a:xfrm>
            <a:prstGeom prst="rect">
              <a:avLst/>
            </a:prstGeom>
          </p:spPr>
          <p:txBody>
            <a:bodyPr anchor="ctr" rtlCol="false" tIns="50800" lIns="50800" bIns="50800" rIns="50800"/>
            <a:lstStyle/>
            <a:p>
              <a:pPr algn="ctr">
                <a:lnSpc>
                  <a:spcPts val="2659"/>
                </a:lnSpc>
              </a:pPr>
              <a:r>
                <a:rPr lang="en-US" sz="1899">
                  <a:solidFill>
                    <a:srgbClr val="000000"/>
                  </a:solidFill>
                  <a:latin typeface="Canva Sans"/>
                  <a:ea typeface="Canva Sans"/>
                  <a:cs typeface="Canva Sans"/>
                  <a:sym typeface="Canva Sans"/>
                </a:rPr>
                <a:t>.3L</a:t>
              </a:r>
            </a:p>
          </p:txBody>
        </p:sp>
      </p:grpSp>
      <p:grpSp>
        <p:nvGrpSpPr>
          <p:cNvPr name="Group 20" id="20"/>
          <p:cNvGrpSpPr/>
          <p:nvPr/>
        </p:nvGrpSpPr>
        <p:grpSpPr>
          <a:xfrm rot="0">
            <a:off x="4358964" y="8240530"/>
            <a:ext cx="1230750" cy="615375"/>
            <a:chOff x="0" y="0"/>
            <a:chExt cx="812800" cy="406400"/>
          </a:xfrm>
        </p:grpSpPr>
        <p:sp>
          <p:nvSpPr>
            <p:cNvPr name="Freeform 21" id="21"/>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CFCFCF"/>
            </a:solidFill>
          </p:spPr>
        </p:sp>
        <p:sp>
          <p:nvSpPr>
            <p:cNvPr name="TextBox 22" id="22"/>
            <p:cNvSpPr txBox="true"/>
            <p:nvPr/>
          </p:nvSpPr>
          <p:spPr>
            <a:xfrm>
              <a:off x="0" y="-38100"/>
              <a:ext cx="812800" cy="444500"/>
            </a:xfrm>
            <a:prstGeom prst="rect">
              <a:avLst/>
            </a:prstGeom>
          </p:spPr>
          <p:txBody>
            <a:bodyPr anchor="ctr" rtlCol="false" tIns="50800" lIns="50800" bIns="50800" rIns="50800"/>
            <a:lstStyle/>
            <a:p>
              <a:pPr algn="ctr">
                <a:lnSpc>
                  <a:spcPts val="2659"/>
                </a:lnSpc>
              </a:pPr>
              <a:r>
                <a:rPr lang="en-US" sz="1899">
                  <a:solidFill>
                    <a:srgbClr val="000000"/>
                  </a:solidFill>
                  <a:latin typeface="Canva Sans"/>
                  <a:ea typeface="Canva Sans"/>
                  <a:cs typeface="Canva Sans"/>
                  <a:sym typeface="Canva Sans"/>
                </a:rPr>
                <a:t>.3L</a:t>
              </a:r>
            </a:p>
          </p:txBody>
        </p:sp>
      </p:grpSp>
      <p:grpSp>
        <p:nvGrpSpPr>
          <p:cNvPr name="Group 23" id="23"/>
          <p:cNvGrpSpPr/>
          <p:nvPr/>
        </p:nvGrpSpPr>
        <p:grpSpPr>
          <a:xfrm rot="0">
            <a:off x="5511165" y="7319010"/>
            <a:ext cx="2422208" cy="1290638"/>
            <a:chOff x="0" y="0"/>
            <a:chExt cx="3229610" cy="1720850"/>
          </a:xfrm>
        </p:grpSpPr>
        <p:sp>
          <p:nvSpPr>
            <p:cNvPr name="Freeform 24" id="24"/>
            <p:cNvSpPr/>
            <p:nvPr/>
          </p:nvSpPr>
          <p:spPr>
            <a:xfrm flipH="false" flipV="false" rot="0">
              <a:off x="49530" y="49530"/>
              <a:ext cx="3131820" cy="1628140"/>
            </a:xfrm>
            <a:custGeom>
              <a:avLst/>
              <a:gdLst/>
              <a:ahLst/>
              <a:cxnLst/>
              <a:rect r="r" b="b" t="t" l="l"/>
              <a:pathLst>
                <a:path h="1628140" w="3131820">
                  <a:moveTo>
                    <a:pt x="78740" y="1461770"/>
                  </a:moveTo>
                  <a:cubicBezTo>
                    <a:pt x="314960" y="1451610"/>
                    <a:pt x="482600" y="1404620"/>
                    <a:pt x="560070" y="1395730"/>
                  </a:cubicBezTo>
                  <a:cubicBezTo>
                    <a:pt x="601980" y="1391920"/>
                    <a:pt x="624840" y="1389380"/>
                    <a:pt x="655320" y="1393190"/>
                  </a:cubicBezTo>
                  <a:cubicBezTo>
                    <a:pt x="684530" y="1397000"/>
                    <a:pt x="712470" y="1418590"/>
                    <a:pt x="739140" y="1416050"/>
                  </a:cubicBezTo>
                  <a:cubicBezTo>
                    <a:pt x="765810" y="1413510"/>
                    <a:pt x="778510" y="1393190"/>
                    <a:pt x="815340" y="1380490"/>
                  </a:cubicBezTo>
                  <a:cubicBezTo>
                    <a:pt x="899160" y="1351280"/>
                    <a:pt x="1108710" y="1314450"/>
                    <a:pt x="1244600" y="1276350"/>
                  </a:cubicBezTo>
                  <a:cubicBezTo>
                    <a:pt x="1371600" y="1239520"/>
                    <a:pt x="1497330" y="1203960"/>
                    <a:pt x="1605280" y="1159510"/>
                  </a:cubicBezTo>
                  <a:cubicBezTo>
                    <a:pt x="1696720" y="1120140"/>
                    <a:pt x="1784350" y="1073150"/>
                    <a:pt x="1852930" y="1032510"/>
                  </a:cubicBezTo>
                  <a:cubicBezTo>
                    <a:pt x="1905000" y="1000760"/>
                    <a:pt x="1957070" y="972820"/>
                    <a:pt x="1983740" y="939800"/>
                  </a:cubicBezTo>
                  <a:cubicBezTo>
                    <a:pt x="2002790" y="915670"/>
                    <a:pt x="2000250" y="894080"/>
                    <a:pt x="2015490" y="867410"/>
                  </a:cubicBezTo>
                  <a:cubicBezTo>
                    <a:pt x="2038350" y="825500"/>
                    <a:pt x="2072640" y="777240"/>
                    <a:pt x="2120900" y="720090"/>
                  </a:cubicBezTo>
                  <a:cubicBezTo>
                    <a:pt x="2202180" y="628650"/>
                    <a:pt x="2357120" y="485140"/>
                    <a:pt x="2475230" y="384810"/>
                  </a:cubicBezTo>
                  <a:cubicBezTo>
                    <a:pt x="2583180" y="294640"/>
                    <a:pt x="2706370" y="207010"/>
                    <a:pt x="2800350" y="140970"/>
                  </a:cubicBezTo>
                  <a:cubicBezTo>
                    <a:pt x="2870200" y="91440"/>
                    <a:pt x="2941320" y="40640"/>
                    <a:pt x="2985770" y="19050"/>
                  </a:cubicBezTo>
                  <a:cubicBezTo>
                    <a:pt x="3007360" y="7620"/>
                    <a:pt x="3021330" y="1270"/>
                    <a:pt x="3040380" y="1270"/>
                  </a:cubicBezTo>
                  <a:cubicBezTo>
                    <a:pt x="3058160" y="1270"/>
                    <a:pt x="3079750" y="8890"/>
                    <a:pt x="3093720" y="20320"/>
                  </a:cubicBezTo>
                  <a:cubicBezTo>
                    <a:pt x="3108960" y="30480"/>
                    <a:pt x="3122930" y="48260"/>
                    <a:pt x="3125470" y="67310"/>
                  </a:cubicBezTo>
                  <a:cubicBezTo>
                    <a:pt x="3130550" y="91440"/>
                    <a:pt x="3122930" y="130810"/>
                    <a:pt x="3106420" y="149860"/>
                  </a:cubicBezTo>
                  <a:cubicBezTo>
                    <a:pt x="3091180" y="168910"/>
                    <a:pt x="3051810" y="181610"/>
                    <a:pt x="3027680" y="180340"/>
                  </a:cubicBezTo>
                  <a:cubicBezTo>
                    <a:pt x="3008630" y="180340"/>
                    <a:pt x="2989580" y="168910"/>
                    <a:pt x="2976880" y="156210"/>
                  </a:cubicBezTo>
                  <a:cubicBezTo>
                    <a:pt x="2962910" y="143510"/>
                    <a:pt x="2951480" y="124460"/>
                    <a:pt x="2950210" y="104140"/>
                  </a:cubicBezTo>
                  <a:cubicBezTo>
                    <a:pt x="2947670" y="81280"/>
                    <a:pt x="2961640" y="41910"/>
                    <a:pt x="2978150" y="25400"/>
                  </a:cubicBezTo>
                  <a:cubicBezTo>
                    <a:pt x="2990850" y="11430"/>
                    <a:pt x="3012440" y="3810"/>
                    <a:pt x="3030220" y="1270"/>
                  </a:cubicBezTo>
                  <a:cubicBezTo>
                    <a:pt x="3048000" y="0"/>
                    <a:pt x="3070860" y="2540"/>
                    <a:pt x="3086100" y="13970"/>
                  </a:cubicBezTo>
                  <a:cubicBezTo>
                    <a:pt x="3105150" y="27940"/>
                    <a:pt x="3125470" y="63500"/>
                    <a:pt x="3129280" y="87630"/>
                  </a:cubicBezTo>
                  <a:cubicBezTo>
                    <a:pt x="3131820" y="106680"/>
                    <a:pt x="3126740" y="124460"/>
                    <a:pt x="3112770" y="142240"/>
                  </a:cubicBezTo>
                  <a:cubicBezTo>
                    <a:pt x="3088640" y="173990"/>
                    <a:pt x="2997200" y="207010"/>
                    <a:pt x="2959100" y="236220"/>
                  </a:cubicBezTo>
                  <a:cubicBezTo>
                    <a:pt x="2933700" y="256540"/>
                    <a:pt x="2922270" y="278130"/>
                    <a:pt x="2899410" y="294640"/>
                  </a:cubicBezTo>
                  <a:cubicBezTo>
                    <a:pt x="2875280" y="312420"/>
                    <a:pt x="2849880" y="317500"/>
                    <a:pt x="2815590" y="339090"/>
                  </a:cubicBezTo>
                  <a:cubicBezTo>
                    <a:pt x="2755900" y="375920"/>
                    <a:pt x="2626360" y="462280"/>
                    <a:pt x="2579370" y="510540"/>
                  </a:cubicBezTo>
                  <a:cubicBezTo>
                    <a:pt x="2553970" y="535940"/>
                    <a:pt x="2555240" y="556260"/>
                    <a:pt x="2531110" y="580390"/>
                  </a:cubicBezTo>
                  <a:cubicBezTo>
                    <a:pt x="2495550" y="618490"/>
                    <a:pt x="2415540" y="664210"/>
                    <a:pt x="2372360" y="701040"/>
                  </a:cubicBezTo>
                  <a:cubicBezTo>
                    <a:pt x="2339340" y="730250"/>
                    <a:pt x="2319020" y="749300"/>
                    <a:pt x="2289810" y="782320"/>
                  </a:cubicBezTo>
                  <a:cubicBezTo>
                    <a:pt x="2250440" y="828040"/>
                    <a:pt x="2190750" y="901700"/>
                    <a:pt x="2159000" y="949960"/>
                  </a:cubicBezTo>
                  <a:cubicBezTo>
                    <a:pt x="2137410" y="984250"/>
                    <a:pt x="2136140" y="1012190"/>
                    <a:pt x="2110740" y="1042670"/>
                  </a:cubicBezTo>
                  <a:cubicBezTo>
                    <a:pt x="2076450" y="1085850"/>
                    <a:pt x="2009140" y="1136650"/>
                    <a:pt x="1955800" y="1173480"/>
                  </a:cubicBezTo>
                  <a:cubicBezTo>
                    <a:pt x="1907540" y="1207770"/>
                    <a:pt x="1851660" y="1239520"/>
                    <a:pt x="1805940" y="1257300"/>
                  </a:cubicBezTo>
                  <a:cubicBezTo>
                    <a:pt x="1771650" y="1271270"/>
                    <a:pt x="1738630" y="1270000"/>
                    <a:pt x="1708150" y="1281430"/>
                  </a:cubicBezTo>
                  <a:cubicBezTo>
                    <a:pt x="1678940" y="1292860"/>
                    <a:pt x="1658620" y="1311910"/>
                    <a:pt x="1625600" y="1324610"/>
                  </a:cubicBezTo>
                  <a:cubicBezTo>
                    <a:pt x="1579880" y="1342390"/>
                    <a:pt x="1511300" y="1348740"/>
                    <a:pt x="1455420" y="1367790"/>
                  </a:cubicBezTo>
                  <a:cubicBezTo>
                    <a:pt x="1395730" y="1389380"/>
                    <a:pt x="1338580" y="1435100"/>
                    <a:pt x="1277620" y="1451610"/>
                  </a:cubicBezTo>
                  <a:cubicBezTo>
                    <a:pt x="1217930" y="1465580"/>
                    <a:pt x="1163320" y="1449070"/>
                    <a:pt x="1094740" y="1463040"/>
                  </a:cubicBezTo>
                  <a:cubicBezTo>
                    <a:pt x="999490" y="1483360"/>
                    <a:pt x="838200" y="1578610"/>
                    <a:pt x="760730" y="1583690"/>
                  </a:cubicBezTo>
                  <a:cubicBezTo>
                    <a:pt x="722630" y="1586230"/>
                    <a:pt x="706120" y="1567180"/>
                    <a:pt x="670560" y="1563370"/>
                  </a:cubicBezTo>
                  <a:cubicBezTo>
                    <a:pt x="623570" y="1558290"/>
                    <a:pt x="546100" y="1553210"/>
                    <a:pt x="500380" y="1563370"/>
                  </a:cubicBezTo>
                  <a:cubicBezTo>
                    <a:pt x="464820" y="1570990"/>
                    <a:pt x="440690" y="1600200"/>
                    <a:pt x="411480" y="1602740"/>
                  </a:cubicBezTo>
                  <a:cubicBezTo>
                    <a:pt x="384810" y="1605280"/>
                    <a:pt x="361950" y="1581150"/>
                    <a:pt x="334010" y="1582420"/>
                  </a:cubicBezTo>
                  <a:cubicBezTo>
                    <a:pt x="300990" y="1583690"/>
                    <a:pt x="265430" y="1614170"/>
                    <a:pt x="224790" y="1620520"/>
                  </a:cubicBezTo>
                  <a:cubicBezTo>
                    <a:pt x="176530" y="1628140"/>
                    <a:pt x="97790" y="1628140"/>
                    <a:pt x="60960" y="1616710"/>
                  </a:cubicBezTo>
                  <a:cubicBezTo>
                    <a:pt x="39370" y="1609090"/>
                    <a:pt x="24130" y="1598930"/>
                    <a:pt x="15240" y="1584960"/>
                  </a:cubicBezTo>
                  <a:cubicBezTo>
                    <a:pt x="5080" y="1570990"/>
                    <a:pt x="0" y="1548130"/>
                    <a:pt x="1270" y="1530350"/>
                  </a:cubicBezTo>
                  <a:cubicBezTo>
                    <a:pt x="3810" y="1513840"/>
                    <a:pt x="13970" y="1493520"/>
                    <a:pt x="27940" y="1482090"/>
                  </a:cubicBezTo>
                  <a:cubicBezTo>
                    <a:pt x="40640" y="1470660"/>
                    <a:pt x="78740" y="1461770"/>
                    <a:pt x="78740" y="1461770"/>
                  </a:cubicBezTo>
                </a:path>
              </a:pathLst>
            </a:custGeom>
            <a:solidFill>
              <a:srgbClr val="FFDE59"/>
            </a:solidFill>
            <a:ln cap="sq">
              <a:noFill/>
              <a:prstDash val="solid"/>
              <a:miter/>
            </a:ln>
          </p:spPr>
        </p:sp>
      </p:grpSp>
      <p:grpSp>
        <p:nvGrpSpPr>
          <p:cNvPr name="Group 25" id="25"/>
          <p:cNvGrpSpPr/>
          <p:nvPr/>
        </p:nvGrpSpPr>
        <p:grpSpPr>
          <a:xfrm rot="0">
            <a:off x="6113145" y="8301990"/>
            <a:ext cx="409575" cy="673418"/>
            <a:chOff x="0" y="0"/>
            <a:chExt cx="546100" cy="897890"/>
          </a:xfrm>
        </p:grpSpPr>
        <p:sp>
          <p:nvSpPr>
            <p:cNvPr name="Freeform 26" id="26"/>
            <p:cNvSpPr/>
            <p:nvPr/>
          </p:nvSpPr>
          <p:spPr>
            <a:xfrm flipH="false" flipV="false" rot="0">
              <a:off x="64770" y="49530"/>
              <a:ext cx="429260" cy="798830"/>
            </a:xfrm>
            <a:custGeom>
              <a:avLst/>
              <a:gdLst/>
              <a:ahLst/>
              <a:cxnLst/>
              <a:rect r="r" b="b" t="t" l="l"/>
              <a:pathLst>
                <a:path h="798830" w="429260">
                  <a:moveTo>
                    <a:pt x="1270" y="732790"/>
                  </a:moveTo>
                  <a:cubicBezTo>
                    <a:pt x="0" y="494030"/>
                    <a:pt x="57150" y="414020"/>
                    <a:pt x="102870" y="336550"/>
                  </a:cubicBezTo>
                  <a:cubicBezTo>
                    <a:pt x="152400" y="250190"/>
                    <a:pt x="283210" y="104140"/>
                    <a:pt x="276860" y="77470"/>
                  </a:cubicBezTo>
                  <a:cubicBezTo>
                    <a:pt x="274320" y="69850"/>
                    <a:pt x="261620" y="72390"/>
                    <a:pt x="259080" y="67310"/>
                  </a:cubicBezTo>
                  <a:cubicBezTo>
                    <a:pt x="257810" y="62230"/>
                    <a:pt x="262890" y="50800"/>
                    <a:pt x="269240" y="41910"/>
                  </a:cubicBezTo>
                  <a:cubicBezTo>
                    <a:pt x="281940" y="27940"/>
                    <a:pt x="314960" y="2540"/>
                    <a:pt x="339090" y="1270"/>
                  </a:cubicBezTo>
                  <a:cubicBezTo>
                    <a:pt x="363220" y="0"/>
                    <a:pt x="397510" y="17780"/>
                    <a:pt x="411480" y="35560"/>
                  </a:cubicBezTo>
                  <a:cubicBezTo>
                    <a:pt x="424180" y="48260"/>
                    <a:pt x="429260" y="69850"/>
                    <a:pt x="429260" y="87630"/>
                  </a:cubicBezTo>
                  <a:cubicBezTo>
                    <a:pt x="429260" y="104140"/>
                    <a:pt x="424180" y="125730"/>
                    <a:pt x="411480" y="139700"/>
                  </a:cubicBezTo>
                  <a:cubicBezTo>
                    <a:pt x="396240" y="156210"/>
                    <a:pt x="360680" y="172720"/>
                    <a:pt x="337820" y="172720"/>
                  </a:cubicBezTo>
                  <a:cubicBezTo>
                    <a:pt x="320040" y="172720"/>
                    <a:pt x="299720" y="163830"/>
                    <a:pt x="287020" y="152400"/>
                  </a:cubicBezTo>
                  <a:cubicBezTo>
                    <a:pt x="274320" y="140970"/>
                    <a:pt x="261620" y="123190"/>
                    <a:pt x="259080" y="104140"/>
                  </a:cubicBezTo>
                  <a:cubicBezTo>
                    <a:pt x="256540" y="82550"/>
                    <a:pt x="264160" y="44450"/>
                    <a:pt x="280670" y="26670"/>
                  </a:cubicBezTo>
                  <a:cubicBezTo>
                    <a:pt x="297180" y="10160"/>
                    <a:pt x="335280" y="0"/>
                    <a:pt x="358140" y="2540"/>
                  </a:cubicBezTo>
                  <a:cubicBezTo>
                    <a:pt x="375920" y="3810"/>
                    <a:pt x="393700" y="15240"/>
                    <a:pt x="406400" y="27940"/>
                  </a:cubicBezTo>
                  <a:cubicBezTo>
                    <a:pt x="417830" y="40640"/>
                    <a:pt x="427990" y="57150"/>
                    <a:pt x="429260" y="77470"/>
                  </a:cubicBezTo>
                  <a:cubicBezTo>
                    <a:pt x="429260" y="111760"/>
                    <a:pt x="402590" y="163830"/>
                    <a:pt x="375920" y="214630"/>
                  </a:cubicBezTo>
                  <a:cubicBezTo>
                    <a:pt x="339090" y="284480"/>
                    <a:pt x="250190" y="386080"/>
                    <a:pt x="214630" y="450850"/>
                  </a:cubicBezTo>
                  <a:cubicBezTo>
                    <a:pt x="191770" y="494030"/>
                    <a:pt x="179070" y="528320"/>
                    <a:pt x="167640" y="561340"/>
                  </a:cubicBezTo>
                  <a:cubicBezTo>
                    <a:pt x="157480" y="588010"/>
                    <a:pt x="146050" y="609600"/>
                    <a:pt x="143510" y="636270"/>
                  </a:cubicBezTo>
                  <a:cubicBezTo>
                    <a:pt x="140970" y="664210"/>
                    <a:pt x="157480" y="702310"/>
                    <a:pt x="156210" y="725170"/>
                  </a:cubicBezTo>
                  <a:cubicBezTo>
                    <a:pt x="154940" y="740410"/>
                    <a:pt x="152400" y="750570"/>
                    <a:pt x="144780" y="760730"/>
                  </a:cubicBezTo>
                  <a:cubicBezTo>
                    <a:pt x="134620" y="773430"/>
                    <a:pt x="115570" y="788670"/>
                    <a:pt x="100330" y="795020"/>
                  </a:cubicBezTo>
                  <a:cubicBezTo>
                    <a:pt x="87630" y="798830"/>
                    <a:pt x="74930" y="798830"/>
                    <a:pt x="62230" y="796290"/>
                  </a:cubicBezTo>
                  <a:cubicBezTo>
                    <a:pt x="50800" y="793750"/>
                    <a:pt x="38100" y="788670"/>
                    <a:pt x="29210" y="779780"/>
                  </a:cubicBezTo>
                  <a:cubicBezTo>
                    <a:pt x="16510" y="769620"/>
                    <a:pt x="1270" y="732790"/>
                    <a:pt x="1270" y="732790"/>
                  </a:cubicBezTo>
                </a:path>
              </a:pathLst>
            </a:custGeom>
            <a:solidFill>
              <a:srgbClr val="FFDE59"/>
            </a:solidFill>
            <a:ln cap="sq">
              <a:noFill/>
              <a:prstDash val="solid"/>
              <a:miter/>
            </a:ln>
          </p:spPr>
        </p:sp>
      </p:grpSp>
      <p:grpSp>
        <p:nvGrpSpPr>
          <p:cNvPr name="Group 27" id="27"/>
          <p:cNvGrpSpPr/>
          <p:nvPr/>
        </p:nvGrpSpPr>
        <p:grpSpPr>
          <a:xfrm rot="0">
            <a:off x="6015990" y="7971472"/>
            <a:ext cx="564832" cy="487680"/>
            <a:chOff x="0" y="0"/>
            <a:chExt cx="753110" cy="650240"/>
          </a:xfrm>
        </p:grpSpPr>
        <p:sp>
          <p:nvSpPr>
            <p:cNvPr name="Freeform 28" id="28"/>
            <p:cNvSpPr/>
            <p:nvPr/>
          </p:nvSpPr>
          <p:spPr>
            <a:xfrm flipH="false" flipV="false" rot="0">
              <a:off x="50800" y="48260"/>
              <a:ext cx="656590" cy="557530"/>
            </a:xfrm>
            <a:custGeom>
              <a:avLst/>
              <a:gdLst/>
              <a:ahLst/>
              <a:cxnLst/>
              <a:rect r="r" b="b" t="t" l="l"/>
              <a:pathLst>
                <a:path h="557530" w="656590">
                  <a:moveTo>
                    <a:pt x="93980" y="2540"/>
                  </a:moveTo>
                  <a:cubicBezTo>
                    <a:pt x="181610" y="24130"/>
                    <a:pt x="207010" y="34290"/>
                    <a:pt x="245110" y="60960"/>
                  </a:cubicBezTo>
                  <a:cubicBezTo>
                    <a:pt x="334010" y="120650"/>
                    <a:pt x="585470" y="330200"/>
                    <a:pt x="632460" y="411480"/>
                  </a:cubicBezTo>
                  <a:cubicBezTo>
                    <a:pt x="651510" y="443230"/>
                    <a:pt x="656590" y="466090"/>
                    <a:pt x="651510" y="488950"/>
                  </a:cubicBezTo>
                  <a:cubicBezTo>
                    <a:pt x="645160" y="511810"/>
                    <a:pt x="617220" y="539750"/>
                    <a:pt x="596900" y="548640"/>
                  </a:cubicBezTo>
                  <a:cubicBezTo>
                    <a:pt x="580390" y="556260"/>
                    <a:pt x="558800" y="553720"/>
                    <a:pt x="542290" y="548640"/>
                  </a:cubicBezTo>
                  <a:cubicBezTo>
                    <a:pt x="525780" y="543560"/>
                    <a:pt x="508000" y="532130"/>
                    <a:pt x="497840" y="516890"/>
                  </a:cubicBezTo>
                  <a:cubicBezTo>
                    <a:pt x="486410" y="497840"/>
                    <a:pt x="482600" y="458470"/>
                    <a:pt x="488950" y="436880"/>
                  </a:cubicBezTo>
                  <a:cubicBezTo>
                    <a:pt x="494030" y="419100"/>
                    <a:pt x="508000" y="403860"/>
                    <a:pt x="523240" y="394970"/>
                  </a:cubicBezTo>
                  <a:cubicBezTo>
                    <a:pt x="538480" y="386080"/>
                    <a:pt x="558800" y="378460"/>
                    <a:pt x="576580" y="382270"/>
                  </a:cubicBezTo>
                  <a:cubicBezTo>
                    <a:pt x="598170" y="386080"/>
                    <a:pt x="632460" y="405130"/>
                    <a:pt x="643890" y="426720"/>
                  </a:cubicBezTo>
                  <a:cubicBezTo>
                    <a:pt x="655320" y="447040"/>
                    <a:pt x="652780" y="486410"/>
                    <a:pt x="645160" y="506730"/>
                  </a:cubicBezTo>
                  <a:cubicBezTo>
                    <a:pt x="637540" y="523240"/>
                    <a:pt x="621030" y="537210"/>
                    <a:pt x="605790" y="544830"/>
                  </a:cubicBezTo>
                  <a:cubicBezTo>
                    <a:pt x="589280" y="552450"/>
                    <a:pt x="572770" y="557530"/>
                    <a:pt x="551180" y="551180"/>
                  </a:cubicBezTo>
                  <a:cubicBezTo>
                    <a:pt x="499110" y="535940"/>
                    <a:pt x="389890" y="422910"/>
                    <a:pt x="327660" y="360680"/>
                  </a:cubicBezTo>
                  <a:cubicBezTo>
                    <a:pt x="275590" y="309880"/>
                    <a:pt x="250190" y="248920"/>
                    <a:pt x="198120" y="210820"/>
                  </a:cubicBezTo>
                  <a:cubicBezTo>
                    <a:pt x="146050" y="171450"/>
                    <a:pt x="43180" y="158750"/>
                    <a:pt x="16510" y="127000"/>
                  </a:cubicBezTo>
                  <a:cubicBezTo>
                    <a:pt x="1270" y="110490"/>
                    <a:pt x="0" y="90170"/>
                    <a:pt x="0" y="73660"/>
                  </a:cubicBezTo>
                  <a:cubicBezTo>
                    <a:pt x="0" y="60960"/>
                    <a:pt x="3810" y="48260"/>
                    <a:pt x="11430" y="38100"/>
                  </a:cubicBezTo>
                  <a:cubicBezTo>
                    <a:pt x="21590" y="25400"/>
                    <a:pt x="41910" y="10160"/>
                    <a:pt x="55880" y="3810"/>
                  </a:cubicBezTo>
                  <a:cubicBezTo>
                    <a:pt x="68580" y="0"/>
                    <a:pt x="93980" y="2540"/>
                    <a:pt x="93980" y="2540"/>
                  </a:cubicBezTo>
                </a:path>
              </a:pathLst>
            </a:custGeom>
            <a:solidFill>
              <a:srgbClr val="FFDE59"/>
            </a:solidFill>
            <a:ln cap="sq">
              <a:noFill/>
              <a:prstDash val="solid"/>
              <a:miter/>
            </a:ln>
          </p:spPr>
        </p:sp>
      </p:grpSp>
      <p:grpSp>
        <p:nvGrpSpPr>
          <p:cNvPr name="Group 29" id="29"/>
          <p:cNvGrpSpPr/>
          <p:nvPr/>
        </p:nvGrpSpPr>
        <p:grpSpPr>
          <a:xfrm rot="0">
            <a:off x="6548438" y="8226743"/>
            <a:ext cx="378142" cy="459105"/>
            <a:chOff x="0" y="0"/>
            <a:chExt cx="504190" cy="612140"/>
          </a:xfrm>
        </p:grpSpPr>
        <p:sp>
          <p:nvSpPr>
            <p:cNvPr name="Freeform 30" id="30"/>
            <p:cNvSpPr/>
            <p:nvPr/>
          </p:nvSpPr>
          <p:spPr>
            <a:xfrm flipH="false" flipV="false" rot="0">
              <a:off x="46990" y="48260"/>
              <a:ext cx="411480" cy="511810"/>
            </a:xfrm>
            <a:custGeom>
              <a:avLst/>
              <a:gdLst/>
              <a:ahLst/>
              <a:cxnLst/>
              <a:rect r="r" b="b" t="t" l="l"/>
              <a:pathLst>
                <a:path h="511810" w="411480">
                  <a:moveTo>
                    <a:pt x="331470" y="511810"/>
                  </a:moveTo>
                  <a:cubicBezTo>
                    <a:pt x="149860" y="483870"/>
                    <a:pt x="132080" y="472440"/>
                    <a:pt x="110490" y="449580"/>
                  </a:cubicBezTo>
                  <a:cubicBezTo>
                    <a:pt x="77470" y="414020"/>
                    <a:pt x="29210" y="337820"/>
                    <a:pt x="12700" y="288290"/>
                  </a:cubicBezTo>
                  <a:cubicBezTo>
                    <a:pt x="0" y="252730"/>
                    <a:pt x="0" y="224790"/>
                    <a:pt x="3810" y="187960"/>
                  </a:cubicBezTo>
                  <a:cubicBezTo>
                    <a:pt x="7620" y="140970"/>
                    <a:pt x="22860" y="57150"/>
                    <a:pt x="45720" y="29210"/>
                  </a:cubicBezTo>
                  <a:cubicBezTo>
                    <a:pt x="58420" y="12700"/>
                    <a:pt x="76200" y="6350"/>
                    <a:pt x="92710" y="2540"/>
                  </a:cubicBezTo>
                  <a:cubicBezTo>
                    <a:pt x="109220" y="0"/>
                    <a:pt x="130810" y="3810"/>
                    <a:pt x="146050" y="11430"/>
                  </a:cubicBezTo>
                  <a:cubicBezTo>
                    <a:pt x="161290" y="19050"/>
                    <a:pt x="176530" y="34290"/>
                    <a:pt x="184150" y="50800"/>
                  </a:cubicBezTo>
                  <a:cubicBezTo>
                    <a:pt x="190500" y="66040"/>
                    <a:pt x="195580" y="86360"/>
                    <a:pt x="189230" y="104140"/>
                  </a:cubicBezTo>
                  <a:cubicBezTo>
                    <a:pt x="182880" y="124460"/>
                    <a:pt x="158750" y="154940"/>
                    <a:pt x="138430" y="165100"/>
                  </a:cubicBezTo>
                  <a:cubicBezTo>
                    <a:pt x="123190" y="172720"/>
                    <a:pt x="101600" y="172720"/>
                    <a:pt x="85090" y="167640"/>
                  </a:cubicBezTo>
                  <a:cubicBezTo>
                    <a:pt x="68580" y="163830"/>
                    <a:pt x="50800" y="151130"/>
                    <a:pt x="40640" y="137160"/>
                  </a:cubicBezTo>
                  <a:cubicBezTo>
                    <a:pt x="30480" y="124460"/>
                    <a:pt x="22860" y="104140"/>
                    <a:pt x="22860" y="86360"/>
                  </a:cubicBezTo>
                  <a:cubicBezTo>
                    <a:pt x="22860" y="69850"/>
                    <a:pt x="27940" y="49530"/>
                    <a:pt x="39370" y="35560"/>
                  </a:cubicBezTo>
                  <a:cubicBezTo>
                    <a:pt x="54610" y="19050"/>
                    <a:pt x="88900" y="2540"/>
                    <a:pt x="111760" y="2540"/>
                  </a:cubicBezTo>
                  <a:cubicBezTo>
                    <a:pt x="129540" y="1270"/>
                    <a:pt x="148590" y="10160"/>
                    <a:pt x="161290" y="21590"/>
                  </a:cubicBezTo>
                  <a:cubicBezTo>
                    <a:pt x="173990" y="33020"/>
                    <a:pt x="186690" y="46990"/>
                    <a:pt x="189230" y="67310"/>
                  </a:cubicBezTo>
                  <a:cubicBezTo>
                    <a:pt x="194310" y="101600"/>
                    <a:pt x="144780" y="173990"/>
                    <a:pt x="148590" y="215900"/>
                  </a:cubicBezTo>
                  <a:cubicBezTo>
                    <a:pt x="151130" y="246380"/>
                    <a:pt x="166370" y="273050"/>
                    <a:pt x="185420" y="295910"/>
                  </a:cubicBezTo>
                  <a:cubicBezTo>
                    <a:pt x="207010" y="320040"/>
                    <a:pt x="241300" y="342900"/>
                    <a:pt x="273050" y="354330"/>
                  </a:cubicBezTo>
                  <a:cubicBezTo>
                    <a:pt x="302260" y="365760"/>
                    <a:pt x="345440" y="351790"/>
                    <a:pt x="368300" y="363220"/>
                  </a:cubicBezTo>
                  <a:cubicBezTo>
                    <a:pt x="386080" y="372110"/>
                    <a:pt x="400050" y="388620"/>
                    <a:pt x="405130" y="405130"/>
                  </a:cubicBezTo>
                  <a:cubicBezTo>
                    <a:pt x="411480" y="425450"/>
                    <a:pt x="408940" y="459740"/>
                    <a:pt x="396240" y="477520"/>
                  </a:cubicBezTo>
                  <a:cubicBezTo>
                    <a:pt x="383540" y="495300"/>
                    <a:pt x="331470" y="511810"/>
                    <a:pt x="331470" y="511810"/>
                  </a:cubicBezTo>
                </a:path>
              </a:pathLst>
            </a:custGeom>
            <a:solidFill>
              <a:srgbClr val="FFDE59"/>
            </a:solidFill>
            <a:ln cap="sq">
              <a:noFill/>
              <a:prstDash val="solid"/>
              <a:miter/>
            </a:ln>
          </p:spPr>
        </p:sp>
      </p:grpSp>
      <p:grpSp>
        <p:nvGrpSpPr>
          <p:cNvPr name="Group 31" id="31"/>
          <p:cNvGrpSpPr/>
          <p:nvPr/>
        </p:nvGrpSpPr>
        <p:grpSpPr>
          <a:xfrm rot="0">
            <a:off x="7745730" y="6356032"/>
            <a:ext cx="4625340" cy="2334578"/>
            <a:chOff x="0" y="0"/>
            <a:chExt cx="6167120" cy="3112770"/>
          </a:xfrm>
        </p:grpSpPr>
        <p:sp>
          <p:nvSpPr>
            <p:cNvPr name="Freeform 32" id="32"/>
            <p:cNvSpPr/>
            <p:nvPr/>
          </p:nvSpPr>
          <p:spPr>
            <a:xfrm flipH="false" flipV="false" rot="0">
              <a:off x="49530" y="44450"/>
              <a:ext cx="6078220" cy="3020060"/>
            </a:xfrm>
            <a:custGeom>
              <a:avLst/>
              <a:gdLst/>
              <a:ahLst/>
              <a:cxnLst/>
              <a:rect r="r" b="b" t="t" l="l"/>
              <a:pathLst>
                <a:path h="3020060" w="6078220">
                  <a:moveTo>
                    <a:pt x="24130" y="1324610"/>
                  </a:moveTo>
                  <a:cubicBezTo>
                    <a:pt x="86360" y="1256030"/>
                    <a:pt x="91440" y="1223010"/>
                    <a:pt x="109220" y="1197610"/>
                  </a:cubicBezTo>
                  <a:cubicBezTo>
                    <a:pt x="127000" y="1170940"/>
                    <a:pt x="152400" y="1145540"/>
                    <a:pt x="176530" y="1122680"/>
                  </a:cubicBezTo>
                  <a:cubicBezTo>
                    <a:pt x="203200" y="1101090"/>
                    <a:pt x="219710" y="1084580"/>
                    <a:pt x="261620" y="1064260"/>
                  </a:cubicBezTo>
                  <a:cubicBezTo>
                    <a:pt x="350520" y="1018540"/>
                    <a:pt x="594360" y="933450"/>
                    <a:pt x="713740" y="911860"/>
                  </a:cubicBezTo>
                  <a:cubicBezTo>
                    <a:pt x="788670" y="897890"/>
                    <a:pt x="840740" y="895350"/>
                    <a:pt x="901700" y="905510"/>
                  </a:cubicBezTo>
                  <a:cubicBezTo>
                    <a:pt x="961390" y="915670"/>
                    <a:pt x="1008380" y="938530"/>
                    <a:pt x="1074420" y="971550"/>
                  </a:cubicBezTo>
                  <a:cubicBezTo>
                    <a:pt x="1176020" y="1019810"/>
                    <a:pt x="1309370" y="1122680"/>
                    <a:pt x="1436370" y="1191260"/>
                  </a:cubicBezTo>
                  <a:cubicBezTo>
                    <a:pt x="1568450" y="1262380"/>
                    <a:pt x="1742440" y="1341120"/>
                    <a:pt x="1854200" y="1388110"/>
                  </a:cubicBezTo>
                  <a:cubicBezTo>
                    <a:pt x="1927860" y="1418590"/>
                    <a:pt x="1976120" y="1441450"/>
                    <a:pt x="2039620" y="1456690"/>
                  </a:cubicBezTo>
                  <a:cubicBezTo>
                    <a:pt x="2100580" y="1471930"/>
                    <a:pt x="2179320" y="1487170"/>
                    <a:pt x="2228850" y="1477010"/>
                  </a:cubicBezTo>
                  <a:cubicBezTo>
                    <a:pt x="2263140" y="1470660"/>
                    <a:pt x="2286000" y="1450340"/>
                    <a:pt x="2312670" y="1431290"/>
                  </a:cubicBezTo>
                  <a:cubicBezTo>
                    <a:pt x="2339340" y="1412240"/>
                    <a:pt x="2368550" y="1389380"/>
                    <a:pt x="2386330" y="1361440"/>
                  </a:cubicBezTo>
                  <a:cubicBezTo>
                    <a:pt x="2405380" y="1332230"/>
                    <a:pt x="2413000" y="1301750"/>
                    <a:pt x="2420620" y="1258570"/>
                  </a:cubicBezTo>
                  <a:cubicBezTo>
                    <a:pt x="2432050" y="1191260"/>
                    <a:pt x="2430780" y="1061720"/>
                    <a:pt x="2421890" y="991870"/>
                  </a:cubicBezTo>
                  <a:cubicBezTo>
                    <a:pt x="2415540" y="943610"/>
                    <a:pt x="2402840" y="908050"/>
                    <a:pt x="2388870" y="872490"/>
                  </a:cubicBezTo>
                  <a:cubicBezTo>
                    <a:pt x="2374900" y="840740"/>
                    <a:pt x="2359660" y="815340"/>
                    <a:pt x="2339340" y="786130"/>
                  </a:cubicBezTo>
                  <a:cubicBezTo>
                    <a:pt x="2317750" y="754380"/>
                    <a:pt x="2296160" y="725170"/>
                    <a:pt x="2263140" y="689610"/>
                  </a:cubicBezTo>
                  <a:cubicBezTo>
                    <a:pt x="2214880" y="636270"/>
                    <a:pt x="2106930" y="572770"/>
                    <a:pt x="2065020" y="509270"/>
                  </a:cubicBezTo>
                  <a:cubicBezTo>
                    <a:pt x="2032000" y="457200"/>
                    <a:pt x="2020570" y="392430"/>
                    <a:pt x="2012950" y="347980"/>
                  </a:cubicBezTo>
                  <a:cubicBezTo>
                    <a:pt x="2009140" y="316230"/>
                    <a:pt x="2005330" y="294640"/>
                    <a:pt x="2012950" y="267970"/>
                  </a:cubicBezTo>
                  <a:cubicBezTo>
                    <a:pt x="2023110" y="236220"/>
                    <a:pt x="2054860" y="199390"/>
                    <a:pt x="2078990" y="173990"/>
                  </a:cubicBezTo>
                  <a:cubicBezTo>
                    <a:pt x="2101850" y="149860"/>
                    <a:pt x="2122170" y="134620"/>
                    <a:pt x="2152650" y="114300"/>
                  </a:cubicBezTo>
                  <a:cubicBezTo>
                    <a:pt x="2197100" y="86360"/>
                    <a:pt x="2264410" y="50800"/>
                    <a:pt x="2326640" y="33020"/>
                  </a:cubicBezTo>
                  <a:cubicBezTo>
                    <a:pt x="2392680" y="13970"/>
                    <a:pt x="2458720" y="11430"/>
                    <a:pt x="2538730" y="6350"/>
                  </a:cubicBezTo>
                  <a:cubicBezTo>
                    <a:pt x="2644140" y="0"/>
                    <a:pt x="2818130" y="2540"/>
                    <a:pt x="2905760" y="7620"/>
                  </a:cubicBezTo>
                  <a:cubicBezTo>
                    <a:pt x="2954020" y="11430"/>
                    <a:pt x="2983230" y="16510"/>
                    <a:pt x="3018790" y="22860"/>
                  </a:cubicBezTo>
                  <a:cubicBezTo>
                    <a:pt x="3050540" y="27940"/>
                    <a:pt x="3073400" y="31750"/>
                    <a:pt x="3107690" y="43180"/>
                  </a:cubicBezTo>
                  <a:cubicBezTo>
                    <a:pt x="3158490" y="59690"/>
                    <a:pt x="3210560" y="78740"/>
                    <a:pt x="3293110" y="127000"/>
                  </a:cubicBezTo>
                  <a:cubicBezTo>
                    <a:pt x="3495040" y="245110"/>
                    <a:pt x="4062730" y="703580"/>
                    <a:pt x="4268470" y="843280"/>
                  </a:cubicBezTo>
                  <a:cubicBezTo>
                    <a:pt x="4361180" y="905510"/>
                    <a:pt x="4404360" y="932180"/>
                    <a:pt x="4475480" y="970280"/>
                  </a:cubicBezTo>
                  <a:cubicBezTo>
                    <a:pt x="4546600" y="1009650"/>
                    <a:pt x="4644390" y="1041400"/>
                    <a:pt x="4696460" y="1078230"/>
                  </a:cubicBezTo>
                  <a:cubicBezTo>
                    <a:pt x="4729480" y="1101090"/>
                    <a:pt x="4747260" y="1115060"/>
                    <a:pt x="4770120" y="1146810"/>
                  </a:cubicBezTo>
                  <a:cubicBezTo>
                    <a:pt x="4801870" y="1191260"/>
                    <a:pt x="4832350" y="1277620"/>
                    <a:pt x="4850130" y="1334770"/>
                  </a:cubicBezTo>
                  <a:cubicBezTo>
                    <a:pt x="4864100" y="1376680"/>
                    <a:pt x="4869180" y="1403350"/>
                    <a:pt x="4874260" y="1451610"/>
                  </a:cubicBezTo>
                  <a:cubicBezTo>
                    <a:pt x="4881880" y="1529080"/>
                    <a:pt x="4889500" y="1677670"/>
                    <a:pt x="4878070" y="1755140"/>
                  </a:cubicBezTo>
                  <a:cubicBezTo>
                    <a:pt x="4871720" y="1803400"/>
                    <a:pt x="4860290" y="1833880"/>
                    <a:pt x="4843780" y="1870710"/>
                  </a:cubicBezTo>
                  <a:cubicBezTo>
                    <a:pt x="4828540" y="1907540"/>
                    <a:pt x="4809490" y="1938020"/>
                    <a:pt x="4784090" y="1977390"/>
                  </a:cubicBezTo>
                  <a:cubicBezTo>
                    <a:pt x="4751070" y="2029460"/>
                    <a:pt x="4709160" y="2087880"/>
                    <a:pt x="4659630" y="2150110"/>
                  </a:cubicBezTo>
                  <a:cubicBezTo>
                    <a:pt x="4594860" y="2231390"/>
                    <a:pt x="4461510" y="2336800"/>
                    <a:pt x="4425950" y="2420620"/>
                  </a:cubicBezTo>
                  <a:cubicBezTo>
                    <a:pt x="4401820" y="2479040"/>
                    <a:pt x="4401820" y="2538730"/>
                    <a:pt x="4411980" y="2585720"/>
                  </a:cubicBezTo>
                  <a:cubicBezTo>
                    <a:pt x="4419600" y="2623820"/>
                    <a:pt x="4436110" y="2653030"/>
                    <a:pt x="4462780" y="2683510"/>
                  </a:cubicBezTo>
                  <a:cubicBezTo>
                    <a:pt x="4495800" y="2720340"/>
                    <a:pt x="4561840" y="2753360"/>
                    <a:pt x="4610100" y="2780030"/>
                  </a:cubicBezTo>
                  <a:cubicBezTo>
                    <a:pt x="4650740" y="2804160"/>
                    <a:pt x="4683760" y="2828290"/>
                    <a:pt x="4729480" y="2838450"/>
                  </a:cubicBezTo>
                  <a:cubicBezTo>
                    <a:pt x="4785360" y="2851150"/>
                    <a:pt x="4855210" y="2847340"/>
                    <a:pt x="4921250" y="2835910"/>
                  </a:cubicBezTo>
                  <a:cubicBezTo>
                    <a:pt x="4994910" y="2823210"/>
                    <a:pt x="5072380" y="2792730"/>
                    <a:pt x="5149850" y="2755900"/>
                  </a:cubicBezTo>
                  <a:cubicBezTo>
                    <a:pt x="5237480" y="2713990"/>
                    <a:pt x="5337810" y="2651760"/>
                    <a:pt x="5417820" y="2593340"/>
                  </a:cubicBezTo>
                  <a:cubicBezTo>
                    <a:pt x="5491480" y="2537460"/>
                    <a:pt x="5546090" y="2470150"/>
                    <a:pt x="5615940" y="2414270"/>
                  </a:cubicBezTo>
                  <a:cubicBezTo>
                    <a:pt x="5685790" y="2358390"/>
                    <a:pt x="5812790" y="2308860"/>
                    <a:pt x="5838190" y="2255520"/>
                  </a:cubicBezTo>
                  <a:cubicBezTo>
                    <a:pt x="5852160" y="2225040"/>
                    <a:pt x="5826760" y="2199640"/>
                    <a:pt x="5831840" y="2164080"/>
                  </a:cubicBezTo>
                  <a:cubicBezTo>
                    <a:pt x="5838190" y="2113280"/>
                    <a:pt x="5881370" y="2053590"/>
                    <a:pt x="5894070" y="1985010"/>
                  </a:cubicBezTo>
                  <a:cubicBezTo>
                    <a:pt x="5908040" y="1897380"/>
                    <a:pt x="5869940" y="1737360"/>
                    <a:pt x="5895340" y="1678940"/>
                  </a:cubicBezTo>
                  <a:cubicBezTo>
                    <a:pt x="5908040" y="1647190"/>
                    <a:pt x="5933440" y="1629410"/>
                    <a:pt x="5955030" y="1621790"/>
                  </a:cubicBezTo>
                  <a:cubicBezTo>
                    <a:pt x="5972810" y="1615440"/>
                    <a:pt x="5994400" y="1617980"/>
                    <a:pt x="6010910" y="1624330"/>
                  </a:cubicBezTo>
                  <a:cubicBezTo>
                    <a:pt x="6027420" y="1630680"/>
                    <a:pt x="6046470" y="1644650"/>
                    <a:pt x="6054090" y="1661160"/>
                  </a:cubicBezTo>
                  <a:cubicBezTo>
                    <a:pt x="6064250" y="1681480"/>
                    <a:pt x="6066790" y="1722120"/>
                    <a:pt x="6059170" y="1743710"/>
                  </a:cubicBezTo>
                  <a:cubicBezTo>
                    <a:pt x="6052820" y="1761490"/>
                    <a:pt x="6036310" y="1776730"/>
                    <a:pt x="6019800" y="1784350"/>
                  </a:cubicBezTo>
                  <a:cubicBezTo>
                    <a:pt x="6004560" y="1793240"/>
                    <a:pt x="5982970" y="1798320"/>
                    <a:pt x="5963920" y="1794510"/>
                  </a:cubicBezTo>
                  <a:cubicBezTo>
                    <a:pt x="5942330" y="1788160"/>
                    <a:pt x="5909310" y="1764030"/>
                    <a:pt x="5897880" y="1743710"/>
                  </a:cubicBezTo>
                  <a:cubicBezTo>
                    <a:pt x="5888990" y="1727200"/>
                    <a:pt x="5886450" y="1705610"/>
                    <a:pt x="5892800" y="1687830"/>
                  </a:cubicBezTo>
                  <a:cubicBezTo>
                    <a:pt x="5899150" y="1666240"/>
                    <a:pt x="5925820" y="1634490"/>
                    <a:pt x="5946140" y="1624330"/>
                  </a:cubicBezTo>
                  <a:cubicBezTo>
                    <a:pt x="5962650" y="1616710"/>
                    <a:pt x="5985510" y="1616710"/>
                    <a:pt x="6002020" y="1621790"/>
                  </a:cubicBezTo>
                  <a:cubicBezTo>
                    <a:pt x="6019800" y="1626870"/>
                    <a:pt x="6038850" y="1639570"/>
                    <a:pt x="6049010" y="1653540"/>
                  </a:cubicBezTo>
                  <a:cubicBezTo>
                    <a:pt x="6060440" y="1667510"/>
                    <a:pt x="6062980" y="1681480"/>
                    <a:pt x="6066790" y="1706880"/>
                  </a:cubicBezTo>
                  <a:cubicBezTo>
                    <a:pt x="6075680" y="1764030"/>
                    <a:pt x="6078220" y="1912620"/>
                    <a:pt x="6064250" y="1996440"/>
                  </a:cubicBezTo>
                  <a:cubicBezTo>
                    <a:pt x="6052820" y="2065020"/>
                    <a:pt x="6012180" y="2129790"/>
                    <a:pt x="6003290" y="2178050"/>
                  </a:cubicBezTo>
                  <a:cubicBezTo>
                    <a:pt x="5996940" y="2208530"/>
                    <a:pt x="6003290" y="2227580"/>
                    <a:pt x="5998210" y="2254250"/>
                  </a:cubicBezTo>
                  <a:cubicBezTo>
                    <a:pt x="5993130" y="2283460"/>
                    <a:pt x="5985510" y="2319020"/>
                    <a:pt x="5969000" y="2346960"/>
                  </a:cubicBezTo>
                  <a:cubicBezTo>
                    <a:pt x="5952490" y="2376170"/>
                    <a:pt x="5934710" y="2392680"/>
                    <a:pt x="5897880" y="2425700"/>
                  </a:cubicBezTo>
                  <a:cubicBezTo>
                    <a:pt x="5815330" y="2501900"/>
                    <a:pt x="5571490" y="2691130"/>
                    <a:pt x="5457190" y="2769870"/>
                  </a:cubicBezTo>
                  <a:cubicBezTo>
                    <a:pt x="5389880" y="2818130"/>
                    <a:pt x="5354320" y="2839720"/>
                    <a:pt x="5289550" y="2874010"/>
                  </a:cubicBezTo>
                  <a:cubicBezTo>
                    <a:pt x="5204460" y="2917190"/>
                    <a:pt x="5060950" y="2976880"/>
                    <a:pt x="4986020" y="2999740"/>
                  </a:cubicBezTo>
                  <a:cubicBezTo>
                    <a:pt x="4945380" y="3011170"/>
                    <a:pt x="4925060" y="3014980"/>
                    <a:pt x="4886960" y="3016250"/>
                  </a:cubicBezTo>
                  <a:cubicBezTo>
                    <a:pt x="4838700" y="3020060"/>
                    <a:pt x="4771390" y="3017520"/>
                    <a:pt x="4716780" y="3006090"/>
                  </a:cubicBezTo>
                  <a:cubicBezTo>
                    <a:pt x="4663440" y="2995930"/>
                    <a:pt x="4613910" y="2978150"/>
                    <a:pt x="4563110" y="2952750"/>
                  </a:cubicBezTo>
                  <a:cubicBezTo>
                    <a:pt x="4505960" y="2923540"/>
                    <a:pt x="4442460" y="2882900"/>
                    <a:pt x="4391660" y="2838450"/>
                  </a:cubicBezTo>
                  <a:cubicBezTo>
                    <a:pt x="4342130" y="2795270"/>
                    <a:pt x="4284980" y="2736850"/>
                    <a:pt x="4260850" y="2692400"/>
                  </a:cubicBezTo>
                  <a:cubicBezTo>
                    <a:pt x="4245610" y="2661920"/>
                    <a:pt x="4243070" y="2641600"/>
                    <a:pt x="4239260" y="2608580"/>
                  </a:cubicBezTo>
                  <a:cubicBezTo>
                    <a:pt x="4232910" y="2561590"/>
                    <a:pt x="4234180" y="2484120"/>
                    <a:pt x="4241800" y="2437130"/>
                  </a:cubicBezTo>
                  <a:cubicBezTo>
                    <a:pt x="4248150" y="2404110"/>
                    <a:pt x="4259580" y="2381250"/>
                    <a:pt x="4273550" y="2354580"/>
                  </a:cubicBezTo>
                  <a:cubicBezTo>
                    <a:pt x="4288790" y="2325370"/>
                    <a:pt x="4306570" y="2299970"/>
                    <a:pt x="4334510" y="2268220"/>
                  </a:cubicBezTo>
                  <a:cubicBezTo>
                    <a:pt x="4373880" y="2219960"/>
                    <a:pt x="4443730" y="2167890"/>
                    <a:pt x="4495800" y="2104390"/>
                  </a:cubicBezTo>
                  <a:cubicBezTo>
                    <a:pt x="4554220" y="2030730"/>
                    <a:pt x="4625340" y="1916430"/>
                    <a:pt x="4663440" y="1850390"/>
                  </a:cubicBezTo>
                  <a:cubicBezTo>
                    <a:pt x="4686300" y="1811020"/>
                    <a:pt x="4701540" y="1795780"/>
                    <a:pt x="4710430" y="1753870"/>
                  </a:cubicBezTo>
                  <a:cubicBezTo>
                    <a:pt x="4725670" y="1685290"/>
                    <a:pt x="4714240" y="1539240"/>
                    <a:pt x="4705350" y="1470660"/>
                  </a:cubicBezTo>
                  <a:cubicBezTo>
                    <a:pt x="4701540" y="1431290"/>
                    <a:pt x="4696460" y="1412240"/>
                    <a:pt x="4685030" y="1379220"/>
                  </a:cubicBezTo>
                  <a:cubicBezTo>
                    <a:pt x="4672330" y="1334770"/>
                    <a:pt x="4667250" y="1275080"/>
                    <a:pt x="4626610" y="1229360"/>
                  </a:cubicBezTo>
                  <a:cubicBezTo>
                    <a:pt x="4563110" y="1159510"/>
                    <a:pt x="4425950" y="1140460"/>
                    <a:pt x="4283710" y="1052830"/>
                  </a:cubicBezTo>
                  <a:cubicBezTo>
                    <a:pt x="4022090" y="891540"/>
                    <a:pt x="3413760" y="392430"/>
                    <a:pt x="3214370" y="276860"/>
                  </a:cubicBezTo>
                  <a:cubicBezTo>
                    <a:pt x="3143250" y="234950"/>
                    <a:pt x="3105150" y="220980"/>
                    <a:pt x="3061970" y="207010"/>
                  </a:cubicBezTo>
                  <a:cubicBezTo>
                    <a:pt x="3031490" y="196850"/>
                    <a:pt x="3020060" y="194310"/>
                    <a:pt x="2981960" y="189230"/>
                  </a:cubicBezTo>
                  <a:cubicBezTo>
                    <a:pt x="2885440" y="177800"/>
                    <a:pt x="2593340" y="170180"/>
                    <a:pt x="2465070" y="184150"/>
                  </a:cubicBezTo>
                  <a:cubicBezTo>
                    <a:pt x="2388870" y="191770"/>
                    <a:pt x="2331720" y="204470"/>
                    <a:pt x="2282190" y="223520"/>
                  </a:cubicBezTo>
                  <a:cubicBezTo>
                    <a:pt x="2244090" y="238760"/>
                    <a:pt x="2200910" y="252730"/>
                    <a:pt x="2188210" y="278130"/>
                  </a:cubicBezTo>
                  <a:cubicBezTo>
                    <a:pt x="2176780" y="300990"/>
                    <a:pt x="2188210" y="337820"/>
                    <a:pt x="2195830" y="364490"/>
                  </a:cubicBezTo>
                  <a:cubicBezTo>
                    <a:pt x="2203450" y="388620"/>
                    <a:pt x="2213610" y="403860"/>
                    <a:pt x="2235200" y="431800"/>
                  </a:cubicBezTo>
                  <a:cubicBezTo>
                    <a:pt x="2275840" y="485140"/>
                    <a:pt x="2401570" y="580390"/>
                    <a:pt x="2453640" y="647700"/>
                  </a:cubicBezTo>
                  <a:cubicBezTo>
                    <a:pt x="2491740" y="695960"/>
                    <a:pt x="2513330" y="744220"/>
                    <a:pt x="2534920" y="784860"/>
                  </a:cubicBezTo>
                  <a:cubicBezTo>
                    <a:pt x="2551430" y="815340"/>
                    <a:pt x="2564130" y="835660"/>
                    <a:pt x="2574290" y="867410"/>
                  </a:cubicBezTo>
                  <a:cubicBezTo>
                    <a:pt x="2586990" y="904240"/>
                    <a:pt x="2592070" y="942340"/>
                    <a:pt x="2595880" y="991870"/>
                  </a:cubicBezTo>
                  <a:cubicBezTo>
                    <a:pt x="2600960" y="1060450"/>
                    <a:pt x="2604770" y="1168400"/>
                    <a:pt x="2593340" y="1244600"/>
                  </a:cubicBezTo>
                  <a:cubicBezTo>
                    <a:pt x="2584450" y="1311910"/>
                    <a:pt x="2561590" y="1384300"/>
                    <a:pt x="2542540" y="1428750"/>
                  </a:cubicBezTo>
                  <a:cubicBezTo>
                    <a:pt x="2529840" y="1456690"/>
                    <a:pt x="2522220" y="1470660"/>
                    <a:pt x="2501900" y="1493520"/>
                  </a:cubicBezTo>
                  <a:cubicBezTo>
                    <a:pt x="2466340" y="1532890"/>
                    <a:pt x="2381250" y="1602740"/>
                    <a:pt x="2332990" y="1626870"/>
                  </a:cubicBezTo>
                  <a:cubicBezTo>
                    <a:pt x="2301240" y="1643380"/>
                    <a:pt x="2277110" y="1647190"/>
                    <a:pt x="2247900" y="1651000"/>
                  </a:cubicBezTo>
                  <a:cubicBezTo>
                    <a:pt x="2217420" y="1653540"/>
                    <a:pt x="2193290" y="1654810"/>
                    <a:pt x="2151380" y="1648460"/>
                  </a:cubicBezTo>
                  <a:cubicBezTo>
                    <a:pt x="2068830" y="1635760"/>
                    <a:pt x="1913890" y="1593850"/>
                    <a:pt x="1788160" y="1546860"/>
                  </a:cubicBezTo>
                  <a:cubicBezTo>
                    <a:pt x="1640840" y="1490980"/>
                    <a:pt x="1474470" y="1404620"/>
                    <a:pt x="1327150" y="1325880"/>
                  </a:cubicBezTo>
                  <a:cubicBezTo>
                    <a:pt x="1184910" y="1248410"/>
                    <a:pt x="1027430" y="1109980"/>
                    <a:pt x="915670" y="1078230"/>
                  </a:cubicBezTo>
                  <a:cubicBezTo>
                    <a:pt x="849630" y="1059180"/>
                    <a:pt x="792480" y="1065530"/>
                    <a:pt x="742950" y="1074420"/>
                  </a:cubicBezTo>
                  <a:cubicBezTo>
                    <a:pt x="704850" y="1083310"/>
                    <a:pt x="685800" y="1104900"/>
                    <a:pt x="645160" y="1117600"/>
                  </a:cubicBezTo>
                  <a:cubicBezTo>
                    <a:pt x="579120" y="1139190"/>
                    <a:pt x="441960" y="1148080"/>
                    <a:pt x="381000" y="1174750"/>
                  </a:cubicBezTo>
                  <a:cubicBezTo>
                    <a:pt x="342900" y="1191260"/>
                    <a:pt x="323850" y="1211580"/>
                    <a:pt x="298450" y="1233170"/>
                  </a:cubicBezTo>
                  <a:cubicBezTo>
                    <a:pt x="273050" y="1253490"/>
                    <a:pt x="248920" y="1276350"/>
                    <a:pt x="229870" y="1301750"/>
                  </a:cubicBezTo>
                  <a:cubicBezTo>
                    <a:pt x="210820" y="1328420"/>
                    <a:pt x="203200" y="1362710"/>
                    <a:pt x="182880" y="1388110"/>
                  </a:cubicBezTo>
                  <a:cubicBezTo>
                    <a:pt x="161290" y="1414780"/>
                    <a:pt x="129540" y="1446530"/>
                    <a:pt x="102870" y="1455420"/>
                  </a:cubicBezTo>
                  <a:cubicBezTo>
                    <a:pt x="83820" y="1461770"/>
                    <a:pt x="63500" y="1459230"/>
                    <a:pt x="48260" y="1451610"/>
                  </a:cubicBezTo>
                  <a:cubicBezTo>
                    <a:pt x="31750" y="1443990"/>
                    <a:pt x="15240" y="1426210"/>
                    <a:pt x="8890" y="1412240"/>
                  </a:cubicBezTo>
                  <a:cubicBezTo>
                    <a:pt x="2540" y="1400810"/>
                    <a:pt x="0" y="1388110"/>
                    <a:pt x="1270" y="1375410"/>
                  </a:cubicBezTo>
                  <a:cubicBezTo>
                    <a:pt x="3810" y="1358900"/>
                    <a:pt x="24130" y="1324610"/>
                    <a:pt x="24130" y="1324610"/>
                  </a:cubicBezTo>
                </a:path>
              </a:pathLst>
            </a:custGeom>
            <a:solidFill>
              <a:srgbClr val="FFDE59"/>
            </a:solidFill>
            <a:ln cap="sq">
              <a:noFill/>
              <a:prstDash val="solid"/>
              <a:miter/>
            </a:ln>
          </p:spPr>
        </p:sp>
      </p:grpSp>
      <p:grpSp>
        <p:nvGrpSpPr>
          <p:cNvPr name="Group 33" id="33"/>
          <p:cNvGrpSpPr/>
          <p:nvPr/>
        </p:nvGrpSpPr>
        <p:grpSpPr>
          <a:xfrm rot="0">
            <a:off x="12713879" y="6581793"/>
            <a:ext cx="3257565" cy="1543050"/>
            <a:chOff x="0" y="0"/>
            <a:chExt cx="1715919" cy="812800"/>
          </a:xfrm>
        </p:grpSpPr>
        <p:sp>
          <p:nvSpPr>
            <p:cNvPr name="Freeform 34" id="34"/>
            <p:cNvSpPr/>
            <p:nvPr/>
          </p:nvSpPr>
          <p:spPr>
            <a:xfrm flipH="false" flipV="false" rot="0">
              <a:off x="0" y="0"/>
              <a:ext cx="1715919" cy="812800"/>
            </a:xfrm>
            <a:custGeom>
              <a:avLst/>
              <a:gdLst/>
              <a:ahLst/>
              <a:cxnLst/>
              <a:rect r="r" b="b" t="t" l="l"/>
              <a:pathLst>
                <a:path h="812800" w="1715919">
                  <a:moveTo>
                    <a:pt x="1555899" y="0"/>
                  </a:moveTo>
                  <a:lnTo>
                    <a:pt x="160020" y="0"/>
                  </a:lnTo>
                  <a:lnTo>
                    <a:pt x="0" y="160020"/>
                  </a:lnTo>
                  <a:lnTo>
                    <a:pt x="0" y="652780"/>
                  </a:lnTo>
                  <a:lnTo>
                    <a:pt x="160020" y="812800"/>
                  </a:lnTo>
                  <a:lnTo>
                    <a:pt x="1555899" y="812800"/>
                  </a:lnTo>
                  <a:lnTo>
                    <a:pt x="1715919" y="652780"/>
                  </a:lnTo>
                  <a:lnTo>
                    <a:pt x="1715919" y="160020"/>
                  </a:lnTo>
                  <a:lnTo>
                    <a:pt x="1555899" y="0"/>
                  </a:lnTo>
                  <a:close/>
                </a:path>
              </a:pathLst>
            </a:custGeom>
            <a:solidFill>
              <a:srgbClr val="E7191F"/>
            </a:solidFill>
          </p:spPr>
        </p:sp>
        <p:sp>
          <p:nvSpPr>
            <p:cNvPr name="TextBox 35" id="35"/>
            <p:cNvSpPr txBox="true"/>
            <p:nvPr/>
          </p:nvSpPr>
          <p:spPr>
            <a:xfrm>
              <a:off x="63500" y="25400"/>
              <a:ext cx="1588919" cy="723900"/>
            </a:xfrm>
            <a:prstGeom prst="rect">
              <a:avLst/>
            </a:prstGeom>
          </p:spPr>
          <p:txBody>
            <a:bodyPr anchor="ctr" rtlCol="false" tIns="50800" lIns="50800" bIns="50800" rIns="50800"/>
            <a:lstStyle/>
            <a:p>
              <a:pPr algn="ctr">
                <a:lnSpc>
                  <a:spcPts val="2659"/>
                </a:lnSpc>
              </a:pPr>
              <a:r>
                <a:rPr lang="en-US" sz="1899">
                  <a:solidFill>
                    <a:srgbClr val="000000"/>
                  </a:solidFill>
                  <a:latin typeface="Canva Sans"/>
                  <a:ea typeface="Canva Sans"/>
                  <a:cs typeface="Canva Sans"/>
                  <a:sym typeface="Canva Sans"/>
                </a:rPr>
                <a:t>Air Compressor</a:t>
              </a:r>
            </a:p>
          </p:txBody>
        </p:sp>
      </p:grpSp>
      <p:grpSp>
        <p:nvGrpSpPr>
          <p:cNvPr name="Group 36" id="36"/>
          <p:cNvGrpSpPr/>
          <p:nvPr/>
        </p:nvGrpSpPr>
        <p:grpSpPr>
          <a:xfrm rot="0">
            <a:off x="12169140" y="7121843"/>
            <a:ext cx="661035" cy="610552"/>
            <a:chOff x="0" y="0"/>
            <a:chExt cx="881380" cy="814070"/>
          </a:xfrm>
        </p:grpSpPr>
        <p:sp>
          <p:nvSpPr>
            <p:cNvPr name="Freeform 37" id="37"/>
            <p:cNvSpPr/>
            <p:nvPr/>
          </p:nvSpPr>
          <p:spPr>
            <a:xfrm flipH="false" flipV="false" rot="0">
              <a:off x="52070" y="48260"/>
              <a:ext cx="779780" cy="720090"/>
            </a:xfrm>
            <a:custGeom>
              <a:avLst/>
              <a:gdLst/>
              <a:ahLst/>
              <a:cxnLst/>
              <a:rect r="r" b="b" t="t" l="l"/>
              <a:pathLst>
                <a:path h="720090" w="779780">
                  <a:moveTo>
                    <a:pt x="0" y="641350"/>
                  </a:moveTo>
                  <a:cubicBezTo>
                    <a:pt x="20320" y="345440"/>
                    <a:pt x="90170" y="284480"/>
                    <a:pt x="128270" y="248920"/>
                  </a:cubicBezTo>
                  <a:cubicBezTo>
                    <a:pt x="152400" y="227330"/>
                    <a:pt x="166370" y="218440"/>
                    <a:pt x="194310" y="203200"/>
                  </a:cubicBezTo>
                  <a:cubicBezTo>
                    <a:pt x="233680" y="181610"/>
                    <a:pt x="307340" y="163830"/>
                    <a:pt x="349250" y="143510"/>
                  </a:cubicBezTo>
                  <a:cubicBezTo>
                    <a:pt x="379730" y="128270"/>
                    <a:pt x="392430" y="111760"/>
                    <a:pt x="422910" y="96520"/>
                  </a:cubicBezTo>
                  <a:cubicBezTo>
                    <a:pt x="466090" y="74930"/>
                    <a:pt x="553720" y="35560"/>
                    <a:pt x="586740" y="33020"/>
                  </a:cubicBezTo>
                  <a:cubicBezTo>
                    <a:pt x="601980" y="33020"/>
                    <a:pt x="607060" y="43180"/>
                    <a:pt x="618490" y="40640"/>
                  </a:cubicBezTo>
                  <a:cubicBezTo>
                    <a:pt x="633730" y="38100"/>
                    <a:pt x="652780" y="10160"/>
                    <a:pt x="669290" y="5080"/>
                  </a:cubicBezTo>
                  <a:cubicBezTo>
                    <a:pt x="683260" y="1270"/>
                    <a:pt x="697230" y="1270"/>
                    <a:pt x="711200" y="5080"/>
                  </a:cubicBezTo>
                  <a:cubicBezTo>
                    <a:pt x="723900" y="7620"/>
                    <a:pt x="737870" y="15240"/>
                    <a:pt x="748030" y="24130"/>
                  </a:cubicBezTo>
                  <a:cubicBezTo>
                    <a:pt x="758190" y="33020"/>
                    <a:pt x="767080" y="45720"/>
                    <a:pt x="772160" y="58420"/>
                  </a:cubicBezTo>
                  <a:cubicBezTo>
                    <a:pt x="777240" y="71120"/>
                    <a:pt x="778510" y="86360"/>
                    <a:pt x="777240" y="100330"/>
                  </a:cubicBezTo>
                  <a:cubicBezTo>
                    <a:pt x="775970" y="113030"/>
                    <a:pt x="774700" y="129540"/>
                    <a:pt x="763270" y="138430"/>
                  </a:cubicBezTo>
                  <a:cubicBezTo>
                    <a:pt x="742950" y="156210"/>
                    <a:pt x="670560" y="172720"/>
                    <a:pt x="645160" y="163830"/>
                  </a:cubicBezTo>
                  <a:cubicBezTo>
                    <a:pt x="626110" y="157480"/>
                    <a:pt x="615950" y="137160"/>
                    <a:pt x="609600" y="120650"/>
                  </a:cubicBezTo>
                  <a:cubicBezTo>
                    <a:pt x="603250" y="104140"/>
                    <a:pt x="600710" y="82550"/>
                    <a:pt x="607060" y="64770"/>
                  </a:cubicBezTo>
                  <a:cubicBezTo>
                    <a:pt x="614680" y="44450"/>
                    <a:pt x="641350" y="13970"/>
                    <a:pt x="664210" y="6350"/>
                  </a:cubicBezTo>
                  <a:cubicBezTo>
                    <a:pt x="687070" y="0"/>
                    <a:pt x="725170" y="6350"/>
                    <a:pt x="744220" y="21590"/>
                  </a:cubicBezTo>
                  <a:cubicBezTo>
                    <a:pt x="763270" y="35560"/>
                    <a:pt x="779780" y="72390"/>
                    <a:pt x="777240" y="95250"/>
                  </a:cubicBezTo>
                  <a:cubicBezTo>
                    <a:pt x="775970" y="119380"/>
                    <a:pt x="755650" y="153670"/>
                    <a:pt x="734060" y="165100"/>
                  </a:cubicBezTo>
                  <a:cubicBezTo>
                    <a:pt x="713740" y="177800"/>
                    <a:pt x="674370" y="179070"/>
                    <a:pt x="652780" y="168910"/>
                  </a:cubicBezTo>
                  <a:cubicBezTo>
                    <a:pt x="631190" y="158750"/>
                    <a:pt x="609600" y="124460"/>
                    <a:pt x="604520" y="102870"/>
                  </a:cubicBezTo>
                  <a:cubicBezTo>
                    <a:pt x="599440" y="85090"/>
                    <a:pt x="605790" y="63500"/>
                    <a:pt x="613410" y="48260"/>
                  </a:cubicBezTo>
                  <a:cubicBezTo>
                    <a:pt x="622300" y="33020"/>
                    <a:pt x="638810" y="17780"/>
                    <a:pt x="655320" y="10160"/>
                  </a:cubicBezTo>
                  <a:cubicBezTo>
                    <a:pt x="670560" y="2540"/>
                    <a:pt x="709930" y="2540"/>
                    <a:pt x="709930" y="5080"/>
                  </a:cubicBezTo>
                  <a:cubicBezTo>
                    <a:pt x="711200" y="8890"/>
                    <a:pt x="621030" y="44450"/>
                    <a:pt x="618490" y="40640"/>
                  </a:cubicBezTo>
                  <a:cubicBezTo>
                    <a:pt x="617220" y="39370"/>
                    <a:pt x="624840" y="30480"/>
                    <a:pt x="632460" y="25400"/>
                  </a:cubicBezTo>
                  <a:cubicBezTo>
                    <a:pt x="643890" y="16510"/>
                    <a:pt x="670560" y="2540"/>
                    <a:pt x="689610" y="2540"/>
                  </a:cubicBezTo>
                  <a:cubicBezTo>
                    <a:pt x="708660" y="2540"/>
                    <a:pt x="734060" y="11430"/>
                    <a:pt x="748030" y="24130"/>
                  </a:cubicBezTo>
                  <a:cubicBezTo>
                    <a:pt x="762000" y="36830"/>
                    <a:pt x="774700" y="59690"/>
                    <a:pt x="777240" y="78740"/>
                  </a:cubicBezTo>
                  <a:cubicBezTo>
                    <a:pt x="779780" y="97790"/>
                    <a:pt x="777240" y="120650"/>
                    <a:pt x="763270" y="138430"/>
                  </a:cubicBezTo>
                  <a:cubicBezTo>
                    <a:pt x="740410" y="166370"/>
                    <a:pt x="683260" y="184150"/>
                    <a:pt x="629920" y="208280"/>
                  </a:cubicBezTo>
                  <a:cubicBezTo>
                    <a:pt x="554990" y="241300"/>
                    <a:pt x="433070" y="276860"/>
                    <a:pt x="351790" y="313690"/>
                  </a:cubicBezTo>
                  <a:cubicBezTo>
                    <a:pt x="285750" y="345440"/>
                    <a:pt x="207010" y="373380"/>
                    <a:pt x="177800" y="410210"/>
                  </a:cubicBezTo>
                  <a:cubicBezTo>
                    <a:pt x="158750" y="434340"/>
                    <a:pt x="162560" y="458470"/>
                    <a:pt x="157480" y="490220"/>
                  </a:cubicBezTo>
                  <a:cubicBezTo>
                    <a:pt x="151130" y="535940"/>
                    <a:pt x="166370" y="622300"/>
                    <a:pt x="154940" y="660400"/>
                  </a:cubicBezTo>
                  <a:cubicBezTo>
                    <a:pt x="147320" y="680720"/>
                    <a:pt x="138430" y="695960"/>
                    <a:pt x="123190" y="706120"/>
                  </a:cubicBezTo>
                  <a:cubicBezTo>
                    <a:pt x="105410" y="716280"/>
                    <a:pt x="69850" y="720090"/>
                    <a:pt x="50800" y="713740"/>
                  </a:cubicBezTo>
                  <a:cubicBezTo>
                    <a:pt x="33020" y="708660"/>
                    <a:pt x="16510" y="690880"/>
                    <a:pt x="8890" y="676910"/>
                  </a:cubicBezTo>
                  <a:cubicBezTo>
                    <a:pt x="2540" y="666750"/>
                    <a:pt x="0" y="641350"/>
                    <a:pt x="0" y="641350"/>
                  </a:cubicBezTo>
                </a:path>
              </a:pathLst>
            </a:custGeom>
            <a:solidFill>
              <a:srgbClr val="FFDE59"/>
            </a:solidFill>
            <a:ln cap="sq">
              <a:noFill/>
              <a:prstDash val="solid"/>
              <a:miter/>
            </a:ln>
          </p:spPr>
        </p:sp>
      </p:grpSp>
      <p:grpSp>
        <p:nvGrpSpPr>
          <p:cNvPr name="Group 38" id="38"/>
          <p:cNvGrpSpPr/>
          <p:nvPr/>
        </p:nvGrpSpPr>
        <p:grpSpPr>
          <a:xfrm rot="0">
            <a:off x="13042582" y="8079105"/>
            <a:ext cx="268605" cy="327660"/>
            <a:chOff x="0" y="0"/>
            <a:chExt cx="358140" cy="436880"/>
          </a:xfrm>
        </p:grpSpPr>
        <p:sp>
          <p:nvSpPr>
            <p:cNvPr name="Freeform 39" id="39"/>
            <p:cNvSpPr/>
            <p:nvPr/>
          </p:nvSpPr>
          <p:spPr>
            <a:xfrm flipH="false" flipV="false" rot="0">
              <a:off x="46990" y="49530"/>
              <a:ext cx="262890" cy="341630"/>
            </a:xfrm>
            <a:custGeom>
              <a:avLst/>
              <a:gdLst/>
              <a:ahLst/>
              <a:cxnLst/>
              <a:rect r="r" b="b" t="t" l="l"/>
              <a:pathLst>
                <a:path h="341630" w="262890">
                  <a:moveTo>
                    <a:pt x="257810" y="101600"/>
                  </a:moveTo>
                  <a:cubicBezTo>
                    <a:pt x="162560" y="293370"/>
                    <a:pt x="146050" y="317500"/>
                    <a:pt x="123190" y="328930"/>
                  </a:cubicBezTo>
                  <a:cubicBezTo>
                    <a:pt x="101600" y="339090"/>
                    <a:pt x="68580" y="340360"/>
                    <a:pt x="49530" y="332740"/>
                  </a:cubicBezTo>
                  <a:cubicBezTo>
                    <a:pt x="33020" y="327660"/>
                    <a:pt x="20320" y="312420"/>
                    <a:pt x="12700" y="298450"/>
                  </a:cubicBezTo>
                  <a:cubicBezTo>
                    <a:pt x="5080" y="284480"/>
                    <a:pt x="0" y="265430"/>
                    <a:pt x="3810" y="248920"/>
                  </a:cubicBezTo>
                  <a:cubicBezTo>
                    <a:pt x="8890" y="228600"/>
                    <a:pt x="29210" y="199390"/>
                    <a:pt x="49530" y="189230"/>
                  </a:cubicBezTo>
                  <a:cubicBezTo>
                    <a:pt x="68580" y="180340"/>
                    <a:pt x="104140" y="182880"/>
                    <a:pt x="123190" y="194310"/>
                  </a:cubicBezTo>
                  <a:cubicBezTo>
                    <a:pt x="140970" y="205740"/>
                    <a:pt x="158750" y="237490"/>
                    <a:pt x="161290" y="257810"/>
                  </a:cubicBezTo>
                  <a:cubicBezTo>
                    <a:pt x="162560" y="274320"/>
                    <a:pt x="156210" y="292100"/>
                    <a:pt x="147320" y="306070"/>
                  </a:cubicBezTo>
                  <a:cubicBezTo>
                    <a:pt x="138430" y="318770"/>
                    <a:pt x="123190" y="332740"/>
                    <a:pt x="106680" y="336550"/>
                  </a:cubicBezTo>
                  <a:cubicBezTo>
                    <a:pt x="87630" y="341630"/>
                    <a:pt x="52070" y="335280"/>
                    <a:pt x="34290" y="323850"/>
                  </a:cubicBezTo>
                  <a:cubicBezTo>
                    <a:pt x="20320" y="314960"/>
                    <a:pt x="10160" y="297180"/>
                    <a:pt x="6350" y="281940"/>
                  </a:cubicBezTo>
                  <a:cubicBezTo>
                    <a:pt x="1270" y="266700"/>
                    <a:pt x="2540" y="251460"/>
                    <a:pt x="8890" y="232410"/>
                  </a:cubicBezTo>
                  <a:cubicBezTo>
                    <a:pt x="20320" y="201930"/>
                    <a:pt x="68580" y="158750"/>
                    <a:pt x="87630" y="123190"/>
                  </a:cubicBezTo>
                  <a:cubicBezTo>
                    <a:pt x="102870" y="93980"/>
                    <a:pt x="106680" y="55880"/>
                    <a:pt x="119380" y="36830"/>
                  </a:cubicBezTo>
                  <a:cubicBezTo>
                    <a:pt x="127000" y="24130"/>
                    <a:pt x="133350" y="16510"/>
                    <a:pt x="146050" y="10160"/>
                  </a:cubicBezTo>
                  <a:cubicBezTo>
                    <a:pt x="160020" y="3810"/>
                    <a:pt x="184150" y="0"/>
                    <a:pt x="199390" y="1270"/>
                  </a:cubicBezTo>
                  <a:cubicBezTo>
                    <a:pt x="212090" y="3810"/>
                    <a:pt x="223520" y="8890"/>
                    <a:pt x="233680" y="17780"/>
                  </a:cubicBezTo>
                  <a:cubicBezTo>
                    <a:pt x="245110" y="27940"/>
                    <a:pt x="256540" y="49530"/>
                    <a:pt x="260350" y="64770"/>
                  </a:cubicBezTo>
                  <a:cubicBezTo>
                    <a:pt x="262890" y="77470"/>
                    <a:pt x="257810" y="101600"/>
                    <a:pt x="257810" y="101600"/>
                  </a:cubicBezTo>
                </a:path>
              </a:pathLst>
            </a:custGeom>
            <a:solidFill>
              <a:srgbClr val="8C8C8C"/>
            </a:solidFill>
            <a:ln cap="sq">
              <a:noFill/>
              <a:prstDash val="solid"/>
              <a:miter/>
            </a:ln>
          </p:spPr>
        </p:sp>
      </p:grpSp>
      <p:grpSp>
        <p:nvGrpSpPr>
          <p:cNvPr name="Group 40" id="40"/>
          <p:cNvGrpSpPr/>
          <p:nvPr/>
        </p:nvGrpSpPr>
        <p:grpSpPr>
          <a:xfrm rot="0">
            <a:off x="15386685" y="8035290"/>
            <a:ext cx="238125" cy="344805"/>
            <a:chOff x="0" y="0"/>
            <a:chExt cx="317500" cy="459740"/>
          </a:xfrm>
        </p:grpSpPr>
        <p:sp>
          <p:nvSpPr>
            <p:cNvPr name="Freeform 41" id="41"/>
            <p:cNvSpPr/>
            <p:nvPr/>
          </p:nvSpPr>
          <p:spPr>
            <a:xfrm flipH="false" flipV="false" rot="0">
              <a:off x="46990" y="44450"/>
              <a:ext cx="224790" cy="368300"/>
            </a:xfrm>
            <a:custGeom>
              <a:avLst/>
              <a:gdLst/>
              <a:ahLst/>
              <a:cxnLst/>
              <a:rect r="r" b="b" t="t" l="l"/>
              <a:pathLst>
                <a:path h="368300" w="224790">
                  <a:moveTo>
                    <a:pt x="149860" y="44450"/>
                  </a:moveTo>
                  <a:cubicBezTo>
                    <a:pt x="222250" y="287020"/>
                    <a:pt x="223520" y="300990"/>
                    <a:pt x="214630" y="316230"/>
                  </a:cubicBezTo>
                  <a:cubicBezTo>
                    <a:pt x="204470" y="334010"/>
                    <a:pt x="176530" y="358140"/>
                    <a:pt x="156210" y="363220"/>
                  </a:cubicBezTo>
                  <a:cubicBezTo>
                    <a:pt x="139700" y="368300"/>
                    <a:pt x="119380" y="363220"/>
                    <a:pt x="105410" y="356870"/>
                  </a:cubicBezTo>
                  <a:cubicBezTo>
                    <a:pt x="90170" y="349250"/>
                    <a:pt x="74930" y="336550"/>
                    <a:pt x="68580" y="320040"/>
                  </a:cubicBezTo>
                  <a:cubicBezTo>
                    <a:pt x="60960" y="300990"/>
                    <a:pt x="59690" y="264160"/>
                    <a:pt x="71120" y="243840"/>
                  </a:cubicBezTo>
                  <a:cubicBezTo>
                    <a:pt x="81280" y="224790"/>
                    <a:pt x="111760" y="205740"/>
                    <a:pt x="134620" y="203200"/>
                  </a:cubicBezTo>
                  <a:cubicBezTo>
                    <a:pt x="156210" y="201930"/>
                    <a:pt x="189230" y="215900"/>
                    <a:pt x="203200" y="233680"/>
                  </a:cubicBezTo>
                  <a:cubicBezTo>
                    <a:pt x="217170" y="251460"/>
                    <a:pt x="224790" y="287020"/>
                    <a:pt x="218440" y="307340"/>
                  </a:cubicBezTo>
                  <a:cubicBezTo>
                    <a:pt x="210820" y="328930"/>
                    <a:pt x="185420" y="354330"/>
                    <a:pt x="165100" y="360680"/>
                  </a:cubicBezTo>
                  <a:cubicBezTo>
                    <a:pt x="143510" y="368300"/>
                    <a:pt x="107950" y="358140"/>
                    <a:pt x="90170" y="346710"/>
                  </a:cubicBezTo>
                  <a:cubicBezTo>
                    <a:pt x="76200" y="337820"/>
                    <a:pt x="71120" y="322580"/>
                    <a:pt x="62230" y="303530"/>
                  </a:cubicBezTo>
                  <a:cubicBezTo>
                    <a:pt x="49530" y="270510"/>
                    <a:pt x="44450" y="199390"/>
                    <a:pt x="33020" y="162560"/>
                  </a:cubicBezTo>
                  <a:cubicBezTo>
                    <a:pt x="24130" y="135890"/>
                    <a:pt x="6350" y="118110"/>
                    <a:pt x="3810" y="97790"/>
                  </a:cubicBezTo>
                  <a:cubicBezTo>
                    <a:pt x="0" y="78740"/>
                    <a:pt x="2540" y="57150"/>
                    <a:pt x="11430" y="41910"/>
                  </a:cubicBezTo>
                  <a:cubicBezTo>
                    <a:pt x="19050" y="26670"/>
                    <a:pt x="36830" y="12700"/>
                    <a:pt x="53340" y="6350"/>
                  </a:cubicBezTo>
                  <a:cubicBezTo>
                    <a:pt x="69850" y="0"/>
                    <a:pt x="92710" y="1270"/>
                    <a:pt x="109220" y="7620"/>
                  </a:cubicBezTo>
                  <a:cubicBezTo>
                    <a:pt x="124460" y="13970"/>
                    <a:pt x="149860" y="44450"/>
                    <a:pt x="149860" y="44450"/>
                  </a:cubicBezTo>
                </a:path>
              </a:pathLst>
            </a:custGeom>
            <a:solidFill>
              <a:srgbClr val="8C8C8C"/>
            </a:solidFill>
            <a:ln cap="sq">
              <a:noFill/>
              <a:prstDash val="solid"/>
              <a:miter/>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TextBox 4" id="4"/>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#3</a:t>
            </a:r>
          </a:p>
        </p:txBody>
      </p:sp>
      <p:sp>
        <p:nvSpPr>
          <p:cNvPr name="TextBox 5" id="5"/>
          <p:cNvSpPr txBox="true"/>
          <p:nvPr/>
        </p:nvSpPr>
        <p:spPr>
          <a:xfrm rot="0">
            <a:off x="1333865" y="3453302"/>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6" id="6"/>
          <p:cNvGrpSpPr/>
          <p:nvPr/>
        </p:nvGrpSpPr>
        <p:grpSpPr>
          <a:xfrm rot="0">
            <a:off x="15621059" y="255039"/>
            <a:ext cx="1856467" cy="185646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FF3B"/>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r>
              <a:rPr lang="en-US" sz="3200">
                <a:solidFill>
                  <a:srgbClr val="A9FF3B"/>
                </a:solidFill>
                <a:latin typeface="Tex Gyre Termes"/>
                <a:ea typeface="Tex Gyre Termes"/>
                <a:cs typeface="Tex Gyre Termes"/>
                <a:sym typeface="Tex Gyre Termes"/>
              </a:rPr>
              <a:t>6.6.1</a:t>
            </a:r>
          </a:p>
        </p:txBody>
      </p:sp>
      <p:grpSp>
        <p:nvGrpSpPr>
          <p:cNvPr name="Group 10" id="10"/>
          <p:cNvGrpSpPr/>
          <p:nvPr/>
        </p:nvGrpSpPr>
        <p:grpSpPr>
          <a:xfrm rot="0">
            <a:off x="4349115" y="1652588"/>
            <a:ext cx="189548" cy="188595"/>
            <a:chOff x="0" y="0"/>
            <a:chExt cx="252730" cy="251460"/>
          </a:xfrm>
        </p:grpSpPr>
        <p:sp>
          <p:nvSpPr>
            <p:cNvPr name="Freeform 11" id="11"/>
            <p:cNvSpPr/>
            <p:nvPr/>
          </p:nvSpPr>
          <p:spPr>
            <a:xfrm flipH="false" flipV="false" rot="0">
              <a:off x="50800" y="46990"/>
              <a:ext cx="148590" cy="154940"/>
            </a:xfrm>
            <a:custGeom>
              <a:avLst/>
              <a:gdLst/>
              <a:ahLst/>
              <a:cxnLst/>
              <a:rect r="r" b="b" t="t" l="l"/>
              <a:pathLst>
                <a:path h="154940" w="148590">
                  <a:moveTo>
                    <a:pt x="148590" y="53340"/>
                  </a:moveTo>
                  <a:cubicBezTo>
                    <a:pt x="146050" y="107950"/>
                    <a:pt x="123190" y="135890"/>
                    <a:pt x="107950" y="146050"/>
                  </a:cubicBezTo>
                  <a:cubicBezTo>
                    <a:pt x="96520" y="152400"/>
                    <a:pt x="85090" y="154940"/>
                    <a:pt x="71120" y="152400"/>
                  </a:cubicBezTo>
                  <a:cubicBezTo>
                    <a:pt x="53340" y="148590"/>
                    <a:pt x="22860" y="130810"/>
                    <a:pt x="11430" y="115570"/>
                  </a:cubicBezTo>
                  <a:cubicBezTo>
                    <a:pt x="2540" y="105410"/>
                    <a:pt x="0" y="93980"/>
                    <a:pt x="0" y="81280"/>
                  </a:cubicBezTo>
                  <a:cubicBezTo>
                    <a:pt x="1270" y="62230"/>
                    <a:pt x="12700" y="29210"/>
                    <a:pt x="29210" y="16510"/>
                  </a:cubicBezTo>
                  <a:cubicBezTo>
                    <a:pt x="45720" y="3810"/>
                    <a:pt x="81280" y="0"/>
                    <a:pt x="99060" y="3810"/>
                  </a:cubicBezTo>
                  <a:cubicBezTo>
                    <a:pt x="111760" y="6350"/>
                    <a:pt x="129540" y="22860"/>
                    <a:pt x="129540" y="22860"/>
                  </a:cubicBezTo>
                </a:path>
              </a:pathLst>
            </a:custGeom>
            <a:solidFill>
              <a:srgbClr val="8C8C8C"/>
            </a:solidFill>
            <a:ln cap="sq">
              <a:noFill/>
              <a:prstDash val="solid"/>
              <a:miter/>
            </a:ln>
          </p:spPr>
        </p:sp>
      </p:grpSp>
      <p:sp>
        <p:nvSpPr>
          <p:cNvPr name="TextBox 12" id="12"/>
          <p:cNvSpPr txBox="true"/>
          <p:nvPr/>
        </p:nvSpPr>
        <p:spPr>
          <a:xfrm rot="0">
            <a:off x="1440296" y="2115747"/>
            <a:ext cx="15407408" cy="1109345"/>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The thrusters will use a jet/impeller design with a to spec filter on the intake to ensure that no thruster blades are exposed.</a:t>
            </a:r>
          </a:p>
        </p:txBody>
      </p:sp>
      <p:sp>
        <p:nvSpPr>
          <p:cNvPr name="TextBox 13" id="13"/>
          <p:cNvSpPr txBox="true"/>
          <p:nvPr/>
        </p:nvSpPr>
        <p:spPr>
          <a:xfrm rot="0">
            <a:off x="13583952" y="5456326"/>
            <a:ext cx="4635008" cy="1864786"/>
          </a:xfrm>
          <a:prstGeom prst="rect">
            <a:avLst/>
          </a:prstGeom>
        </p:spPr>
        <p:txBody>
          <a:bodyPr anchor="t" rtlCol="false" tIns="0" lIns="0" bIns="0" rIns="0">
            <a:spAutoFit/>
          </a:bodyPr>
          <a:lstStyle/>
          <a:p>
            <a:pPr algn="l">
              <a:lnSpc>
                <a:spcPts val="2544"/>
              </a:lnSpc>
            </a:pPr>
            <a:r>
              <a:rPr lang="en-US" sz="1817">
                <a:solidFill>
                  <a:srgbClr val="FFFFFF"/>
                </a:solidFill>
                <a:latin typeface="Tex Gyre Termes"/>
                <a:ea typeface="Tex Gyre Termes"/>
                <a:cs typeface="Tex Gyre Termes"/>
                <a:sym typeface="Tex Gyre Termes"/>
              </a:rPr>
              <a:t>Pros: </a:t>
            </a:r>
          </a:p>
          <a:p>
            <a:pPr algn="l" marL="392340" indent="-196170" lvl="1">
              <a:lnSpc>
                <a:spcPts val="2544"/>
              </a:lnSpc>
              <a:buFont typeface="Arial"/>
              <a:buChar char="•"/>
            </a:pPr>
            <a:r>
              <a:rPr lang="en-US" sz="1817">
                <a:solidFill>
                  <a:srgbClr val="FFFFFF"/>
                </a:solidFill>
                <a:latin typeface="Tex Gyre Termes"/>
                <a:ea typeface="Tex Gyre Termes"/>
                <a:cs typeface="Tex Gyre Termes"/>
                <a:sym typeface="Tex Gyre Termes"/>
              </a:rPr>
              <a:t>you can design the thruster exhaust to be efficient and displace water in the areas that you want</a:t>
            </a:r>
          </a:p>
          <a:p>
            <a:pPr algn="l" marL="392340" indent="-196170" lvl="1">
              <a:lnSpc>
                <a:spcPts val="2544"/>
              </a:lnSpc>
              <a:buFont typeface="Arial"/>
              <a:buChar char="•"/>
            </a:pPr>
            <a:r>
              <a:rPr lang="en-US" sz="1817">
                <a:solidFill>
                  <a:srgbClr val="FFFFFF"/>
                </a:solidFill>
                <a:latin typeface="Tex Gyre Termes"/>
                <a:ea typeface="Tex Gyre Termes"/>
                <a:cs typeface="Tex Gyre Termes"/>
                <a:sym typeface="Tex Gyre Termes"/>
              </a:rPr>
              <a:t>the intake design can be designed to help in the hydrodynamics of the ROV </a:t>
            </a:r>
          </a:p>
        </p:txBody>
      </p:sp>
      <p:sp>
        <p:nvSpPr>
          <p:cNvPr name="TextBox 14" id="14"/>
          <p:cNvSpPr txBox="true"/>
          <p:nvPr/>
        </p:nvSpPr>
        <p:spPr>
          <a:xfrm rot="0">
            <a:off x="13583952" y="7358361"/>
            <a:ext cx="4557681" cy="2204209"/>
          </a:xfrm>
          <a:prstGeom prst="rect">
            <a:avLst/>
          </a:prstGeom>
        </p:spPr>
        <p:txBody>
          <a:bodyPr anchor="t" rtlCol="false" tIns="0" lIns="0" bIns="0" rIns="0">
            <a:spAutoFit/>
          </a:bodyPr>
          <a:lstStyle/>
          <a:p>
            <a:pPr algn="l">
              <a:lnSpc>
                <a:spcPts val="2536"/>
              </a:lnSpc>
            </a:pPr>
            <a:r>
              <a:rPr lang="en-US" sz="1812">
                <a:solidFill>
                  <a:srgbClr val="FFFFFF"/>
                </a:solidFill>
                <a:latin typeface="Tex Gyre Termes"/>
                <a:ea typeface="Tex Gyre Termes"/>
                <a:cs typeface="Tex Gyre Termes"/>
                <a:sym typeface="Tex Gyre Termes"/>
              </a:rPr>
              <a:t>Cons:</a:t>
            </a:r>
          </a:p>
          <a:p>
            <a:pPr algn="l" marL="391234" indent="-195617" lvl="1">
              <a:lnSpc>
                <a:spcPts val="2536"/>
              </a:lnSpc>
              <a:buFont typeface="Arial"/>
              <a:buChar char="•"/>
            </a:pPr>
            <a:r>
              <a:rPr lang="en-US" sz="1812">
                <a:solidFill>
                  <a:srgbClr val="FFFFFF"/>
                </a:solidFill>
                <a:latin typeface="Tex Gyre Termes"/>
                <a:ea typeface="Tex Gyre Termes"/>
                <a:cs typeface="Tex Gyre Termes"/>
                <a:sym typeface="Tex Gyre Termes"/>
              </a:rPr>
              <a:t>a jet/ impeller system may have lower output than a traditional thruster + propellor system if the hydrodynamics are not taken into consideration</a:t>
            </a:r>
          </a:p>
          <a:p>
            <a:pPr algn="l" marL="391234" indent="-195617" lvl="1">
              <a:lnSpc>
                <a:spcPts val="2536"/>
              </a:lnSpc>
              <a:buFont typeface="Arial"/>
              <a:buChar char="•"/>
            </a:pPr>
            <a:r>
              <a:rPr lang="en-US" sz="1812">
                <a:solidFill>
                  <a:srgbClr val="FFFFFF"/>
                </a:solidFill>
                <a:latin typeface="Tex Gyre Termes"/>
                <a:ea typeface="Tex Gyre Termes"/>
                <a:cs typeface="Tex Gyre Termes"/>
                <a:sym typeface="Tex Gyre Termes"/>
              </a:rPr>
              <a:t>will likely need a hard shell/shroud to efficiently displace the water </a:t>
            </a:r>
          </a:p>
        </p:txBody>
      </p:sp>
      <p:grpSp>
        <p:nvGrpSpPr>
          <p:cNvPr name="Group 15" id="15"/>
          <p:cNvGrpSpPr/>
          <p:nvPr/>
        </p:nvGrpSpPr>
        <p:grpSpPr>
          <a:xfrm rot="0">
            <a:off x="5913394" y="6431055"/>
            <a:ext cx="2594689" cy="1084348"/>
            <a:chOff x="0" y="0"/>
            <a:chExt cx="1616710" cy="675640"/>
          </a:xfrm>
        </p:grpSpPr>
        <p:sp>
          <p:nvSpPr>
            <p:cNvPr name="Freeform 16" id="16"/>
            <p:cNvSpPr/>
            <p:nvPr/>
          </p:nvSpPr>
          <p:spPr>
            <a:xfrm flipH="false" flipV="false" rot="0">
              <a:off x="45720" y="46990"/>
              <a:ext cx="1521460" cy="581660"/>
            </a:xfrm>
            <a:custGeom>
              <a:avLst/>
              <a:gdLst/>
              <a:ahLst/>
              <a:cxnLst/>
              <a:rect r="r" b="b" t="t" l="l"/>
              <a:pathLst>
                <a:path h="581660" w="1521460">
                  <a:moveTo>
                    <a:pt x="43180" y="3810"/>
                  </a:moveTo>
                  <a:cubicBezTo>
                    <a:pt x="325120" y="248920"/>
                    <a:pt x="373380" y="284480"/>
                    <a:pt x="434340" y="317500"/>
                  </a:cubicBezTo>
                  <a:cubicBezTo>
                    <a:pt x="496570" y="350520"/>
                    <a:pt x="563880" y="381000"/>
                    <a:pt x="636270" y="400050"/>
                  </a:cubicBezTo>
                  <a:cubicBezTo>
                    <a:pt x="716280" y="420370"/>
                    <a:pt x="855980" y="416560"/>
                    <a:pt x="895350" y="429260"/>
                  </a:cubicBezTo>
                  <a:cubicBezTo>
                    <a:pt x="908050" y="434340"/>
                    <a:pt x="906780" y="439420"/>
                    <a:pt x="919480" y="443230"/>
                  </a:cubicBezTo>
                  <a:cubicBezTo>
                    <a:pt x="955040" y="453390"/>
                    <a:pt x="1101090" y="436880"/>
                    <a:pt x="1135380" y="448310"/>
                  </a:cubicBezTo>
                  <a:cubicBezTo>
                    <a:pt x="1146810" y="452120"/>
                    <a:pt x="1144270" y="459740"/>
                    <a:pt x="1156970" y="464820"/>
                  </a:cubicBezTo>
                  <a:cubicBezTo>
                    <a:pt x="1192530" y="478790"/>
                    <a:pt x="1320800" y="476250"/>
                    <a:pt x="1385570" y="490220"/>
                  </a:cubicBezTo>
                  <a:cubicBezTo>
                    <a:pt x="1435100" y="501650"/>
                    <a:pt x="1496060" y="518160"/>
                    <a:pt x="1512570" y="534670"/>
                  </a:cubicBezTo>
                  <a:cubicBezTo>
                    <a:pt x="1518920" y="542290"/>
                    <a:pt x="1520190" y="549910"/>
                    <a:pt x="1518920" y="557530"/>
                  </a:cubicBezTo>
                  <a:cubicBezTo>
                    <a:pt x="1518920" y="563880"/>
                    <a:pt x="1511300" y="574040"/>
                    <a:pt x="1504950" y="576580"/>
                  </a:cubicBezTo>
                  <a:cubicBezTo>
                    <a:pt x="1497330" y="579120"/>
                    <a:pt x="1480820" y="575310"/>
                    <a:pt x="1474470" y="568960"/>
                  </a:cubicBezTo>
                  <a:cubicBezTo>
                    <a:pt x="1469390" y="563880"/>
                    <a:pt x="1468120" y="552450"/>
                    <a:pt x="1470660" y="546100"/>
                  </a:cubicBezTo>
                  <a:cubicBezTo>
                    <a:pt x="1471930" y="538480"/>
                    <a:pt x="1479550" y="530860"/>
                    <a:pt x="1487170" y="528320"/>
                  </a:cubicBezTo>
                  <a:cubicBezTo>
                    <a:pt x="1494790" y="527050"/>
                    <a:pt x="1511300" y="532130"/>
                    <a:pt x="1515110" y="538480"/>
                  </a:cubicBezTo>
                  <a:cubicBezTo>
                    <a:pt x="1520190" y="544830"/>
                    <a:pt x="1521460" y="556260"/>
                    <a:pt x="1517650" y="562610"/>
                  </a:cubicBezTo>
                  <a:cubicBezTo>
                    <a:pt x="1513840" y="570230"/>
                    <a:pt x="1503680" y="576580"/>
                    <a:pt x="1490980" y="577850"/>
                  </a:cubicBezTo>
                  <a:cubicBezTo>
                    <a:pt x="1469390" y="581660"/>
                    <a:pt x="1414780" y="563880"/>
                    <a:pt x="1393190" y="552450"/>
                  </a:cubicBezTo>
                  <a:cubicBezTo>
                    <a:pt x="1381760" y="547370"/>
                    <a:pt x="1380490" y="537210"/>
                    <a:pt x="1369060" y="533400"/>
                  </a:cubicBezTo>
                  <a:cubicBezTo>
                    <a:pt x="1351280" y="527050"/>
                    <a:pt x="1322070" y="535940"/>
                    <a:pt x="1289050" y="533400"/>
                  </a:cubicBezTo>
                  <a:cubicBezTo>
                    <a:pt x="1240790" y="528320"/>
                    <a:pt x="1167130" y="502920"/>
                    <a:pt x="1103630" y="496570"/>
                  </a:cubicBezTo>
                  <a:cubicBezTo>
                    <a:pt x="1038860" y="488950"/>
                    <a:pt x="976630" y="499110"/>
                    <a:pt x="904240" y="491490"/>
                  </a:cubicBezTo>
                  <a:cubicBezTo>
                    <a:pt x="815340" y="482600"/>
                    <a:pt x="693420" y="467360"/>
                    <a:pt x="609600" y="441960"/>
                  </a:cubicBezTo>
                  <a:cubicBezTo>
                    <a:pt x="541020" y="422910"/>
                    <a:pt x="487680" y="397510"/>
                    <a:pt x="430530" y="368300"/>
                  </a:cubicBezTo>
                  <a:cubicBezTo>
                    <a:pt x="377190" y="340360"/>
                    <a:pt x="334010" y="313690"/>
                    <a:pt x="278130" y="273050"/>
                  </a:cubicBezTo>
                  <a:cubicBezTo>
                    <a:pt x="198120" y="214630"/>
                    <a:pt x="30480" y="86360"/>
                    <a:pt x="6350" y="40640"/>
                  </a:cubicBezTo>
                  <a:cubicBezTo>
                    <a:pt x="0" y="25400"/>
                    <a:pt x="0" y="12700"/>
                    <a:pt x="5080" y="6350"/>
                  </a:cubicBezTo>
                  <a:cubicBezTo>
                    <a:pt x="10160" y="0"/>
                    <a:pt x="43180" y="3810"/>
                    <a:pt x="43180" y="3810"/>
                  </a:cubicBezTo>
                </a:path>
              </a:pathLst>
            </a:custGeom>
            <a:solidFill>
              <a:srgbClr val="FFFFFF"/>
            </a:solidFill>
            <a:ln cap="sq">
              <a:noFill/>
              <a:prstDash val="solid"/>
              <a:miter/>
            </a:ln>
          </p:spPr>
        </p:sp>
      </p:grpSp>
      <p:grpSp>
        <p:nvGrpSpPr>
          <p:cNvPr name="Group 17" id="17"/>
          <p:cNvGrpSpPr/>
          <p:nvPr/>
        </p:nvGrpSpPr>
        <p:grpSpPr>
          <a:xfrm rot="0">
            <a:off x="5805367" y="5699324"/>
            <a:ext cx="2735328" cy="637971"/>
            <a:chOff x="0" y="0"/>
            <a:chExt cx="1704340" cy="397510"/>
          </a:xfrm>
        </p:grpSpPr>
        <p:sp>
          <p:nvSpPr>
            <p:cNvPr name="Freeform 18" id="18"/>
            <p:cNvSpPr/>
            <p:nvPr/>
          </p:nvSpPr>
          <p:spPr>
            <a:xfrm flipH="false" flipV="false" rot="0">
              <a:off x="50800" y="38100"/>
              <a:ext cx="1604010" cy="308610"/>
            </a:xfrm>
            <a:custGeom>
              <a:avLst/>
              <a:gdLst/>
              <a:ahLst/>
              <a:cxnLst/>
              <a:rect r="r" b="b" t="t" l="l"/>
              <a:pathLst>
                <a:path h="308610" w="1604010">
                  <a:moveTo>
                    <a:pt x="1577340" y="308610"/>
                  </a:moveTo>
                  <a:cubicBezTo>
                    <a:pt x="1336040" y="284480"/>
                    <a:pt x="1290320" y="218440"/>
                    <a:pt x="1215390" y="184150"/>
                  </a:cubicBezTo>
                  <a:cubicBezTo>
                    <a:pt x="1116330" y="140970"/>
                    <a:pt x="994410" y="107950"/>
                    <a:pt x="845820" y="86360"/>
                  </a:cubicBezTo>
                  <a:cubicBezTo>
                    <a:pt x="627380" y="54610"/>
                    <a:pt x="106680" y="99060"/>
                    <a:pt x="25400" y="63500"/>
                  </a:cubicBezTo>
                  <a:cubicBezTo>
                    <a:pt x="8890" y="55880"/>
                    <a:pt x="0" y="44450"/>
                    <a:pt x="0" y="36830"/>
                  </a:cubicBezTo>
                  <a:cubicBezTo>
                    <a:pt x="1270" y="27940"/>
                    <a:pt x="20320" y="11430"/>
                    <a:pt x="29210" y="12700"/>
                  </a:cubicBezTo>
                  <a:cubicBezTo>
                    <a:pt x="36830" y="13970"/>
                    <a:pt x="52070" y="34290"/>
                    <a:pt x="50800" y="41910"/>
                  </a:cubicBezTo>
                  <a:cubicBezTo>
                    <a:pt x="49530" y="50800"/>
                    <a:pt x="29210" y="63500"/>
                    <a:pt x="20320" y="62230"/>
                  </a:cubicBezTo>
                  <a:cubicBezTo>
                    <a:pt x="12700" y="62230"/>
                    <a:pt x="1270" y="46990"/>
                    <a:pt x="0" y="39370"/>
                  </a:cubicBezTo>
                  <a:cubicBezTo>
                    <a:pt x="0" y="31750"/>
                    <a:pt x="6350" y="20320"/>
                    <a:pt x="17780" y="13970"/>
                  </a:cubicBezTo>
                  <a:cubicBezTo>
                    <a:pt x="44450" y="0"/>
                    <a:pt x="125730" y="11430"/>
                    <a:pt x="184150" y="12700"/>
                  </a:cubicBezTo>
                  <a:cubicBezTo>
                    <a:pt x="248920" y="12700"/>
                    <a:pt x="356870" y="5080"/>
                    <a:pt x="392430" y="17780"/>
                  </a:cubicBezTo>
                  <a:cubicBezTo>
                    <a:pt x="405130" y="22860"/>
                    <a:pt x="402590" y="31750"/>
                    <a:pt x="416560" y="36830"/>
                  </a:cubicBezTo>
                  <a:cubicBezTo>
                    <a:pt x="468630" y="54610"/>
                    <a:pt x="750570" y="30480"/>
                    <a:pt x="816610" y="33020"/>
                  </a:cubicBezTo>
                  <a:cubicBezTo>
                    <a:pt x="839470" y="34290"/>
                    <a:pt x="849630" y="33020"/>
                    <a:pt x="861060" y="38100"/>
                  </a:cubicBezTo>
                  <a:cubicBezTo>
                    <a:pt x="871220" y="41910"/>
                    <a:pt x="875030" y="53340"/>
                    <a:pt x="886460" y="57150"/>
                  </a:cubicBezTo>
                  <a:cubicBezTo>
                    <a:pt x="904240" y="63500"/>
                    <a:pt x="930910" y="53340"/>
                    <a:pt x="963930" y="58420"/>
                  </a:cubicBezTo>
                  <a:cubicBezTo>
                    <a:pt x="1026160" y="68580"/>
                    <a:pt x="1149350" y="105410"/>
                    <a:pt x="1229360" y="140970"/>
                  </a:cubicBezTo>
                  <a:cubicBezTo>
                    <a:pt x="1303020" y="173990"/>
                    <a:pt x="1363980" y="238760"/>
                    <a:pt x="1428750" y="257810"/>
                  </a:cubicBezTo>
                  <a:cubicBezTo>
                    <a:pt x="1483360" y="273050"/>
                    <a:pt x="1565910" y="246380"/>
                    <a:pt x="1588770" y="260350"/>
                  </a:cubicBezTo>
                  <a:cubicBezTo>
                    <a:pt x="1598930" y="266700"/>
                    <a:pt x="1604010" y="278130"/>
                    <a:pt x="1602740" y="285750"/>
                  </a:cubicBezTo>
                  <a:cubicBezTo>
                    <a:pt x="1601470" y="294640"/>
                    <a:pt x="1577340" y="308610"/>
                    <a:pt x="1577340" y="308610"/>
                  </a:cubicBezTo>
                </a:path>
              </a:pathLst>
            </a:custGeom>
            <a:solidFill>
              <a:srgbClr val="FFFFFF"/>
            </a:solidFill>
            <a:ln cap="sq">
              <a:noFill/>
              <a:prstDash val="solid"/>
              <a:miter/>
            </a:ln>
          </p:spPr>
        </p:sp>
      </p:grpSp>
      <p:grpSp>
        <p:nvGrpSpPr>
          <p:cNvPr name="Group 19" id="19"/>
          <p:cNvGrpSpPr/>
          <p:nvPr/>
        </p:nvGrpSpPr>
        <p:grpSpPr>
          <a:xfrm rot="0">
            <a:off x="8198270" y="6060094"/>
            <a:ext cx="4928482" cy="1489959"/>
            <a:chOff x="0" y="0"/>
            <a:chExt cx="3070860" cy="928370"/>
          </a:xfrm>
        </p:grpSpPr>
        <p:sp>
          <p:nvSpPr>
            <p:cNvPr name="Freeform 20" id="20"/>
            <p:cNvSpPr/>
            <p:nvPr/>
          </p:nvSpPr>
          <p:spPr>
            <a:xfrm flipH="false" flipV="false" rot="0">
              <a:off x="49530" y="43180"/>
              <a:ext cx="2970530" cy="833120"/>
            </a:xfrm>
            <a:custGeom>
              <a:avLst/>
              <a:gdLst/>
              <a:ahLst/>
              <a:cxnLst/>
              <a:rect r="r" b="b" t="t" l="l"/>
              <a:pathLst>
                <a:path h="833120" w="2970530">
                  <a:moveTo>
                    <a:pt x="2945130" y="833120"/>
                  </a:moveTo>
                  <a:cubicBezTo>
                    <a:pt x="2399030" y="824230"/>
                    <a:pt x="2078990" y="800100"/>
                    <a:pt x="1985010" y="770890"/>
                  </a:cubicBezTo>
                  <a:cubicBezTo>
                    <a:pt x="1953260" y="760730"/>
                    <a:pt x="1951990" y="748030"/>
                    <a:pt x="1925320" y="737870"/>
                  </a:cubicBezTo>
                  <a:cubicBezTo>
                    <a:pt x="1874520" y="716280"/>
                    <a:pt x="1789430" y="712470"/>
                    <a:pt x="1701800" y="675640"/>
                  </a:cubicBezTo>
                  <a:cubicBezTo>
                    <a:pt x="1560830" y="615950"/>
                    <a:pt x="1332230" y="449580"/>
                    <a:pt x="1178560" y="365760"/>
                  </a:cubicBezTo>
                  <a:cubicBezTo>
                    <a:pt x="1061720" y="302260"/>
                    <a:pt x="951230" y="236220"/>
                    <a:pt x="863600" y="207010"/>
                  </a:cubicBezTo>
                  <a:cubicBezTo>
                    <a:pt x="806450" y="187960"/>
                    <a:pt x="751840" y="194310"/>
                    <a:pt x="712470" y="180340"/>
                  </a:cubicBezTo>
                  <a:cubicBezTo>
                    <a:pt x="685800" y="170180"/>
                    <a:pt x="669290" y="147320"/>
                    <a:pt x="648970" y="140970"/>
                  </a:cubicBezTo>
                  <a:cubicBezTo>
                    <a:pt x="631190" y="135890"/>
                    <a:pt x="612140" y="144780"/>
                    <a:pt x="598170" y="139700"/>
                  </a:cubicBezTo>
                  <a:cubicBezTo>
                    <a:pt x="588010" y="137160"/>
                    <a:pt x="588010" y="128270"/>
                    <a:pt x="572770" y="123190"/>
                  </a:cubicBezTo>
                  <a:cubicBezTo>
                    <a:pt x="519430" y="105410"/>
                    <a:pt x="247650" y="116840"/>
                    <a:pt x="175260" y="93980"/>
                  </a:cubicBezTo>
                  <a:cubicBezTo>
                    <a:pt x="146050" y="85090"/>
                    <a:pt x="142240" y="67310"/>
                    <a:pt x="119380" y="59690"/>
                  </a:cubicBezTo>
                  <a:cubicBezTo>
                    <a:pt x="88900" y="50800"/>
                    <a:pt x="26670" y="66040"/>
                    <a:pt x="10160" y="52070"/>
                  </a:cubicBezTo>
                  <a:cubicBezTo>
                    <a:pt x="2540" y="45720"/>
                    <a:pt x="0" y="30480"/>
                    <a:pt x="2540" y="22860"/>
                  </a:cubicBezTo>
                  <a:cubicBezTo>
                    <a:pt x="6350" y="15240"/>
                    <a:pt x="21590" y="6350"/>
                    <a:pt x="29210" y="7620"/>
                  </a:cubicBezTo>
                  <a:cubicBezTo>
                    <a:pt x="38100" y="8890"/>
                    <a:pt x="50800" y="27940"/>
                    <a:pt x="50800" y="36830"/>
                  </a:cubicBezTo>
                  <a:cubicBezTo>
                    <a:pt x="50800" y="44450"/>
                    <a:pt x="43180" y="53340"/>
                    <a:pt x="36830" y="55880"/>
                  </a:cubicBezTo>
                  <a:cubicBezTo>
                    <a:pt x="30480" y="58420"/>
                    <a:pt x="19050" y="58420"/>
                    <a:pt x="12700" y="54610"/>
                  </a:cubicBezTo>
                  <a:cubicBezTo>
                    <a:pt x="6350" y="49530"/>
                    <a:pt x="0" y="33020"/>
                    <a:pt x="1270" y="25400"/>
                  </a:cubicBezTo>
                  <a:cubicBezTo>
                    <a:pt x="3810" y="17780"/>
                    <a:pt x="13970" y="10160"/>
                    <a:pt x="26670" y="7620"/>
                  </a:cubicBezTo>
                  <a:cubicBezTo>
                    <a:pt x="48260" y="0"/>
                    <a:pt x="97790" y="5080"/>
                    <a:pt x="128270" y="12700"/>
                  </a:cubicBezTo>
                  <a:cubicBezTo>
                    <a:pt x="156210" y="20320"/>
                    <a:pt x="168910" y="39370"/>
                    <a:pt x="204470" y="48260"/>
                  </a:cubicBezTo>
                  <a:cubicBezTo>
                    <a:pt x="280670" y="67310"/>
                    <a:pt x="480060" y="53340"/>
                    <a:pt x="577850" y="73660"/>
                  </a:cubicBezTo>
                  <a:cubicBezTo>
                    <a:pt x="642620" y="87630"/>
                    <a:pt x="685800" y="116840"/>
                    <a:pt x="736600" y="130810"/>
                  </a:cubicBezTo>
                  <a:cubicBezTo>
                    <a:pt x="781050" y="142240"/>
                    <a:pt x="810260" y="135890"/>
                    <a:pt x="864870" y="156210"/>
                  </a:cubicBezTo>
                  <a:cubicBezTo>
                    <a:pt x="979170" y="195580"/>
                    <a:pt x="1262380" y="351790"/>
                    <a:pt x="1362710" y="414020"/>
                  </a:cubicBezTo>
                  <a:cubicBezTo>
                    <a:pt x="1409700" y="443230"/>
                    <a:pt x="1418590" y="458470"/>
                    <a:pt x="1460500" y="485140"/>
                  </a:cubicBezTo>
                  <a:cubicBezTo>
                    <a:pt x="1529080" y="528320"/>
                    <a:pt x="1654810" y="607060"/>
                    <a:pt x="1738630" y="641350"/>
                  </a:cubicBezTo>
                  <a:cubicBezTo>
                    <a:pt x="1800860" y="666750"/>
                    <a:pt x="1865630" y="669290"/>
                    <a:pt x="1911350" y="685800"/>
                  </a:cubicBezTo>
                  <a:cubicBezTo>
                    <a:pt x="1944370" y="697230"/>
                    <a:pt x="1951990" y="712470"/>
                    <a:pt x="1992630" y="722630"/>
                  </a:cubicBezTo>
                  <a:cubicBezTo>
                    <a:pt x="2096770" y="751840"/>
                    <a:pt x="2400300" y="773430"/>
                    <a:pt x="2571750" y="782320"/>
                  </a:cubicBezTo>
                  <a:cubicBezTo>
                    <a:pt x="2710180" y="789940"/>
                    <a:pt x="2894330" y="760730"/>
                    <a:pt x="2945130" y="782320"/>
                  </a:cubicBezTo>
                  <a:cubicBezTo>
                    <a:pt x="2960370" y="789940"/>
                    <a:pt x="2970530" y="802640"/>
                    <a:pt x="2970530" y="811530"/>
                  </a:cubicBezTo>
                  <a:cubicBezTo>
                    <a:pt x="2969260" y="819150"/>
                    <a:pt x="2945130" y="833120"/>
                    <a:pt x="2945130" y="833120"/>
                  </a:cubicBezTo>
                </a:path>
              </a:pathLst>
            </a:custGeom>
            <a:solidFill>
              <a:srgbClr val="FFFFFF"/>
            </a:solidFill>
            <a:ln cap="sq">
              <a:noFill/>
              <a:prstDash val="solid"/>
              <a:miter/>
            </a:ln>
          </p:spPr>
        </p:sp>
      </p:grpSp>
      <p:grpSp>
        <p:nvGrpSpPr>
          <p:cNvPr name="Group 21" id="21"/>
          <p:cNvGrpSpPr/>
          <p:nvPr/>
        </p:nvGrpSpPr>
        <p:grpSpPr>
          <a:xfrm rot="0">
            <a:off x="8591652" y="6718448"/>
            <a:ext cx="803069" cy="670583"/>
            <a:chOff x="0" y="0"/>
            <a:chExt cx="500380" cy="417830"/>
          </a:xfrm>
        </p:grpSpPr>
        <p:sp>
          <p:nvSpPr>
            <p:cNvPr name="Freeform 22" id="22"/>
            <p:cNvSpPr/>
            <p:nvPr/>
          </p:nvSpPr>
          <p:spPr>
            <a:xfrm flipH="false" flipV="false" rot="0">
              <a:off x="50800" y="48260"/>
              <a:ext cx="402590" cy="321310"/>
            </a:xfrm>
            <a:custGeom>
              <a:avLst/>
              <a:gdLst/>
              <a:ahLst/>
              <a:cxnLst/>
              <a:rect r="r" b="b" t="t" l="l"/>
              <a:pathLst>
                <a:path h="321310" w="402590">
                  <a:moveTo>
                    <a:pt x="81280" y="2540"/>
                  </a:moveTo>
                  <a:cubicBezTo>
                    <a:pt x="242570" y="77470"/>
                    <a:pt x="265430" y="132080"/>
                    <a:pt x="299720" y="161290"/>
                  </a:cubicBezTo>
                  <a:cubicBezTo>
                    <a:pt x="328930" y="186690"/>
                    <a:pt x="379730" y="199390"/>
                    <a:pt x="393700" y="220980"/>
                  </a:cubicBezTo>
                  <a:cubicBezTo>
                    <a:pt x="402590" y="234950"/>
                    <a:pt x="401320" y="251460"/>
                    <a:pt x="398780" y="265430"/>
                  </a:cubicBezTo>
                  <a:cubicBezTo>
                    <a:pt x="394970" y="278130"/>
                    <a:pt x="387350" y="294640"/>
                    <a:pt x="375920" y="302260"/>
                  </a:cubicBezTo>
                  <a:cubicBezTo>
                    <a:pt x="360680" y="313690"/>
                    <a:pt x="331470" y="321310"/>
                    <a:pt x="312420" y="316230"/>
                  </a:cubicBezTo>
                  <a:cubicBezTo>
                    <a:pt x="294640" y="311150"/>
                    <a:pt x="271780" y="290830"/>
                    <a:pt x="265430" y="271780"/>
                  </a:cubicBezTo>
                  <a:cubicBezTo>
                    <a:pt x="259080" y="254000"/>
                    <a:pt x="264160" y="223520"/>
                    <a:pt x="275590" y="208280"/>
                  </a:cubicBezTo>
                  <a:cubicBezTo>
                    <a:pt x="287020" y="193040"/>
                    <a:pt x="314960" y="180340"/>
                    <a:pt x="334010" y="180340"/>
                  </a:cubicBezTo>
                  <a:cubicBezTo>
                    <a:pt x="353060" y="181610"/>
                    <a:pt x="379730" y="198120"/>
                    <a:pt x="389890" y="214630"/>
                  </a:cubicBezTo>
                  <a:cubicBezTo>
                    <a:pt x="400050" y="231140"/>
                    <a:pt x="401320" y="261620"/>
                    <a:pt x="393700" y="279400"/>
                  </a:cubicBezTo>
                  <a:cubicBezTo>
                    <a:pt x="386080" y="295910"/>
                    <a:pt x="359410" y="313690"/>
                    <a:pt x="341630" y="318770"/>
                  </a:cubicBezTo>
                  <a:cubicBezTo>
                    <a:pt x="327660" y="321310"/>
                    <a:pt x="311150" y="317500"/>
                    <a:pt x="298450" y="311150"/>
                  </a:cubicBezTo>
                  <a:cubicBezTo>
                    <a:pt x="285750" y="304800"/>
                    <a:pt x="280670" y="287020"/>
                    <a:pt x="267970" y="279400"/>
                  </a:cubicBezTo>
                  <a:cubicBezTo>
                    <a:pt x="256540" y="270510"/>
                    <a:pt x="242570" y="273050"/>
                    <a:pt x="226060" y="262890"/>
                  </a:cubicBezTo>
                  <a:cubicBezTo>
                    <a:pt x="193040" y="242570"/>
                    <a:pt x="137160" y="168910"/>
                    <a:pt x="96520" y="142240"/>
                  </a:cubicBezTo>
                  <a:cubicBezTo>
                    <a:pt x="67310" y="121920"/>
                    <a:pt x="25400" y="118110"/>
                    <a:pt x="11430" y="102870"/>
                  </a:cubicBezTo>
                  <a:cubicBezTo>
                    <a:pt x="3810" y="93980"/>
                    <a:pt x="1270" y="85090"/>
                    <a:pt x="0" y="73660"/>
                  </a:cubicBezTo>
                  <a:cubicBezTo>
                    <a:pt x="0" y="60960"/>
                    <a:pt x="3810" y="40640"/>
                    <a:pt x="11430" y="29210"/>
                  </a:cubicBezTo>
                  <a:cubicBezTo>
                    <a:pt x="20320" y="16510"/>
                    <a:pt x="36830" y="6350"/>
                    <a:pt x="49530" y="2540"/>
                  </a:cubicBezTo>
                  <a:cubicBezTo>
                    <a:pt x="60960" y="0"/>
                    <a:pt x="81280" y="2540"/>
                    <a:pt x="81280" y="2540"/>
                  </a:cubicBezTo>
                </a:path>
              </a:pathLst>
            </a:custGeom>
            <a:solidFill>
              <a:srgbClr val="0D99FF"/>
            </a:solidFill>
            <a:ln cap="sq">
              <a:noFill/>
              <a:prstDash val="solid"/>
              <a:miter/>
            </a:ln>
          </p:spPr>
        </p:sp>
      </p:grpSp>
      <p:grpSp>
        <p:nvGrpSpPr>
          <p:cNvPr name="Group 23" id="23"/>
          <p:cNvGrpSpPr/>
          <p:nvPr/>
        </p:nvGrpSpPr>
        <p:grpSpPr>
          <a:xfrm rot="0">
            <a:off x="6005116" y="6027482"/>
            <a:ext cx="1793658" cy="813261"/>
            <a:chOff x="0" y="0"/>
            <a:chExt cx="1117600" cy="506730"/>
          </a:xfrm>
        </p:grpSpPr>
        <p:sp>
          <p:nvSpPr>
            <p:cNvPr name="Freeform 24" id="24"/>
            <p:cNvSpPr/>
            <p:nvPr/>
          </p:nvSpPr>
          <p:spPr>
            <a:xfrm flipH="false" flipV="false" rot="0">
              <a:off x="48260" y="50800"/>
              <a:ext cx="1019810" cy="408940"/>
            </a:xfrm>
            <a:custGeom>
              <a:avLst/>
              <a:gdLst/>
              <a:ahLst/>
              <a:cxnLst/>
              <a:rect r="r" b="b" t="t" l="l"/>
              <a:pathLst>
                <a:path h="408940" w="1019810">
                  <a:moveTo>
                    <a:pt x="67310" y="0"/>
                  </a:moveTo>
                  <a:cubicBezTo>
                    <a:pt x="318770" y="12700"/>
                    <a:pt x="374650" y="49530"/>
                    <a:pt x="422910" y="81280"/>
                  </a:cubicBezTo>
                  <a:cubicBezTo>
                    <a:pt x="468630" y="110490"/>
                    <a:pt x="499110" y="154940"/>
                    <a:pt x="544830" y="180340"/>
                  </a:cubicBezTo>
                  <a:cubicBezTo>
                    <a:pt x="594360" y="205740"/>
                    <a:pt x="647700" y="215900"/>
                    <a:pt x="709930" y="228600"/>
                  </a:cubicBezTo>
                  <a:cubicBezTo>
                    <a:pt x="786130" y="245110"/>
                    <a:pt x="923290" y="243840"/>
                    <a:pt x="969010" y="262890"/>
                  </a:cubicBezTo>
                  <a:cubicBezTo>
                    <a:pt x="988060" y="270510"/>
                    <a:pt x="996950" y="278130"/>
                    <a:pt x="1005840" y="290830"/>
                  </a:cubicBezTo>
                  <a:cubicBezTo>
                    <a:pt x="1013460" y="303530"/>
                    <a:pt x="1019810" y="320040"/>
                    <a:pt x="1017270" y="335280"/>
                  </a:cubicBezTo>
                  <a:cubicBezTo>
                    <a:pt x="1014730" y="354330"/>
                    <a:pt x="996950" y="382270"/>
                    <a:pt x="981710" y="393700"/>
                  </a:cubicBezTo>
                  <a:cubicBezTo>
                    <a:pt x="969010" y="402590"/>
                    <a:pt x="951230" y="405130"/>
                    <a:pt x="935990" y="402590"/>
                  </a:cubicBezTo>
                  <a:cubicBezTo>
                    <a:pt x="922020" y="401320"/>
                    <a:pt x="905510" y="394970"/>
                    <a:pt x="894080" y="383540"/>
                  </a:cubicBezTo>
                  <a:cubicBezTo>
                    <a:pt x="882650" y="369570"/>
                    <a:pt x="871220" y="337820"/>
                    <a:pt x="873760" y="318770"/>
                  </a:cubicBezTo>
                  <a:cubicBezTo>
                    <a:pt x="875030" y="303530"/>
                    <a:pt x="885190" y="288290"/>
                    <a:pt x="895350" y="278130"/>
                  </a:cubicBezTo>
                  <a:cubicBezTo>
                    <a:pt x="906780" y="267970"/>
                    <a:pt x="922020" y="259080"/>
                    <a:pt x="937260" y="259080"/>
                  </a:cubicBezTo>
                  <a:cubicBezTo>
                    <a:pt x="956310" y="259080"/>
                    <a:pt x="988060" y="269240"/>
                    <a:pt x="1000760" y="284480"/>
                  </a:cubicBezTo>
                  <a:cubicBezTo>
                    <a:pt x="1013460" y="299720"/>
                    <a:pt x="1018540" y="332740"/>
                    <a:pt x="1014730" y="350520"/>
                  </a:cubicBezTo>
                  <a:cubicBezTo>
                    <a:pt x="1012190" y="365760"/>
                    <a:pt x="999490" y="381000"/>
                    <a:pt x="988060" y="388620"/>
                  </a:cubicBezTo>
                  <a:cubicBezTo>
                    <a:pt x="976630" y="397510"/>
                    <a:pt x="965200" y="401320"/>
                    <a:pt x="944880" y="403860"/>
                  </a:cubicBezTo>
                  <a:cubicBezTo>
                    <a:pt x="894080" y="408940"/>
                    <a:pt x="765810" y="394970"/>
                    <a:pt x="685800" y="374650"/>
                  </a:cubicBezTo>
                  <a:cubicBezTo>
                    <a:pt x="612140" y="355600"/>
                    <a:pt x="544830" y="326390"/>
                    <a:pt x="478790" y="289560"/>
                  </a:cubicBezTo>
                  <a:cubicBezTo>
                    <a:pt x="408940" y="251460"/>
                    <a:pt x="353060" y="175260"/>
                    <a:pt x="279400" y="147320"/>
                  </a:cubicBezTo>
                  <a:cubicBezTo>
                    <a:pt x="205740" y="120650"/>
                    <a:pt x="73660" y="139700"/>
                    <a:pt x="36830" y="123190"/>
                  </a:cubicBezTo>
                  <a:cubicBezTo>
                    <a:pt x="22860" y="118110"/>
                    <a:pt x="19050" y="111760"/>
                    <a:pt x="13970" y="102870"/>
                  </a:cubicBezTo>
                  <a:cubicBezTo>
                    <a:pt x="6350" y="91440"/>
                    <a:pt x="0" y="72390"/>
                    <a:pt x="2540" y="57150"/>
                  </a:cubicBezTo>
                  <a:cubicBezTo>
                    <a:pt x="3810" y="43180"/>
                    <a:pt x="12700" y="26670"/>
                    <a:pt x="24130" y="16510"/>
                  </a:cubicBezTo>
                  <a:cubicBezTo>
                    <a:pt x="34290" y="7620"/>
                    <a:pt x="67310" y="0"/>
                    <a:pt x="67310" y="0"/>
                  </a:cubicBezTo>
                </a:path>
              </a:pathLst>
            </a:custGeom>
            <a:solidFill>
              <a:srgbClr val="0D99FF"/>
            </a:solidFill>
            <a:ln cap="sq">
              <a:noFill/>
              <a:prstDash val="solid"/>
              <a:miter/>
            </a:ln>
          </p:spPr>
        </p:sp>
      </p:grpSp>
      <p:grpSp>
        <p:nvGrpSpPr>
          <p:cNvPr name="Group 25" id="25"/>
          <p:cNvGrpSpPr/>
          <p:nvPr/>
        </p:nvGrpSpPr>
        <p:grpSpPr>
          <a:xfrm rot="0">
            <a:off x="5177587" y="6058056"/>
            <a:ext cx="1167916" cy="450453"/>
            <a:chOff x="0" y="0"/>
            <a:chExt cx="727710" cy="280670"/>
          </a:xfrm>
        </p:grpSpPr>
        <p:sp>
          <p:nvSpPr>
            <p:cNvPr name="Freeform 26" id="26"/>
            <p:cNvSpPr/>
            <p:nvPr/>
          </p:nvSpPr>
          <p:spPr>
            <a:xfrm flipH="false" flipV="false" rot="0">
              <a:off x="48260" y="44450"/>
              <a:ext cx="629920" cy="186690"/>
            </a:xfrm>
            <a:custGeom>
              <a:avLst/>
              <a:gdLst/>
              <a:ahLst/>
              <a:cxnLst/>
              <a:rect r="r" b="b" t="t" l="l"/>
              <a:pathLst>
                <a:path h="186690" w="629920">
                  <a:moveTo>
                    <a:pt x="562610" y="138430"/>
                  </a:moveTo>
                  <a:cubicBezTo>
                    <a:pt x="342900" y="144780"/>
                    <a:pt x="328930" y="156210"/>
                    <a:pt x="298450" y="160020"/>
                  </a:cubicBezTo>
                  <a:cubicBezTo>
                    <a:pt x="257810" y="166370"/>
                    <a:pt x="189230" y="157480"/>
                    <a:pt x="148590" y="163830"/>
                  </a:cubicBezTo>
                  <a:cubicBezTo>
                    <a:pt x="121920" y="167640"/>
                    <a:pt x="101600" y="182880"/>
                    <a:pt x="81280" y="184150"/>
                  </a:cubicBezTo>
                  <a:cubicBezTo>
                    <a:pt x="64770" y="185420"/>
                    <a:pt x="49530" y="184150"/>
                    <a:pt x="36830" y="175260"/>
                  </a:cubicBezTo>
                  <a:cubicBezTo>
                    <a:pt x="21590" y="163830"/>
                    <a:pt x="3810" y="138430"/>
                    <a:pt x="2540" y="118110"/>
                  </a:cubicBezTo>
                  <a:cubicBezTo>
                    <a:pt x="1270" y="99060"/>
                    <a:pt x="13970" y="69850"/>
                    <a:pt x="29210" y="58420"/>
                  </a:cubicBezTo>
                  <a:cubicBezTo>
                    <a:pt x="44450" y="46990"/>
                    <a:pt x="77470" y="43180"/>
                    <a:pt x="95250" y="46990"/>
                  </a:cubicBezTo>
                  <a:cubicBezTo>
                    <a:pt x="109220" y="50800"/>
                    <a:pt x="123190" y="62230"/>
                    <a:pt x="130810" y="73660"/>
                  </a:cubicBezTo>
                  <a:cubicBezTo>
                    <a:pt x="138430" y="86360"/>
                    <a:pt x="144780" y="102870"/>
                    <a:pt x="143510" y="118110"/>
                  </a:cubicBezTo>
                  <a:cubicBezTo>
                    <a:pt x="140970" y="135890"/>
                    <a:pt x="125730" y="163830"/>
                    <a:pt x="109220" y="173990"/>
                  </a:cubicBezTo>
                  <a:cubicBezTo>
                    <a:pt x="92710" y="184150"/>
                    <a:pt x="60960" y="186690"/>
                    <a:pt x="43180" y="177800"/>
                  </a:cubicBezTo>
                  <a:cubicBezTo>
                    <a:pt x="25400" y="170180"/>
                    <a:pt x="7620" y="143510"/>
                    <a:pt x="2540" y="125730"/>
                  </a:cubicBezTo>
                  <a:cubicBezTo>
                    <a:pt x="0" y="111760"/>
                    <a:pt x="3810" y="93980"/>
                    <a:pt x="10160" y="81280"/>
                  </a:cubicBezTo>
                  <a:cubicBezTo>
                    <a:pt x="16510" y="68580"/>
                    <a:pt x="31750" y="55880"/>
                    <a:pt x="43180" y="50800"/>
                  </a:cubicBezTo>
                  <a:cubicBezTo>
                    <a:pt x="49530" y="45720"/>
                    <a:pt x="59690" y="41910"/>
                    <a:pt x="64770" y="44450"/>
                  </a:cubicBezTo>
                  <a:cubicBezTo>
                    <a:pt x="68580" y="45720"/>
                    <a:pt x="64770" y="57150"/>
                    <a:pt x="69850" y="58420"/>
                  </a:cubicBezTo>
                  <a:cubicBezTo>
                    <a:pt x="80010" y="63500"/>
                    <a:pt x="118110" y="30480"/>
                    <a:pt x="148590" y="24130"/>
                  </a:cubicBezTo>
                  <a:cubicBezTo>
                    <a:pt x="190500" y="15240"/>
                    <a:pt x="259080" y="30480"/>
                    <a:pt x="299720" y="25400"/>
                  </a:cubicBezTo>
                  <a:cubicBezTo>
                    <a:pt x="328930" y="22860"/>
                    <a:pt x="342900" y="10160"/>
                    <a:pt x="373380" y="6350"/>
                  </a:cubicBezTo>
                  <a:cubicBezTo>
                    <a:pt x="421640" y="0"/>
                    <a:pt x="521970" y="0"/>
                    <a:pt x="562610" y="7620"/>
                  </a:cubicBezTo>
                  <a:cubicBezTo>
                    <a:pt x="582930" y="11430"/>
                    <a:pt x="595630" y="15240"/>
                    <a:pt x="605790" y="24130"/>
                  </a:cubicBezTo>
                  <a:cubicBezTo>
                    <a:pt x="617220" y="34290"/>
                    <a:pt x="624840" y="52070"/>
                    <a:pt x="627380" y="66040"/>
                  </a:cubicBezTo>
                  <a:cubicBezTo>
                    <a:pt x="629920" y="76200"/>
                    <a:pt x="628650" y="86360"/>
                    <a:pt x="623570" y="96520"/>
                  </a:cubicBezTo>
                  <a:cubicBezTo>
                    <a:pt x="618490" y="109220"/>
                    <a:pt x="604520" y="124460"/>
                    <a:pt x="593090" y="130810"/>
                  </a:cubicBezTo>
                  <a:cubicBezTo>
                    <a:pt x="582930" y="137160"/>
                    <a:pt x="562610" y="138430"/>
                    <a:pt x="562610" y="138430"/>
                  </a:cubicBezTo>
                </a:path>
              </a:pathLst>
            </a:custGeom>
            <a:solidFill>
              <a:srgbClr val="0D99FF"/>
            </a:solidFill>
            <a:ln cap="sq">
              <a:noFill/>
              <a:prstDash val="solid"/>
              <a:miter/>
            </a:ln>
          </p:spPr>
        </p:sp>
      </p:grpSp>
      <p:grpSp>
        <p:nvGrpSpPr>
          <p:cNvPr name="Group 27" id="27"/>
          <p:cNvGrpSpPr/>
          <p:nvPr/>
        </p:nvGrpSpPr>
        <p:grpSpPr>
          <a:xfrm rot="0">
            <a:off x="5120516" y="5827734"/>
            <a:ext cx="770458" cy="666507"/>
            <a:chOff x="0" y="0"/>
            <a:chExt cx="480060" cy="415290"/>
          </a:xfrm>
        </p:grpSpPr>
        <p:sp>
          <p:nvSpPr>
            <p:cNvPr name="Freeform 28" id="28"/>
            <p:cNvSpPr/>
            <p:nvPr/>
          </p:nvSpPr>
          <p:spPr>
            <a:xfrm flipH="false" flipV="false" rot="0">
              <a:off x="49530" y="49530"/>
              <a:ext cx="382270" cy="321310"/>
            </a:xfrm>
            <a:custGeom>
              <a:avLst/>
              <a:gdLst/>
              <a:ahLst/>
              <a:cxnLst/>
              <a:rect r="r" b="b" t="t" l="l"/>
              <a:pathLst>
                <a:path h="321310" w="382270">
                  <a:moveTo>
                    <a:pt x="53340" y="187960"/>
                  </a:moveTo>
                  <a:cubicBezTo>
                    <a:pt x="148590" y="158750"/>
                    <a:pt x="218440" y="92710"/>
                    <a:pt x="241300" y="62230"/>
                  </a:cubicBezTo>
                  <a:cubicBezTo>
                    <a:pt x="252730" y="46990"/>
                    <a:pt x="250190" y="33020"/>
                    <a:pt x="260350" y="22860"/>
                  </a:cubicBezTo>
                  <a:cubicBezTo>
                    <a:pt x="269240" y="12700"/>
                    <a:pt x="283210" y="3810"/>
                    <a:pt x="298450" y="1270"/>
                  </a:cubicBezTo>
                  <a:cubicBezTo>
                    <a:pt x="314960" y="0"/>
                    <a:pt x="345440" y="7620"/>
                    <a:pt x="359410" y="20320"/>
                  </a:cubicBezTo>
                  <a:cubicBezTo>
                    <a:pt x="372110" y="34290"/>
                    <a:pt x="382270" y="63500"/>
                    <a:pt x="378460" y="81280"/>
                  </a:cubicBezTo>
                  <a:cubicBezTo>
                    <a:pt x="374650" y="100330"/>
                    <a:pt x="355600" y="124460"/>
                    <a:pt x="337820" y="132080"/>
                  </a:cubicBezTo>
                  <a:cubicBezTo>
                    <a:pt x="321310" y="139700"/>
                    <a:pt x="290830" y="137160"/>
                    <a:pt x="274320" y="127000"/>
                  </a:cubicBezTo>
                  <a:cubicBezTo>
                    <a:pt x="257810" y="116840"/>
                    <a:pt x="245110" y="88900"/>
                    <a:pt x="242570" y="71120"/>
                  </a:cubicBezTo>
                  <a:cubicBezTo>
                    <a:pt x="241300" y="55880"/>
                    <a:pt x="247650" y="40640"/>
                    <a:pt x="255270" y="29210"/>
                  </a:cubicBezTo>
                  <a:cubicBezTo>
                    <a:pt x="262890" y="17780"/>
                    <a:pt x="278130" y="7620"/>
                    <a:pt x="290830" y="3810"/>
                  </a:cubicBezTo>
                  <a:cubicBezTo>
                    <a:pt x="303530" y="0"/>
                    <a:pt x="321310" y="0"/>
                    <a:pt x="334010" y="5080"/>
                  </a:cubicBezTo>
                  <a:cubicBezTo>
                    <a:pt x="347980" y="8890"/>
                    <a:pt x="360680" y="20320"/>
                    <a:pt x="368300" y="31750"/>
                  </a:cubicBezTo>
                  <a:cubicBezTo>
                    <a:pt x="375920" y="43180"/>
                    <a:pt x="382270" y="57150"/>
                    <a:pt x="379730" y="73660"/>
                  </a:cubicBezTo>
                  <a:cubicBezTo>
                    <a:pt x="373380" y="104140"/>
                    <a:pt x="327660" y="160020"/>
                    <a:pt x="299720" y="191770"/>
                  </a:cubicBezTo>
                  <a:cubicBezTo>
                    <a:pt x="276860" y="218440"/>
                    <a:pt x="254000" y="238760"/>
                    <a:pt x="228600" y="257810"/>
                  </a:cubicBezTo>
                  <a:cubicBezTo>
                    <a:pt x="200660" y="276860"/>
                    <a:pt x="168910" y="294640"/>
                    <a:pt x="138430" y="304800"/>
                  </a:cubicBezTo>
                  <a:cubicBezTo>
                    <a:pt x="109220" y="313690"/>
                    <a:pt x="69850" y="321310"/>
                    <a:pt x="48260" y="314960"/>
                  </a:cubicBezTo>
                  <a:cubicBezTo>
                    <a:pt x="31750" y="311150"/>
                    <a:pt x="17780" y="299720"/>
                    <a:pt x="10160" y="287020"/>
                  </a:cubicBezTo>
                  <a:cubicBezTo>
                    <a:pt x="2540" y="275590"/>
                    <a:pt x="0" y="255270"/>
                    <a:pt x="1270" y="241300"/>
                  </a:cubicBezTo>
                  <a:cubicBezTo>
                    <a:pt x="2540" y="231140"/>
                    <a:pt x="6350" y="220980"/>
                    <a:pt x="13970" y="213360"/>
                  </a:cubicBezTo>
                  <a:cubicBezTo>
                    <a:pt x="22860" y="203200"/>
                    <a:pt x="53340" y="187960"/>
                    <a:pt x="53340" y="187960"/>
                  </a:cubicBezTo>
                </a:path>
              </a:pathLst>
            </a:custGeom>
            <a:solidFill>
              <a:srgbClr val="0D99FF"/>
            </a:solidFill>
            <a:ln cap="sq">
              <a:noFill/>
              <a:prstDash val="solid"/>
              <a:miter/>
            </a:ln>
          </p:spPr>
        </p:sp>
      </p:grpSp>
      <p:grpSp>
        <p:nvGrpSpPr>
          <p:cNvPr name="Group 29" id="29"/>
          <p:cNvGrpSpPr/>
          <p:nvPr/>
        </p:nvGrpSpPr>
        <p:grpSpPr>
          <a:xfrm rot="0">
            <a:off x="5185740" y="6162007"/>
            <a:ext cx="839758" cy="739884"/>
            <a:chOff x="0" y="0"/>
            <a:chExt cx="523240" cy="461010"/>
          </a:xfrm>
        </p:grpSpPr>
        <p:sp>
          <p:nvSpPr>
            <p:cNvPr name="Freeform 30" id="30"/>
            <p:cNvSpPr/>
            <p:nvPr/>
          </p:nvSpPr>
          <p:spPr>
            <a:xfrm flipH="false" flipV="false" rot="0">
              <a:off x="50800" y="48260"/>
              <a:ext cx="421640" cy="360680"/>
            </a:xfrm>
            <a:custGeom>
              <a:avLst/>
              <a:gdLst/>
              <a:ahLst/>
              <a:cxnLst/>
              <a:rect r="r" b="b" t="t" l="l"/>
              <a:pathLst>
                <a:path h="360680" w="421640">
                  <a:moveTo>
                    <a:pt x="77470" y="2540"/>
                  </a:moveTo>
                  <a:cubicBezTo>
                    <a:pt x="175260" y="29210"/>
                    <a:pt x="229870" y="60960"/>
                    <a:pt x="270510" y="95250"/>
                  </a:cubicBezTo>
                  <a:cubicBezTo>
                    <a:pt x="318770" y="134620"/>
                    <a:pt x="381000" y="209550"/>
                    <a:pt x="403860" y="245110"/>
                  </a:cubicBezTo>
                  <a:cubicBezTo>
                    <a:pt x="414020" y="261620"/>
                    <a:pt x="419100" y="271780"/>
                    <a:pt x="420370" y="285750"/>
                  </a:cubicBezTo>
                  <a:cubicBezTo>
                    <a:pt x="421640" y="299720"/>
                    <a:pt x="417830" y="317500"/>
                    <a:pt x="408940" y="328930"/>
                  </a:cubicBezTo>
                  <a:cubicBezTo>
                    <a:pt x="397510" y="342900"/>
                    <a:pt x="370840" y="360680"/>
                    <a:pt x="351790" y="360680"/>
                  </a:cubicBezTo>
                  <a:cubicBezTo>
                    <a:pt x="331470" y="360680"/>
                    <a:pt x="304800" y="345440"/>
                    <a:pt x="293370" y="330200"/>
                  </a:cubicBezTo>
                  <a:cubicBezTo>
                    <a:pt x="281940" y="313690"/>
                    <a:pt x="279400" y="283210"/>
                    <a:pt x="285750" y="265430"/>
                  </a:cubicBezTo>
                  <a:cubicBezTo>
                    <a:pt x="293370" y="247650"/>
                    <a:pt x="317500" y="228600"/>
                    <a:pt x="335280" y="222250"/>
                  </a:cubicBezTo>
                  <a:cubicBezTo>
                    <a:pt x="349250" y="218440"/>
                    <a:pt x="367030" y="220980"/>
                    <a:pt x="379730" y="227330"/>
                  </a:cubicBezTo>
                  <a:cubicBezTo>
                    <a:pt x="392430" y="232410"/>
                    <a:pt x="406400" y="243840"/>
                    <a:pt x="412750" y="257810"/>
                  </a:cubicBezTo>
                  <a:cubicBezTo>
                    <a:pt x="419100" y="274320"/>
                    <a:pt x="419100" y="306070"/>
                    <a:pt x="412750" y="322580"/>
                  </a:cubicBezTo>
                  <a:cubicBezTo>
                    <a:pt x="406400" y="336550"/>
                    <a:pt x="393700" y="347980"/>
                    <a:pt x="381000" y="353060"/>
                  </a:cubicBezTo>
                  <a:cubicBezTo>
                    <a:pt x="368300" y="359410"/>
                    <a:pt x="347980" y="360680"/>
                    <a:pt x="336550" y="359410"/>
                  </a:cubicBezTo>
                  <a:cubicBezTo>
                    <a:pt x="327660" y="358140"/>
                    <a:pt x="323850" y="356870"/>
                    <a:pt x="314960" y="350520"/>
                  </a:cubicBezTo>
                  <a:cubicBezTo>
                    <a:pt x="287020" y="330200"/>
                    <a:pt x="208280" y="219710"/>
                    <a:pt x="168910" y="184150"/>
                  </a:cubicBezTo>
                  <a:cubicBezTo>
                    <a:pt x="146050" y="162560"/>
                    <a:pt x="130810" y="151130"/>
                    <a:pt x="109220" y="140970"/>
                  </a:cubicBezTo>
                  <a:cubicBezTo>
                    <a:pt x="87630" y="130810"/>
                    <a:pt x="54610" y="133350"/>
                    <a:pt x="36830" y="125730"/>
                  </a:cubicBezTo>
                  <a:cubicBezTo>
                    <a:pt x="26670" y="119380"/>
                    <a:pt x="19050" y="114300"/>
                    <a:pt x="12700" y="105410"/>
                  </a:cubicBezTo>
                  <a:cubicBezTo>
                    <a:pt x="5080" y="93980"/>
                    <a:pt x="0" y="74930"/>
                    <a:pt x="0" y="60960"/>
                  </a:cubicBezTo>
                  <a:cubicBezTo>
                    <a:pt x="0" y="49530"/>
                    <a:pt x="3810" y="40640"/>
                    <a:pt x="10160" y="31750"/>
                  </a:cubicBezTo>
                  <a:cubicBezTo>
                    <a:pt x="17780" y="20320"/>
                    <a:pt x="34290" y="7620"/>
                    <a:pt x="46990" y="3810"/>
                  </a:cubicBezTo>
                  <a:cubicBezTo>
                    <a:pt x="57150" y="0"/>
                    <a:pt x="77470" y="2540"/>
                    <a:pt x="77470" y="2540"/>
                  </a:cubicBezTo>
                </a:path>
              </a:pathLst>
            </a:custGeom>
            <a:solidFill>
              <a:srgbClr val="0D99FF"/>
            </a:solidFill>
            <a:ln cap="sq">
              <a:noFill/>
              <a:prstDash val="solid"/>
              <a:miter/>
            </a:ln>
          </p:spPr>
        </p:sp>
      </p:grpSp>
      <p:grpSp>
        <p:nvGrpSpPr>
          <p:cNvPr name="Group 31" id="31"/>
          <p:cNvGrpSpPr/>
          <p:nvPr/>
        </p:nvGrpSpPr>
        <p:grpSpPr>
          <a:xfrm rot="0">
            <a:off x="9083604" y="7120372"/>
            <a:ext cx="3928179" cy="1009216"/>
            <a:chOff x="0" y="0"/>
            <a:chExt cx="4177030" cy="1073150"/>
          </a:xfrm>
        </p:grpSpPr>
        <p:sp>
          <p:nvSpPr>
            <p:cNvPr name="Freeform 32" id="32"/>
            <p:cNvSpPr/>
            <p:nvPr/>
          </p:nvSpPr>
          <p:spPr>
            <a:xfrm flipH="false" flipV="false" rot="0">
              <a:off x="46990" y="45720"/>
              <a:ext cx="4081780" cy="979170"/>
            </a:xfrm>
            <a:custGeom>
              <a:avLst/>
              <a:gdLst/>
              <a:ahLst/>
              <a:cxnLst/>
              <a:rect r="r" b="b" t="t" l="l"/>
              <a:pathLst>
                <a:path h="979170" w="4081780">
                  <a:moveTo>
                    <a:pt x="91440" y="6350"/>
                  </a:moveTo>
                  <a:cubicBezTo>
                    <a:pt x="905510" y="394970"/>
                    <a:pt x="957580" y="402590"/>
                    <a:pt x="1049020" y="419100"/>
                  </a:cubicBezTo>
                  <a:cubicBezTo>
                    <a:pt x="1164590" y="440690"/>
                    <a:pt x="1350010" y="443230"/>
                    <a:pt x="1449070" y="464820"/>
                  </a:cubicBezTo>
                  <a:cubicBezTo>
                    <a:pt x="1510030" y="478790"/>
                    <a:pt x="1553210" y="509270"/>
                    <a:pt x="1591310" y="513080"/>
                  </a:cubicBezTo>
                  <a:cubicBezTo>
                    <a:pt x="1616710" y="515620"/>
                    <a:pt x="1625600" y="504190"/>
                    <a:pt x="1654810" y="505460"/>
                  </a:cubicBezTo>
                  <a:cubicBezTo>
                    <a:pt x="1719580" y="508000"/>
                    <a:pt x="1866900" y="541020"/>
                    <a:pt x="1962150" y="561340"/>
                  </a:cubicBezTo>
                  <a:cubicBezTo>
                    <a:pt x="2048510" y="580390"/>
                    <a:pt x="2099310" y="600710"/>
                    <a:pt x="2202180" y="626110"/>
                  </a:cubicBezTo>
                  <a:cubicBezTo>
                    <a:pt x="2386330" y="669290"/>
                    <a:pt x="2847340" y="773430"/>
                    <a:pt x="2973070" y="788670"/>
                  </a:cubicBezTo>
                  <a:cubicBezTo>
                    <a:pt x="3013710" y="793750"/>
                    <a:pt x="3022600" y="787400"/>
                    <a:pt x="3054350" y="791210"/>
                  </a:cubicBezTo>
                  <a:cubicBezTo>
                    <a:pt x="3098800" y="797560"/>
                    <a:pt x="3162300" y="821690"/>
                    <a:pt x="3218180" y="829310"/>
                  </a:cubicBezTo>
                  <a:cubicBezTo>
                    <a:pt x="3274060" y="835660"/>
                    <a:pt x="3342640" y="836930"/>
                    <a:pt x="3388360" y="831850"/>
                  </a:cubicBezTo>
                  <a:cubicBezTo>
                    <a:pt x="3418840" y="829310"/>
                    <a:pt x="3431540" y="817880"/>
                    <a:pt x="3467100" y="812800"/>
                  </a:cubicBezTo>
                  <a:cubicBezTo>
                    <a:pt x="3536950" y="802640"/>
                    <a:pt x="3699510" y="806450"/>
                    <a:pt x="3787140" y="795020"/>
                  </a:cubicBezTo>
                  <a:cubicBezTo>
                    <a:pt x="3849370" y="787400"/>
                    <a:pt x="3911600" y="777240"/>
                    <a:pt x="3944620" y="762000"/>
                  </a:cubicBezTo>
                  <a:cubicBezTo>
                    <a:pt x="3963670" y="754380"/>
                    <a:pt x="3968750" y="737870"/>
                    <a:pt x="3982720" y="732790"/>
                  </a:cubicBezTo>
                  <a:cubicBezTo>
                    <a:pt x="3996690" y="727710"/>
                    <a:pt x="4014470" y="726440"/>
                    <a:pt x="4028440" y="732790"/>
                  </a:cubicBezTo>
                  <a:cubicBezTo>
                    <a:pt x="4046220" y="740410"/>
                    <a:pt x="4070350" y="762000"/>
                    <a:pt x="4075430" y="781050"/>
                  </a:cubicBezTo>
                  <a:cubicBezTo>
                    <a:pt x="4081780" y="801370"/>
                    <a:pt x="4074160" y="833120"/>
                    <a:pt x="4061460" y="848360"/>
                  </a:cubicBezTo>
                  <a:cubicBezTo>
                    <a:pt x="4048760" y="863600"/>
                    <a:pt x="4018280" y="873760"/>
                    <a:pt x="3999230" y="873760"/>
                  </a:cubicBezTo>
                  <a:cubicBezTo>
                    <a:pt x="3983990" y="873760"/>
                    <a:pt x="3967480" y="864870"/>
                    <a:pt x="3957320" y="854710"/>
                  </a:cubicBezTo>
                  <a:cubicBezTo>
                    <a:pt x="3945890" y="844550"/>
                    <a:pt x="3935730" y="829310"/>
                    <a:pt x="3934460" y="814070"/>
                  </a:cubicBezTo>
                  <a:cubicBezTo>
                    <a:pt x="3933190" y="795020"/>
                    <a:pt x="3942080" y="763270"/>
                    <a:pt x="3956050" y="749300"/>
                  </a:cubicBezTo>
                  <a:cubicBezTo>
                    <a:pt x="3970020" y="735330"/>
                    <a:pt x="4003040" y="728980"/>
                    <a:pt x="4020820" y="730250"/>
                  </a:cubicBezTo>
                  <a:cubicBezTo>
                    <a:pt x="4036060" y="732790"/>
                    <a:pt x="4051300" y="742950"/>
                    <a:pt x="4061460" y="754380"/>
                  </a:cubicBezTo>
                  <a:cubicBezTo>
                    <a:pt x="4070350" y="765810"/>
                    <a:pt x="4079240" y="781050"/>
                    <a:pt x="4077970" y="797560"/>
                  </a:cubicBezTo>
                  <a:cubicBezTo>
                    <a:pt x="4077970" y="815340"/>
                    <a:pt x="4071620" y="840740"/>
                    <a:pt x="4050030" y="858520"/>
                  </a:cubicBezTo>
                  <a:cubicBezTo>
                    <a:pt x="4011930" y="892810"/>
                    <a:pt x="3881120" y="914400"/>
                    <a:pt x="3810000" y="930910"/>
                  </a:cubicBezTo>
                  <a:cubicBezTo>
                    <a:pt x="3755390" y="943610"/>
                    <a:pt x="3714750" y="949960"/>
                    <a:pt x="3660140" y="955040"/>
                  </a:cubicBezTo>
                  <a:cubicBezTo>
                    <a:pt x="3595370" y="960120"/>
                    <a:pt x="3501390" y="951230"/>
                    <a:pt x="3445510" y="957580"/>
                  </a:cubicBezTo>
                  <a:cubicBezTo>
                    <a:pt x="3409950" y="961390"/>
                    <a:pt x="3392170" y="972820"/>
                    <a:pt x="3357880" y="975360"/>
                  </a:cubicBezTo>
                  <a:cubicBezTo>
                    <a:pt x="3313430" y="979170"/>
                    <a:pt x="3255010" y="975360"/>
                    <a:pt x="3197860" y="969010"/>
                  </a:cubicBezTo>
                  <a:cubicBezTo>
                    <a:pt x="3128010" y="961390"/>
                    <a:pt x="3060700" y="947420"/>
                    <a:pt x="2969260" y="929640"/>
                  </a:cubicBezTo>
                  <a:cubicBezTo>
                    <a:pt x="2829560" y="901700"/>
                    <a:pt x="2546350" y="825500"/>
                    <a:pt x="2446020" y="811530"/>
                  </a:cubicBezTo>
                  <a:cubicBezTo>
                    <a:pt x="2405380" y="805180"/>
                    <a:pt x="2399030" y="811530"/>
                    <a:pt x="2359660" y="805180"/>
                  </a:cubicBezTo>
                  <a:cubicBezTo>
                    <a:pt x="2263140" y="791210"/>
                    <a:pt x="2019300" y="716280"/>
                    <a:pt x="1877060" y="688340"/>
                  </a:cubicBezTo>
                  <a:cubicBezTo>
                    <a:pt x="1765300" y="668020"/>
                    <a:pt x="1672590" y="664210"/>
                    <a:pt x="1574800" y="646430"/>
                  </a:cubicBezTo>
                  <a:cubicBezTo>
                    <a:pt x="1480820" y="629920"/>
                    <a:pt x="1389380" y="599440"/>
                    <a:pt x="1300480" y="586740"/>
                  </a:cubicBezTo>
                  <a:cubicBezTo>
                    <a:pt x="1219200" y="574040"/>
                    <a:pt x="1148080" y="580390"/>
                    <a:pt x="1062990" y="565150"/>
                  </a:cubicBezTo>
                  <a:cubicBezTo>
                    <a:pt x="962660" y="548640"/>
                    <a:pt x="862330" y="529590"/>
                    <a:pt x="735330" y="482600"/>
                  </a:cubicBezTo>
                  <a:cubicBezTo>
                    <a:pt x="541020" y="408940"/>
                    <a:pt x="102870" y="186690"/>
                    <a:pt x="29210" y="119380"/>
                  </a:cubicBezTo>
                  <a:cubicBezTo>
                    <a:pt x="11430" y="104140"/>
                    <a:pt x="6350" y="95250"/>
                    <a:pt x="3810" y="81280"/>
                  </a:cubicBezTo>
                  <a:cubicBezTo>
                    <a:pt x="0" y="67310"/>
                    <a:pt x="2540" y="48260"/>
                    <a:pt x="10160" y="35560"/>
                  </a:cubicBezTo>
                  <a:cubicBezTo>
                    <a:pt x="16510" y="22860"/>
                    <a:pt x="31750" y="10160"/>
                    <a:pt x="44450" y="5080"/>
                  </a:cubicBezTo>
                  <a:cubicBezTo>
                    <a:pt x="58420" y="0"/>
                    <a:pt x="91440" y="6350"/>
                    <a:pt x="91440" y="6350"/>
                  </a:cubicBezTo>
                </a:path>
              </a:pathLst>
            </a:custGeom>
            <a:solidFill>
              <a:srgbClr val="0D99FF"/>
            </a:solidFill>
            <a:ln cap="sq">
              <a:noFill/>
              <a:prstDash val="solid"/>
              <a:miter/>
            </a:ln>
          </p:spPr>
        </p:sp>
      </p:grpSp>
      <p:grpSp>
        <p:nvGrpSpPr>
          <p:cNvPr name="Group 33" id="33"/>
          <p:cNvGrpSpPr/>
          <p:nvPr/>
        </p:nvGrpSpPr>
        <p:grpSpPr>
          <a:xfrm rot="0">
            <a:off x="7693708" y="6201825"/>
            <a:ext cx="1206497" cy="1206497"/>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8C8C"/>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8197405" y="6213869"/>
            <a:ext cx="240062" cy="1237334"/>
            <a:chOff x="0" y="0"/>
            <a:chExt cx="255270" cy="1315720"/>
          </a:xfrm>
        </p:grpSpPr>
        <p:sp>
          <p:nvSpPr>
            <p:cNvPr name="Freeform 37" id="37"/>
            <p:cNvSpPr/>
            <p:nvPr/>
          </p:nvSpPr>
          <p:spPr>
            <a:xfrm flipH="false" flipV="false" rot="0">
              <a:off x="29210" y="49530"/>
              <a:ext cx="182880" cy="1216660"/>
            </a:xfrm>
            <a:custGeom>
              <a:avLst/>
              <a:gdLst/>
              <a:ahLst/>
              <a:cxnLst/>
              <a:rect r="r" b="b" t="t" l="l"/>
              <a:pathLst>
                <a:path h="1216660" w="182880">
                  <a:moveTo>
                    <a:pt x="151130" y="15240"/>
                  </a:moveTo>
                  <a:cubicBezTo>
                    <a:pt x="182880" y="185420"/>
                    <a:pt x="182880" y="344170"/>
                    <a:pt x="175260" y="419100"/>
                  </a:cubicBezTo>
                  <a:cubicBezTo>
                    <a:pt x="170180" y="464820"/>
                    <a:pt x="163830" y="504190"/>
                    <a:pt x="153670" y="525780"/>
                  </a:cubicBezTo>
                  <a:cubicBezTo>
                    <a:pt x="148590" y="535940"/>
                    <a:pt x="140970" y="534670"/>
                    <a:pt x="135890" y="547370"/>
                  </a:cubicBezTo>
                  <a:cubicBezTo>
                    <a:pt x="118110" y="582930"/>
                    <a:pt x="107950" y="754380"/>
                    <a:pt x="91440" y="791210"/>
                  </a:cubicBezTo>
                  <a:cubicBezTo>
                    <a:pt x="85090" y="802640"/>
                    <a:pt x="78740" y="798830"/>
                    <a:pt x="73660" y="811530"/>
                  </a:cubicBezTo>
                  <a:cubicBezTo>
                    <a:pt x="57150" y="859790"/>
                    <a:pt x="95250" y="1154430"/>
                    <a:pt x="71120" y="1198880"/>
                  </a:cubicBezTo>
                  <a:cubicBezTo>
                    <a:pt x="64770" y="1210310"/>
                    <a:pt x="54610" y="1215390"/>
                    <a:pt x="45720" y="1215390"/>
                  </a:cubicBezTo>
                  <a:cubicBezTo>
                    <a:pt x="39370" y="1215390"/>
                    <a:pt x="27940" y="1210310"/>
                    <a:pt x="25400" y="1203960"/>
                  </a:cubicBezTo>
                  <a:cubicBezTo>
                    <a:pt x="22860" y="1195070"/>
                    <a:pt x="27940" y="1173480"/>
                    <a:pt x="35560" y="1168400"/>
                  </a:cubicBezTo>
                  <a:cubicBezTo>
                    <a:pt x="40640" y="1163320"/>
                    <a:pt x="53340" y="1164590"/>
                    <a:pt x="59690" y="1168400"/>
                  </a:cubicBezTo>
                  <a:cubicBezTo>
                    <a:pt x="66040" y="1170940"/>
                    <a:pt x="72390" y="1181100"/>
                    <a:pt x="72390" y="1187450"/>
                  </a:cubicBezTo>
                  <a:cubicBezTo>
                    <a:pt x="72390" y="1196340"/>
                    <a:pt x="57150" y="1215390"/>
                    <a:pt x="48260" y="1215390"/>
                  </a:cubicBezTo>
                  <a:cubicBezTo>
                    <a:pt x="40640" y="1216660"/>
                    <a:pt x="29210" y="1206500"/>
                    <a:pt x="21590" y="1189990"/>
                  </a:cubicBezTo>
                  <a:cubicBezTo>
                    <a:pt x="0" y="1139190"/>
                    <a:pt x="11430" y="892810"/>
                    <a:pt x="26670" y="802640"/>
                  </a:cubicBezTo>
                  <a:cubicBezTo>
                    <a:pt x="35560" y="754380"/>
                    <a:pt x="54610" y="732790"/>
                    <a:pt x="64770" y="692150"/>
                  </a:cubicBezTo>
                  <a:cubicBezTo>
                    <a:pt x="76200" y="645160"/>
                    <a:pt x="77470" y="585470"/>
                    <a:pt x="88900" y="537210"/>
                  </a:cubicBezTo>
                  <a:cubicBezTo>
                    <a:pt x="97790" y="495300"/>
                    <a:pt x="116840" y="469900"/>
                    <a:pt x="124460" y="419100"/>
                  </a:cubicBezTo>
                  <a:cubicBezTo>
                    <a:pt x="135890" y="339090"/>
                    <a:pt x="132080" y="163830"/>
                    <a:pt x="121920" y="95250"/>
                  </a:cubicBezTo>
                  <a:cubicBezTo>
                    <a:pt x="118110" y="63500"/>
                    <a:pt x="99060" y="43180"/>
                    <a:pt x="104140" y="26670"/>
                  </a:cubicBezTo>
                  <a:cubicBezTo>
                    <a:pt x="106680" y="15240"/>
                    <a:pt x="118110" y="2540"/>
                    <a:pt x="127000" y="1270"/>
                  </a:cubicBezTo>
                  <a:cubicBezTo>
                    <a:pt x="134620" y="0"/>
                    <a:pt x="151130" y="15240"/>
                    <a:pt x="151130" y="15240"/>
                  </a:cubicBezTo>
                </a:path>
              </a:pathLst>
            </a:custGeom>
            <a:solidFill>
              <a:srgbClr val="CFCFCF"/>
            </a:solidFill>
            <a:ln cap="sq">
              <a:noFill/>
              <a:prstDash val="solid"/>
              <a:miter/>
            </a:ln>
          </p:spPr>
        </p:sp>
      </p:grpSp>
      <p:grpSp>
        <p:nvGrpSpPr>
          <p:cNvPr name="Group 38" id="38"/>
          <p:cNvGrpSpPr/>
          <p:nvPr/>
        </p:nvGrpSpPr>
        <p:grpSpPr>
          <a:xfrm rot="0">
            <a:off x="7699366" y="6617555"/>
            <a:ext cx="1294663" cy="335609"/>
            <a:chOff x="0" y="0"/>
            <a:chExt cx="1376680" cy="356870"/>
          </a:xfrm>
        </p:grpSpPr>
        <p:sp>
          <p:nvSpPr>
            <p:cNvPr name="Freeform 39" id="39"/>
            <p:cNvSpPr/>
            <p:nvPr/>
          </p:nvSpPr>
          <p:spPr>
            <a:xfrm flipH="false" flipV="false" rot="0">
              <a:off x="48260" y="50800"/>
              <a:ext cx="1278890" cy="265430"/>
            </a:xfrm>
            <a:custGeom>
              <a:avLst/>
              <a:gdLst/>
              <a:ahLst/>
              <a:cxnLst/>
              <a:rect r="r" b="b" t="t" l="l"/>
              <a:pathLst>
                <a:path h="265430" w="1278890">
                  <a:moveTo>
                    <a:pt x="26670" y="0"/>
                  </a:moveTo>
                  <a:cubicBezTo>
                    <a:pt x="151130" y="31750"/>
                    <a:pt x="170180" y="55880"/>
                    <a:pt x="208280" y="73660"/>
                  </a:cubicBezTo>
                  <a:cubicBezTo>
                    <a:pt x="267970" y="102870"/>
                    <a:pt x="350520" y="144780"/>
                    <a:pt x="447040" y="162560"/>
                  </a:cubicBezTo>
                  <a:cubicBezTo>
                    <a:pt x="581660" y="186690"/>
                    <a:pt x="886460" y="147320"/>
                    <a:pt x="946150" y="163830"/>
                  </a:cubicBezTo>
                  <a:cubicBezTo>
                    <a:pt x="960120" y="168910"/>
                    <a:pt x="960120" y="176530"/>
                    <a:pt x="970280" y="180340"/>
                  </a:cubicBezTo>
                  <a:cubicBezTo>
                    <a:pt x="986790" y="185420"/>
                    <a:pt x="1023620" y="179070"/>
                    <a:pt x="1038860" y="186690"/>
                  </a:cubicBezTo>
                  <a:cubicBezTo>
                    <a:pt x="1049020" y="190500"/>
                    <a:pt x="1047750" y="199390"/>
                    <a:pt x="1059180" y="203200"/>
                  </a:cubicBezTo>
                  <a:cubicBezTo>
                    <a:pt x="1089660" y="214630"/>
                    <a:pt x="1230630" y="191770"/>
                    <a:pt x="1259840" y="204470"/>
                  </a:cubicBezTo>
                  <a:cubicBezTo>
                    <a:pt x="1270000" y="209550"/>
                    <a:pt x="1275080" y="215900"/>
                    <a:pt x="1276350" y="222250"/>
                  </a:cubicBezTo>
                  <a:cubicBezTo>
                    <a:pt x="1277620" y="229870"/>
                    <a:pt x="1271270" y="246380"/>
                    <a:pt x="1264920" y="250190"/>
                  </a:cubicBezTo>
                  <a:cubicBezTo>
                    <a:pt x="1258570" y="255270"/>
                    <a:pt x="1247140" y="255270"/>
                    <a:pt x="1240790" y="252730"/>
                  </a:cubicBezTo>
                  <a:cubicBezTo>
                    <a:pt x="1234440" y="247650"/>
                    <a:pt x="1225550" y="232410"/>
                    <a:pt x="1226820" y="224790"/>
                  </a:cubicBezTo>
                  <a:cubicBezTo>
                    <a:pt x="1226820" y="218440"/>
                    <a:pt x="1234440" y="208280"/>
                    <a:pt x="1240790" y="205740"/>
                  </a:cubicBezTo>
                  <a:cubicBezTo>
                    <a:pt x="1248410" y="203200"/>
                    <a:pt x="1264920" y="207010"/>
                    <a:pt x="1271270" y="212090"/>
                  </a:cubicBezTo>
                  <a:cubicBezTo>
                    <a:pt x="1276350" y="217170"/>
                    <a:pt x="1278890" y="228600"/>
                    <a:pt x="1276350" y="236220"/>
                  </a:cubicBezTo>
                  <a:cubicBezTo>
                    <a:pt x="1273810" y="243840"/>
                    <a:pt x="1264920" y="250190"/>
                    <a:pt x="1252220" y="254000"/>
                  </a:cubicBezTo>
                  <a:cubicBezTo>
                    <a:pt x="1217930" y="265430"/>
                    <a:pt x="1106170" y="259080"/>
                    <a:pt x="1049020" y="248920"/>
                  </a:cubicBezTo>
                  <a:cubicBezTo>
                    <a:pt x="1005840" y="241300"/>
                    <a:pt x="989330" y="220980"/>
                    <a:pt x="938530" y="212090"/>
                  </a:cubicBezTo>
                  <a:cubicBezTo>
                    <a:pt x="831850" y="194310"/>
                    <a:pt x="525780" y="222250"/>
                    <a:pt x="436880" y="208280"/>
                  </a:cubicBezTo>
                  <a:cubicBezTo>
                    <a:pt x="402590" y="203200"/>
                    <a:pt x="388620" y="196850"/>
                    <a:pt x="368300" y="186690"/>
                  </a:cubicBezTo>
                  <a:cubicBezTo>
                    <a:pt x="349250" y="177800"/>
                    <a:pt x="337820" y="161290"/>
                    <a:pt x="316230" y="151130"/>
                  </a:cubicBezTo>
                  <a:cubicBezTo>
                    <a:pt x="287020" y="138430"/>
                    <a:pt x="246380" y="139700"/>
                    <a:pt x="208280" y="125730"/>
                  </a:cubicBezTo>
                  <a:cubicBezTo>
                    <a:pt x="161290" y="107950"/>
                    <a:pt x="95250" y="58420"/>
                    <a:pt x="59690" y="49530"/>
                  </a:cubicBezTo>
                  <a:cubicBezTo>
                    <a:pt x="40640" y="44450"/>
                    <a:pt x="25400" y="53340"/>
                    <a:pt x="15240" y="46990"/>
                  </a:cubicBezTo>
                  <a:cubicBezTo>
                    <a:pt x="7620" y="41910"/>
                    <a:pt x="0" y="29210"/>
                    <a:pt x="2540" y="21590"/>
                  </a:cubicBezTo>
                  <a:cubicBezTo>
                    <a:pt x="3810" y="13970"/>
                    <a:pt x="26670" y="0"/>
                    <a:pt x="26670" y="0"/>
                  </a:cubicBezTo>
                </a:path>
              </a:pathLst>
            </a:custGeom>
            <a:solidFill>
              <a:srgbClr val="CFCFCF"/>
            </a:solidFill>
            <a:ln cap="sq">
              <a:noFill/>
              <a:prstDash val="solid"/>
              <a:miter/>
            </a:ln>
          </p:spPr>
        </p:sp>
      </p:grpSp>
      <p:grpSp>
        <p:nvGrpSpPr>
          <p:cNvPr name="Group 40" id="40"/>
          <p:cNvGrpSpPr/>
          <p:nvPr/>
        </p:nvGrpSpPr>
        <p:grpSpPr>
          <a:xfrm rot="0">
            <a:off x="7796107" y="6425267"/>
            <a:ext cx="1005633" cy="777514"/>
            <a:chOff x="0" y="0"/>
            <a:chExt cx="1069340" cy="826770"/>
          </a:xfrm>
        </p:grpSpPr>
        <p:sp>
          <p:nvSpPr>
            <p:cNvPr name="Freeform 41" id="41"/>
            <p:cNvSpPr/>
            <p:nvPr/>
          </p:nvSpPr>
          <p:spPr>
            <a:xfrm flipH="false" flipV="false" rot="0">
              <a:off x="48260" y="49530"/>
              <a:ext cx="971550" cy="726440"/>
            </a:xfrm>
            <a:custGeom>
              <a:avLst/>
              <a:gdLst/>
              <a:ahLst/>
              <a:cxnLst/>
              <a:rect r="r" b="b" t="t" l="l"/>
              <a:pathLst>
                <a:path h="726440" w="971550">
                  <a:moveTo>
                    <a:pt x="26670" y="674370"/>
                  </a:moveTo>
                  <a:cubicBezTo>
                    <a:pt x="153670" y="643890"/>
                    <a:pt x="233680" y="605790"/>
                    <a:pt x="280670" y="579120"/>
                  </a:cubicBezTo>
                  <a:cubicBezTo>
                    <a:pt x="314960" y="560070"/>
                    <a:pt x="350520" y="538480"/>
                    <a:pt x="367030" y="520700"/>
                  </a:cubicBezTo>
                  <a:cubicBezTo>
                    <a:pt x="377190" y="510540"/>
                    <a:pt x="374650" y="500380"/>
                    <a:pt x="384810" y="492760"/>
                  </a:cubicBezTo>
                  <a:cubicBezTo>
                    <a:pt x="398780" y="478790"/>
                    <a:pt x="424180" y="480060"/>
                    <a:pt x="449580" y="458470"/>
                  </a:cubicBezTo>
                  <a:cubicBezTo>
                    <a:pt x="508000" y="411480"/>
                    <a:pt x="600710" y="247650"/>
                    <a:pt x="687070" y="168910"/>
                  </a:cubicBezTo>
                  <a:cubicBezTo>
                    <a:pt x="764540" y="100330"/>
                    <a:pt x="890270" y="12700"/>
                    <a:pt x="933450" y="3810"/>
                  </a:cubicBezTo>
                  <a:cubicBezTo>
                    <a:pt x="947420" y="1270"/>
                    <a:pt x="958850" y="3810"/>
                    <a:pt x="963930" y="8890"/>
                  </a:cubicBezTo>
                  <a:cubicBezTo>
                    <a:pt x="969010" y="16510"/>
                    <a:pt x="966470" y="39370"/>
                    <a:pt x="961390" y="45720"/>
                  </a:cubicBezTo>
                  <a:cubicBezTo>
                    <a:pt x="956310" y="52070"/>
                    <a:pt x="943610" y="53340"/>
                    <a:pt x="937260" y="50800"/>
                  </a:cubicBezTo>
                  <a:cubicBezTo>
                    <a:pt x="930910" y="48260"/>
                    <a:pt x="923290" y="40640"/>
                    <a:pt x="920750" y="34290"/>
                  </a:cubicBezTo>
                  <a:cubicBezTo>
                    <a:pt x="918210" y="27940"/>
                    <a:pt x="920750" y="16510"/>
                    <a:pt x="924560" y="10160"/>
                  </a:cubicBezTo>
                  <a:cubicBezTo>
                    <a:pt x="929640" y="5080"/>
                    <a:pt x="939800" y="0"/>
                    <a:pt x="947420" y="1270"/>
                  </a:cubicBezTo>
                  <a:cubicBezTo>
                    <a:pt x="955040" y="2540"/>
                    <a:pt x="967740" y="13970"/>
                    <a:pt x="970280" y="21590"/>
                  </a:cubicBezTo>
                  <a:cubicBezTo>
                    <a:pt x="971550" y="27940"/>
                    <a:pt x="970280" y="35560"/>
                    <a:pt x="962660" y="44450"/>
                  </a:cubicBezTo>
                  <a:cubicBezTo>
                    <a:pt x="938530" y="76200"/>
                    <a:pt x="783590" y="153670"/>
                    <a:pt x="725170" y="203200"/>
                  </a:cubicBezTo>
                  <a:cubicBezTo>
                    <a:pt x="684530" y="236220"/>
                    <a:pt x="659130" y="265430"/>
                    <a:pt x="633730" y="298450"/>
                  </a:cubicBezTo>
                  <a:cubicBezTo>
                    <a:pt x="609600" y="328930"/>
                    <a:pt x="594360" y="375920"/>
                    <a:pt x="574040" y="394970"/>
                  </a:cubicBezTo>
                  <a:cubicBezTo>
                    <a:pt x="560070" y="408940"/>
                    <a:pt x="544830" y="406400"/>
                    <a:pt x="532130" y="419100"/>
                  </a:cubicBezTo>
                  <a:cubicBezTo>
                    <a:pt x="515620" y="433070"/>
                    <a:pt x="510540" y="457200"/>
                    <a:pt x="491490" y="478790"/>
                  </a:cubicBezTo>
                  <a:cubicBezTo>
                    <a:pt x="459740" y="511810"/>
                    <a:pt x="403860" y="554990"/>
                    <a:pt x="354330" y="588010"/>
                  </a:cubicBezTo>
                  <a:cubicBezTo>
                    <a:pt x="300990" y="623570"/>
                    <a:pt x="236220" y="659130"/>
                    <a:pt x="184150" y="683260"/>
                  </a:cubicBezTo>
                  <a:cubicBezTo>
                    <a:pt x="140970" y="702310"/>
                    <a:pt x="95250" y="722630"/>
                    <a:pt x="62230" y="725170"/>
                  </a:cubicBezTo>
                  <a:cubicBezTo>
                    <a:pt x="40640" y="726440"/>
                    <a:pt x="13970" y="723900"/>
                    <a:pt x="5080" y="715010"/>
                  </a:cubicBezTo>
                  <a:cubicBezTo>
                    <a:pt x="0" y="708660"/>
                    <a:pt x="0" y="697230"/>
                    <a:pt x="2540" y="690880"/>
                  </a:cubicBezTo>
                  <a:cubicBezTo>
                    <a:pt x="6350" y="684530"/>
                    <a:pt x="26670" y="674370"/>
                    <a:pt x="26670" y="674370"/>
                  </a:cubicBezTo>
                </a:path>
              </a:pathLst>
            </a:custGeom>
            <a:solidFill>
              <a:srgbClr val="CFCFCF"/>
            </a:solidFill>
            <a:ln cap="sq">
              <a:noFill/>
              <a:prstDash val="solid"/>
              <a:miter/>
            </a:ln>
          </p:spPr>
        </p:sp>
      </p:grpSp>
      <p:grpSp>
        <p:nvGrpSpPr>
          <p:cNvPr name="Group 42" id="42"/>
          <p:cNvGrpSpPr/>
          <p:nvPr/>
        </p:nvGrpSpPr>
        <p:grpSpPr>
          <a:xfrm rot="0">
            <a:off x="7948983" y="6273586"/>
            <a:ext cx="756016" cy="1121484"/>
            <a:chOff x="0" y="0"/>
            <a:chExt cx="803910" cy="1192530"/>
          </a:xfrm>
        </p:grpSpPr>
        <p:sp>
          <p:nvSpPr>
            <p:cNvPr name="Freeform 43" id="43"/>
            <p:cNvSpPr/>
            <p:nvPr/>
          </p:nvSpPr>
          <p:spPr>
            <a:xfrm flipH="false" flipV="false" rot="0">
              <a:off x="49530" y="46990"/>
              <a:ext cx="706120" cy="1094740"/>
            </a:xfrm>
            <a:custGeom>
              <a:avLst/>
              <a:gdLst/>
              <a:ahLst/>
              <a:cxnLst/>
              <a:rect r="r" b="b" t="t" l="l"/>
              <a:pathLst>
                <a:path h="1094740" w="706120">
                  <a:moveTo>
                    <a:pt x="48260" y="15240"/>
                  </a:moveTo>
                  <a:cubicBezTo>
                    <a:pt x="88900" y="80010"/>
                    <a:pt x="82550" y="90170"/>
                    <a:pt x="86360" y="105410"/>
                  </a:cubicBezTo>
                  <a:cubicBezTo>
                    <a:pt x="93980" y="130810"/>
                    <a:pt x="113030" y="163830"/>
                    <a:pt x="138430" y="201930"/>
                  </a:cubicBezTo>
                  <a:cubicBezTo>
                    <a:pt x="180340" y="266700"/>
                    <a:pt x="297180" y="405130"/>
                    <a:pt x="328930" y="453390"/>
                  </a:cubicBezTo>
                  <a:cubicBezTo>
                    <a:pt x="341630" y="472440"/>
                    <a:pt x="347980" y="481330"/>
                    <a:pt x="351790" y="495300"/>
                  </a:cubicBezTo>
                  <a:cubicBezTo>
                    <a:pt x="354330" y="508000"/>
                    <a:pt x="346710" y="515620"/>
                    <a:pt x="353060" y="534670"/>
                  </a:cubicBezTo>
                  <a:cubicBezTo>
                    <a:pt x="372110" y="598170"/>
                    <a:pt x="551180" y="836930"/>
                    <a:pt x="595630" y="924560"/>
                  </a:cubicBezTo>
                  <a:cubicBezTo>
                    <a:pt x="617220" y="966470"/>
                    <a:pt x="614680" y="999490"/>
                    <a:pt x="635000" y="1021080"/>
                  </a:cubicBezTo>
                  <a:cubicBezTo>
                    <a:pt x="651510" y="1040130"/>
                    <a:pt x="692150" y="1041400"/>
                    <a:pt x="701040" y="1054100"/>
                  </a:cubicBezTo>
                  <a:cubicBezTo>
                    <a:pt x="704850" y="1061720"/>
                    <a:pt x="706120" y="1071880"/>
                    <a:pt x="702310" y="1078230"/>
                  </a:cubicBezTo>
                  <a:cubicBezTo>
                    <a:pt x="698500" y="1085850"/>
                    <a:pt x="683260" y="1094740"/>
                    <a:pt x="675640" y="1093470"/>
                  </a:cubicBezTo>
                  <a:cubicBezTo>
                    <a:pt x="666750" y="1090930"/>
                    <a:pt x="654050" y="1071880"/>
                    <a:pt x="654050" y="1062990"/>
                  </a:cubicBezTo>
                  <a:cubicBezTo>
                    <a:pt x="654050" y="1056640"/>
                    <a:pt x="662940" y="1047750"/>
                    <a:pt x="669290" y="1045210"/>
                  </a:cubicBezTo>
                  <a:cubicBezTo>
                    <a:pt x="675640" y="1041400"/>
                    <a:pt x="687070" y="1042670"/>
                    <a:pt x="693420" y="1046480"/>
                  </a:cubicBezTo>
                  <a:cubicBezTo>
                    <a:pt x="699770" y="1051560"/>
                    <a:pt x="706120" y="1068070"/>
                    <a:pt x="703580" y="1075690"/>
                  </a:cubicBezTo>
                  <a:cubicBezTo>
                    <a:pt x="701040" y="1083310"/>
                    <a:pt x="688340" y="1092200"/>
                    <a:pt x="678180" y="1093470"/>
                  </a:cubicBezTo>
                  <a:cubicBezTo>
                    <a:pt x="661670" y="1094740"/>
                    <a:pt x="631190" y="1075690"/>
                    <a:pt x="614680" y="1062990"/>
                  </a:cubicBezTo>
                  <a:cubicBezTo>
                    <a:pt x="601980" y="1052830"/>
                    <a:pt x="598170" y="1043940"/>
                    <a:pt x="586740" y="1026160"/>
                  </a:cubicBezTo>
                  <a:cubicBezTo>
                    <a:pt x="562610" y="988060"/>
                    <a:pt x="528320" y="901700"/>
                    <a:pt x="491490" y="838200"/>
                  </a:cubicBezTo>
                  <a:cubicBezTo>
                    <a:pt x="449580" y="765810"/>
                    <a:pt x="377190" y="685800"/>
                    <a:pt x="341630" y="618490"/>
                  </a:cubicBezTo>
                  <a:cubicBezTo>
                    <a:pt x="314960" y="566420"/>
                    <a:pt x="304800" y="491490"/>
                    <a:pt x="285750" y="469900"/>
                  </a:cubicBezTo>
                  <a:cubicBezTo>
                    <a:pt x="278130" y="461010"/>
                    <a:pt x="267970" y="463550"/>
                    <a:pt x="261620" y="457200"/>
                  </a:cubicBezTo>
                  <a:cubicBezTo>
                    <a:pt x="254000" y="447040"/>
                    <a:pt x="256540" y="429260"/>
                    <a:pt x="246380" y="408940"/>
                  </a:cubicBezTo>
                  <a:cubicBezTo>
                    <a:pt x="222250" y="367030"/>
                    <a:pt x="133350" y="285750"/>
                    <a:pt x="99060" y="232410"/>
                  </a:cubicBezTo>
                  <a:cubicBezTo>
                    <a:pt x="73660" y="193040"/>
                    <a:pt x="53340" y="152400"/>
                    <a:pt x="44450" y="123190"/>
                  </a:cubicBezTo>
                  <a:cubicBezTo>
                    <a:pt x="39370" y="106680"/>
                    <a:pt x="45720" y="93980"/>
                    <a:pt x="39370" y="80010"/>
                  </a:cubicBezTo>
                  <a:cubicBezTo>
                    <a:pt x="33020" y="63500"/>
                    <a:pt x="2540" y="46990"/>
                    <a:pt x="1270" y="33020"/>
                  </a:cubicBezTo>
                  <a:cubicBezTo>
                    <a:pt x="0" y="21590"/>
                    <a:pt x="8890" y="6350"/>
                    <a:pt x="17780" y="3810"/>
                  </a:cubicBezTo>
                  <a:cubicBezTo>
                    <a:pt x="25400" y="0"/>
                    <a:pt x="48260" y="15240"/>
                    <a:pt x="48260" y="15240"/>
                  </a:cubicBezTo>
                </a:path>
              </a:pathLst>
            </a:custGeom>
            <a:solidFill>
              <a:srgbClr val="CFCFCF"/>
            </a:solidFill>
            <a:ln cap="sq">
              <a:noFill/>
              <a:prstDash val="solid"/>
              <a:miter/>
            </a:ln>
          </p:spPr>
        </p:sp>
      </p:grpSp>
      <p:grpSp>
        <p:nvGrpSpPr>
          <p:cNvPr name="Group 44" id="44"/>
          <p:cNvGrpSpPr/>
          <p:nvPr/>
        </p:nvGrpSpPr>
        <p:grpSpPr>
          <a:xfrm rot="0">
            <a:off x="8891315" y="6849257"/>
            <a:ext cx="870673" cy="256783"/>
            <a:chOff x="0" y="0"/>
            <a:chExt cx="925830" cy="273050"/>
          </a:xfrm>
        </p:grpSpPr>
        <p:sp>
          <p:nvSpPr>
            <p:cNvPr name="Freeform 45" id="45"/>
            <p:cNvSpPr/>
            <p:nvPr/>
          </p:nvSpPr>
          <p:spPr>
            <a:xfrm flipH="false" flipV="false" rot="0">
              <a:off x="48260" y="50800"/>
              <a:ext cx="828040" cy="182880"/>
            </a:xfrm>
            <a:custGeom>
              <a:avLst/>
              <a:gdLst/>
              <a:ahLst/>
              <a:cxnLst/>
              <a:rect r="r" b="b" t="t" l="l"/>
              <a:pathLst>
                <a:path h="182880" w="828040">
                  <a:moveTo>
                    <a:pt x="66040" y="0"/>
                  </a:moveTo>
                  <a:cubicBezTo>
                    <a:pt x="807720" y="54610"/>
                    <a:pt x="817880" y="71120"/>
                    <a:pt x="822960" y="87630"/>
                  </a:cubicBezTo>
                  <a:cubicBezTo>
                    <a:pt x="828040" y="100330"/>
                    <a:pt x="825500" y="116840"/>
                    <a:pt x="821690" y="129540"/>
                  </a:cubicBezTo>
                  <a:cubicBezTo>
                    <a:pt x="816610" y="142240"/>
                    <a:pt x="805180" y="154940"/>
                    <a:pt x="793750" y="161290"/>
                  </a:cubicBezTo>
                  <a:cubicBezTo>
                    <a:pt x="782320" y="168910"/>
                    <a:pt x="765810" y="172720"/>
                    <a:pt x="753110" y="170180"/>
                  </a:cubicBezTo>
                  <a:cubicBezTo>
                    <a:pt x="739140" y="168910"/>
                    <a:pt x="723900" y="163830"/>
                    <a:pt x="715010" y="152400"/>
                  </a:cubicBezTo>
                  <a:cubicBezTo>
                    <a:pt x="703580" y="139700"/>
                    <a:pt x="692150" y="111760"/>
                    <a:pt x="694690" y="93980"/>
                  </a:cubicBezTo>
                  <a:cubicBezTo>
                    <a:pt x="698500" y="76200"/>
                    <a:pt x="717550" y="53340"/>
                    <a:pt x="732790" y="45720"/>
                  </a:cubicBezTo>
                  <a:cubicBezTo>
                    <a:pt x="744220" y="38100"/>
                    <a:pt x="760730" y="38100"/>
                    <a:pt x="774700" y="40640"/>
                  </a:cubicBezTo>
                  <a:cubicBezTo>
                    <a:pt x="787400" y="43180"/>
                    <a:pt x="801370" y="52070"/>
                    <a:pt x="810260" y="62230"/>
                  </a:cubicBezTo>
                  <a:cubicBezTo>
                    <a:pt x="819150" y="72390"/>
                    <a:pt x="825500" y="88900"/>
                    <a:pt x="825500" y="101600"/>
                  </a:cubicBezTo>
                  <a:cubicBezTo>
                    <a:pt x="826770" y="115570"/>
                    <a:pt x="822960" y="130810"/>
                    <a:pt x="814070" y="142240"/>
                  </a:cubicBezTo>
                  <a:cubicBezTo>
                    <a:pt x="803910" y="156210"/>
                    <a:pt x="786130" y="165100"/>
                    <a:pt x="759460" y="171450"/>
                  </a:cubicBezTo>
                  <a:cubicBezTo>
                    <a:pt x="707390" y="182880"/>
                    <a:pt x="603250" y="171450"/>
                    <a:pt x="506730" y="166370"/>
                  </a:cubicBezTo>
                  <a:cubicBezTo>
                    <a:pt x="377190" y="158750"/>
                    <a:pt x="116840" y="151130"/>
                    <a:pt x="50800" y="127000"/>
                  </a:cubicBezTo>
                  <a:cubicBezTo>
                    <a:pt x="29210" y="119380"/>
                    <a:pt x="21590" y="113030"/>
                    <a:pt x="12700" y="100330"/>
                  </a:cubicBezTo>
                  <a:cubicBezTo>
                    <a:pt x="5080" y="88900"/>
                    <a:pt x="0" y="71120"/>
                    <a:pt x="2540" y="57150"/>
                  </a:cubicBezTo>
                  <a:cubicBezTo>
                    <a:pt x="3810" y="41910"/>
                    <a:pt x="12700" y="25400"/>
                    <a:pt x="22860" y="16510"/>
                  </a:cubicBezTo>
                  <a:cubicBezTo>
                    <a:pt x="34290" y="6350"/>
                    <a:pt x="66040" y="0"/>
                    <a:pt x="66040" y="0"/>
                  </a:cubicBezTo>
                </a:path>
              </a:pathLst>
            </a:custGeom>
            <a:solidFill>
              <a:srgbClr val="0D99FF"/>
            </a:solidFill>
            <a:ln cap="sq">
              <a:noFill/>
              <a:prstDash val="solid"/>
              <a:miter/>
            </a:ln>
          </p:spPr>
        </p:sp>
      </p:grpSp>
      <p:grpSp>
        <p:nvGrpSpPr>
          <p:cNvPr name="Group 46" id="46"/>
          <p:cNvGrpSpPr/>
          <p:nvPr/>
        </p:nvGrpSpPr>
        <p:grpSpPr>
          <a:xfrm rot="0">
            <a:off x="8752772" y="6979440"/>
            <a:ext cx="413241" cy="642554"/>
            <a:chOff x="0" y="0"/>
            <a:chExt cx="439420" cy="683260"/>
          </a:xfrm>
        </p:grpSpPr>
        <p:sp>
          <p:nvSpPr>
            <p:cNvPr name="Freeform 47" id="47"/>
            <p:cNvSpPr/>
            <p:nvPr/>
          </p:nvSpPr>
          <p:spPr>
            <a:xfrm flipH="false" flipV="false" rot="0">
              <a:off x="45720" y="46990"/>
              <a:ext cx="344170" cy="588010"/>
            </a:xfrm>
            <a:custGeom>
              <a:avLst/>
              <a:gdLst/>
              <a:ahLst/>
              <a:cxnLst/>
              <a:rect r="r" b="b" t="t" l="l"/>
              <a:pathLst>
                <a:path h="588010" w="344170">
                  <a:moveTo>
                    <a:pt x="220980" y="554990"/>
                  </a:moveTo>
                  <a:cubicBezTo>
                    <a:pt x="31750" y="203200"/>
                    <a:pt x="16510" y="162560"/>
                    <a:pt x="8890" y="127000"/>
                  </a:cubicBezTo>
                  <a:cubicBezTo>
                    <a:pt x="3810" y="100330"/>
                    <a:pt x="0" y="76200"/>
                    <a:pt x="5080" y="57150"/>
                  </a:cubicBezTo>
                  <a:cubicBezTo>
                    <a:pt x="8890" y="41910"/>
                    <a:pt x="16510" y="27940"/>
                    <a:pt x="27940" y="19050"/>
                  </a:cubicBezTo>
                  <a:cubicBezTo>
                    <a:pt x="43180" y="8890"/>
                    <a:pt x="74930" y="1270"/>
                    <a:pt x="92710" y="5080"/>
                  </a:cubicBezTo>
                  <a:cubicBezTo>
                    <a:pt x="106680" y="8890"/>
                    <a:pt x="120650" y="17780"/>
                    <a:pt x="129540" y="30480"/>
                  </a:cubicBezTo>
                  <a:cubicBezTo>
                    <a:pt x="138430" y="45720"/>
                    <a:pt x="146050" y="77470"/>
                    <a:pt x="139700" y="95250"/>
                  </a:cubicBezTo>
                  <a:cubicBezTo>
                    <a:pt x="133350" y="114300"/>
                    <a:pt x="109220" y="134620"/>
                    <a:pt x="91440" y="139700"/>
                  </a:cubicBezTo>
                  <a:cubicBezTo>
                    <a:pt x="72390" y="144780"/>
                    <a:pt x="41910" y="135890"/>
                    <a:pt x="26670" y="125730"/>
                  </a:cubicBezTo>
                  <a:cubicBezTo>
                    <a:pt x="15240" y="116840"/>
                    <a:pt x="7620" y="100330"/>
                    <a:pt x="5080" y="86360"/>
                  </a:cubicBezTo>
                  <a:cubicBezTo>
                    <a:pt x="1270" y="73660"/>
                    <a:pt x="2540" y="55880"/>
                    <a:pt x="10160" y="43180"/>
                  </a:cubicBezTo>
                  <a:cubicBezTo>
                    <a:pt x="19050" y="26670"/>
                    <a:pt x="44450" y="7620"/>
                    <a:pt x="62230" y="3810"/>
                  </a:cubicBezTo>
                  <a:cubicBezTo>
                    <a:pt x="77470" y="0"/>
                    <a:pt x="93980" y="3810"/>
                    <a:pt x="106680" y="11430"/>
                  </a:cubicBezTo>
                  <a:cubicBezTo>
                    <a:pt x="119380" y="17780"/>
                    <a:pt x="129540" y="29210"/>
                    <a:pt x="137160" y="43180"/>
                  </a:cubicBezTo>
                  <a:cubicBezTo>
                    <a:pt x="146050" y="64770"/>
                    <a:pt x="139700" y="102870"/>
                    <a:pt x="147320" y="132080"/>
                  </a:cubicBezTo>
                  <a:cubicBezTo>
                    <a:pt x="154940" y="160020"/>
                    <a:pt x="165100" y="180340"/>
                    <a:pt x="182880" y="215900"/>
                  </a:cubicBezTo>
                  <a:cubicBezTo>
                    <a:pt x="215900" y="285750"/>
                    <a:pt x="335280" y="468630"/>
                    <a:pt x="342900" y="518160"/>
                  </a:cubicBezTo>
                  <a:cubicBezTo>
                    <a:pt x="344170" y="533400"/>
                    <a:pt x="341630" y="538480"/>
                    <a:pt x="336550" y="548640"/>
                  </a:cubicBezTo>
                  <a:cubicBezTo>
                    <a:pt x="330200" y="560070"/>
                    <a:pt x="317500" y="575310"/>
                    <a:pt x="303530" y="581660"/>
                  </a:cubicBezTo>
                  <a:cubicBezTo>
                    <a:pt x="290830" y="586740"/>
                    <a:pt x="271780" y="588010"/>
                    <a:pt x="257810" y="584200"/>
                  </a:cubicBezTo>
                  <a:cubicBezTo>
                    <a:pt x="243840" y="579120"/>
                    <a:pt x="220980" y="554990"/>
                    <a:pt x="220980" y="554990"/>
                  </a:cubicBezTo>
                </a:path>
              </a:pathLst>
            </a:custGeom>
            <a:solidFill>
              <a:srgbClr val="0D99FF"/>
            </a:solidFill>
            <a:ln cap="sq">
              <a:noFill/>
              <a:prstDash val="solid"/>
              <a:miter/>
            </a:ln>
          </p:spPr>
        </p:sp>
      </p:grpSp>
      <p:grpSp>
        <p:nvGrpSpPr>
          <p:cNvPr name="Group 48" id="48"/>
          <p:cNvGrpSpPr/>
          <p:nvPr/>
        </p:nvGrpSpPr>
        <p:grpSpPr>
          <a:xfrm rot="0">
            <a:off x="8505544" y="7288773"/>
            <a:ext cx="2811472" cy="220953"/>
            <a:chOff x="0" y="0"/>
            <a:chExt cx="2989580" cy="234950"/>
          </a:xfrm>
        </p:grpSpPr>
        <p:sp>
          <p:nvSpPr>
            <p:cNvPr name="Freeform 49" id="49"/>
            <p:cNvSpPr/>
            <p:nvPr/>
          </p:nvSpPr>
          <p:spPr>
            <a:xfrm flipH="false" flipV="false" rot="0">
              <a:off x="49530" y="33020"/>
              <a:ext cx="2889250" cy="163830"/>
            </a:xfrm>
            <a:custGeom>
              <a:avLst/>
              <a:gdLst/>
              <a:ahLst/>
              <a:cxnLst/>
              <a:rect r="r" b="b" t="t" l="l"/>
              <a:pathLst>
                <a:path h="163830" w="2889250">
                  <a:moveTo>
                    <a:pt x="25400" y="38100"/>
                  </a:moveTo>
                  <a:cubicBezTo>
                    <a:pt x="250190" y="43180"/>
                    <a:pt x="332740" y="67310"/>
                    <a:pt x="433070" y="74930"/>
                  </a:cubicBezTo>
                  <a:cubicBezTo>
                    <a:pt x="571500" y="86360"/>
                    <a:pt x="844550" y="67310"/>
                    <a:pt x="930910" y="80010"/>
                  </a:cubicBezTo>
                  <a:cubicBezTo>
                    <a:pt x="961390" y="83820"/>
                    <a:pt x="960120" y="93980"/>
                    <a:pt x="993140" y="97790"/>
                  </a:cubicBezTo>
                  <a:cubicBezTo>
                    <a:pt x="1104900" y="114300"/>
                    <a:pt x="1569720" y="115570"/>
                    <a:pt x="1741170" y="99060"/>
                  </a:cubicBezTo>
                  <a:cubicBezTo>
                    <a:pt x="1832610" y="91440"/>
                    <a:pt x="1854200" y="71120"/>
                    <a:pt x="1948180" y="59690"/>
                  </a:cubicBezTo>
                  <a:cubicBezTo>
                    <a:pt x="2145030" y="35560"/>
                    <a:pt x="2783840" y="0"/>
                    <a:pt x="2862580" y="17780"/>
                  </a:cubicBezTo>
                  <a:cubicBezTo>
                    <a:pt x="2875280" y="20320"/>
                    <a:pt x="2880360" y="22860"/>
                    <a:pt x="2884170" y="29210"/>
                  </a:cubicBezTo>
                  <a:cubicBezTo>
                    <a:pt x="2887980" y="34290"/>
                    <a:pt x="2889250" y="45720"/>
                    <a:pt x="2886710" y="53340"/>
                  </a:cubicBezTo>
                  <a:cubicBezTo>
                    <a:pt x="2884170" y="59690"/>
                    <a:pt x="2875280" y="66040"/>
                    <a:pt x="2868930" y="68580"/>
                  </a:cubicBezTo>
                  <a:cubicBezTo>
                    <a:pt x="2861310" y="69850"/>
                    <a:pt x="2851150" y="66040"/>
                    <a:pt x="2846070" y="62230"/>
                  </a:cubicBezTo>
                  <a:cubicBezTo>
                    <a:pt x="2840990" y="57150"/>
                    <a:pt x="2837180" y="45720"/>
                    <a:pt x="2838450" y="39370"/>
                  </a:cubicBezTo>
                  <a:cubicBezTo>
                    <a:pt x="2839720" y="31750"/>
                    <a:pt x="2846070" y="22860"/>
                    <a:pt x="2852420" y="20320"/>
                  </a:cubicBezTo>
                  <a:cubicBezTo>
                    <a:pt x="2858770" y="17780"/>
                    <a:pt x="2870200" y="17780"/>
                    <a:pt x="2876550" y="21590"/>
                  </a:cubicBezTo>
                  <a:cubicBezTo>
                    <a:pt x="2881630" y="25400"/>
                    <a:pt x="2889250" y="35560"/>
                    <a:pt x="2887980" y="41910"/>
                  </a:cubicBezTo>
                  <a:cubicBezTo>
                    <a:pt x="2887980" y="50800"/>
                    <a:pt x="2880360" y="60960"/>
                    <a:pt x="2862580" y="68580"/>
                  </a:cubicBezTo>
                  <a:cubicBezTo>
                    <a:pt x="2776220" y="107950"/>
                    <a:pt x="2124710" y="86360"/>
                    <a:pt x="1931670" y="110490"/>
                  </a:cubicBezTo>
                  <a:cubicBezTo>
                    <a:pt x="1844040" y="121920"/>
                    <a:pt x="1822450" y="142240"/>
                    <a:pt x="1741170" y="149860"/>
                  </a:cubicBezTo>
                  <a:cubicBezTo>
                    <a:pt x="1605280" y="163830"/>
                    <a:pt x="1324610" y="151130"/>
                    <a:pt x="1189990" y="149860"/>
                  </a:cubicBezTo>
                  <a:cubicBezTo>
                    <a:pt x="1113790" y="149860"/>
                    <a:pt x="1057910" y="156210"/>
                    <a:pt x="1009650" y="149860"/>
                  </a:cubicBezTo>
                  <a:cubicBezTo>
                    <a:pt x="976630" y="146050"/>
                    <a:pt x="966470" y="134620"/>
                    <a:pt x="927100" y="129540"/>
                  </a:cubicBezTo>
                  <a:cubicBezTo>
                    <a:pt x="831850" y="118110"/>
                    <a:pt x="566420" y="135890"/>
                    <a:pt x="427990" y="125730"/>
                  </a:cubicBezTo>
                  <a:cubicBezTo>
                    <a:pt x="328930" y="118110"/>
                    <a:pt x="247650" y="93980"/>
                    <a:pt x="175260" y="88900"/>
                  </a:cubicBezTo>
                  <a:cubicBezTo>
                    <a:pt x="118110" y="85090"/>
                    <a:pt x="53340" y="101600"/>
                    <a:pt x="25400" y="88900"/>
                  </a:cubicBezTo>
                  <a:cubicBezTo>
                    <a:pt x="11430" y="82550"/>
                    <a:pt x="0" y="69850"/>
                    <a:pt x="1270" y="60960"/>
                  </a:cubicBezTo>
                  <a:cubicBezTo>
                    <a:pt x="1270" y="52070"/>
                    <a:pt x="25400" y="38100"/>
                    <a:pt x="25400" y="38100"/>
                  </a:cubicBezTo>
                </a:path>
              </a:pathLst>
            </a:custGeom>
            <a:solidFill>
              <a:srgbClr val="A9FF3B"/>
            </a:solidFill>
            <a:ln cap="sq">
              <a:noFill/>
              <a:prstDash val="solid"/>
              <a:miter/>
            </a:ln>
          </p:spPr>
        </p:sp>
      </p:grpSp>
      <p:sp>
        <p:nvSpPr>
          <p:cNvPr name="TextBox 50" id="50"/>
          <p:cNvSpPr txBox="true"/>
          <p:nvPr/>
        </p:nvSpPr>
        <p:spPr>
          <a:xfrm rot="0">
            <a:off x="9166013" y="5780109"/>
            <a:ext cx="1917407" cy="408059"/>
          </a:xfrm>
          <a:prstGeom prst="rect">
            <a:avLst/>
          </a:prstGeom>
        </p:spPr>
        <p:txBody>
          <a:bodyPr anchor="t" rtlCol="false" tIns="0" lIns="0" bIns="0" rIns="0">
            <a:spAutoFit/>
          </a:bodyPr>
          <a:lstStyle/>
          <a:p>
            <a:pPr algn="ctr">
              <a:lnSpc>
                <a:spcPts val="3359"/>
              </a:lnSpc>
              <a:spcBef>
                <a:spcPct val="0"/>
              </a:spcBef>
            </a:pPr>
            <a:r>
              <a:rPr lang="en-US" sz="2399">
                <a:solidFill>
                  <a:srgbClr val="FFFFFF"/>
                </a:solidFill>
                <a:latin typeface="Tex Gyre Termes"/>
                <a:ea typeface="Tex Gyre Termes"/>
                <a:cs typeface="Tex Gyre Termes"/>
                <a:sym typeface="Tex Gyre Termes"/>
              </a:rPr>
              <a:t>interior of ROV</a:t>
            </a:r>
          </a:p>
        </p:txBody>
      </p:sp>
      <p:sp>
        <p:nvSpPr>
          <p:cNvPr name="TextBox 51" id="51"/>
          <p:cNvSpPr txBox="true"/>
          <p:nvPr/>
        </p:nvSpPr>
        <p:spPr>
          <a:xfrm rot="0">
            <a:off x="5733074" y="7279438"/>
            <a:ext cx="2144248" cy="442473"/>
          </a:xfrm>
          <a:prstGeom prst="rect">
            <a:avLst/>
          </a:prstGeom>
        </p:spPr>
        <p:txBody>
          <a:bodyPr anchor="t" rtlCol="false" tIns="0" lIns="0" bIns="0" rIns="0">
            <a:spAutoFit/>
          </a:bodyPr>
          <a:lstStyle/>
          <a:p>
            <a:pPr algn="ctr">
              <a:lnSpc>
                <a:spcPts val="3679"/>
              </a:lnSpc>
              <a:spcBef>
                <a:spcPct val="0"/>
              </a:spcBef>
            </a:pPr>
            <a:r>
              <a:rPr lang="en-US" sz="2628">
                <a:solidFill>
                  <a:srgbClr val="FFFFFF"/>
                </a:solidFill>
                <a:latin typeface="Tex Gyre Termes"/>
                <a:ea typeface="Tex Gyre Termes"/>
                <a:cs typeface="Tex Gyre Termes"/>
                <a:sym typeface="Tex Gyre Termes"/>
              </a:rPr>
              <a:t>exterior of ROV</a:t>
            </a:r>
          </a:p>
        </p:txBody>
      </p:sp>
      <p:sp>
        <p:nvSpPr>
          <p:cNvPr name="TextBox 52" id="52"/>
          <p:cNvSpPr txBox="true"/>
          <p:nvPr/>
        </p:nvSpPr>
        <p:spPr>
          <a:xfrm rot="0">
            <a:off x="10901447" y="7420988"/>
            <a:ext cx="1649866" cy="364188"/>
          </a:xfrm>
          <a:prstGeom prst="rect">
            <a:avLst/>
          </a:prstGeom>
        </p:spPr>
        <p:txBody>
          <a:bodyPr anchor="t" rtlCol="false" tIns="0" lIns="0" bIns="0" rIns="0">
            <a:spAutoFit/>
          </a:bodyPr>
          <a:lstStyle/>
          <a:p>
            <a:pPr algn="ctr">
              <a:lnSpc>
                <a:spcPts val="3092"/>
              </a:lnSpc>
              <a:spcBef>
                <a:spcPct val="0"/>
              </a:spcBef>
            </a:pPr>
            <a:r>
              <a:rPr lang="en-US" sz="2208">
                <a:solidFill>
                  <a:srgbClr val="A9FF3B"/>
                </a:solidFill>
                <a:latin typeface="Tex Gyre Termes"/>
                <a:ea typeface="Tex Gyre Termes"/>
                <a:cs typeface="Tex Gyre Termes"/>
                <a:sym typeface="Tex Gyre Termes"/>
              </a:rPr>
              <a:t>intake w/ filter</a:t>
            </a:r>
          </a:p>
        </p:txBody>
      </p:sp>
      <p:sp>
        <p:nvSpPr>
          <p:cNvPr name="TextBox 53" id="53"/>
          <p:cNvSpPr txBox="true"/>
          <p:nvPr/>
        </p:nvSpPr>
        <p:spPr>
          <a:xfrm rot="0">
            <a:off x="7816784" y="5423929"/>
            <a:ext cx="1020413" cy="405417"/>
          </a:xfrm>
          <a:prstGeom prst="rect">
            <a:avLst/>
          </a:prstGeom>
        </p:spPr>
        <p:txBody>
          <a:bodyPr anchor="t" rtlCol="false" tIns="0" lIns="0" bIns="0" rIns="0">
            <a:spAutoFit/>
          </a:bodyPr>
          <a:lstStyle/>
          <a:p>
            <a:pPr algn="ctr">
              <a:lnSpc>
                <a:spcPts val="3319"/>
              </a:lnSpc>
              <a:spcBef>
                <a:spcPct val="0"/>
              </a:spcBef>
            </a:pPr>
            <a:r>
              <a:rPr lang="en-US" sz="2371">
                <a:solidFill>
                  <a:srgbClr val="8F8F8F"/>
                </a:solidFill>
                <a:latin typeface="Tex Gyre Termes"/>
                <a:ea typeface="Tex Gyre Termes"/>
                <a:cs typeface="Tex Gyre Termes"/>
                <a:sym typeface="Tex Gyre Termes"/>
              </a:rPr>
              <a:t>impellor</a:t>
            </a:r>
          </a:p>
        </p:txBody>
      </p:sp>
      <p:sp>
        <p:nvSpPr>
          <p:cNvPr name="TextBox 54" id="54"/>
          <p:cNvSpPr txBox="true"/>
          <p:nvPr/>
        </p:nvSpPr>
        <p:spPr>
          <a:xfrm rot="0">
            <a:off x="3365460" y="6012469"/>
            <a:ext cx="1731044" cy="425064"/>
          </a:xfrm>
          <a:prstGeom prst="rect">
            <a:avLst/>
          </a:prstGeom>
        </p:spPr>
        <p:txBody>
          <a:bodyPr anchor="t" rtlCol="false" tIns="0" lIns="0" bIns="0" rIns="0">
            <a:spAutoFit/>
          </a:bodyPr>
          <a:lstStyle/>
          <a:p>
            <a:pPr algn="ctr">
              <a:lnSpc>
                <a:spcPts val="3553"/>
              </a:lnSpc>
              <a:spcBef>
                <a:spcPct val="0"/>
              </a:spcBef>
            </a:pPr>
            <a:r>
              <a:rPr lang="en-US" sz="2538">
                <a:solidFill>
                  <a:srgbClr val="65BAFE"/>
                </a:solidFill>
                <a:latin typeface="Tex Gyre Termes"/>
                <a:ea typeface="Tex Gyre Termes"/>
                <a:cs typeface="Tex Gyre Termes"/>
                <a:sym typeface="Tex Gyre Termes"/>
              </a:rPr>
              <a:t>flow of water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TextBox 4" id="4"/>
          <p:cNvSpPr txBox="true"/>
          <p:nvPr/>
        </p:nvSpPr>
        <p:spPr>
          <a:xfrm rot="0">
            <a:off x="1546726" y="1864519"/>
            <a:ext cx="14810584" cy="167132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To meet the IP20 rating the ROV’s thrusters will have a shroud with an integrated and solid mesh over the  thrusters with holes no wider than 12mm. The mesh will be apart of the thruster’s shroud so that it is one solid piece.</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FF6B"/>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5773459" y="407439"/>
            <a:ext cx="1856467" cy="185646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FF3B"/>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5400000">
            <a:off x="2409947" y="5896675"/>
            <a:ext cx="2507456" cy="3545345"/>
            <a:chOff x="0" y="0"/>
            <a:chExt cx="660400" cy="933753"/>
          </a:xfrm>
        </p:grpSpPr>
        <p:sp>
          <p:nvSpPr>
            <p:cNvPr name="Freeform 12" id="12"/>
            <p:cNvSpPr/>
            <p:nvPr/>
          </p:nvSpPr>
          <p:spPr>
            <a:xfrm flipH="false" flipV="false" rot="0">
              <a:off x="0" y="0"/>
              <a:ext cx="660400" cy="933753"/>
            </a:xfrm>
            <a:custGeom>
              <a:avLst/>
              <a:gdLst/>
              <a:ahLst/>
              <a:cxnLst/>
              <a:rect r="r" b="b" t="t" l="l"/>
              <a:pathLst>
                <a:path h="933753"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1189"/>
                  </a:cubicBezTo>
                  <a:lnTo>
                    <a:pt x="660400" y="933753"/>
                  </a:lnTo>
                  <a:lnTo>
                    <a:pt x="0" y="933753"/>
                  </a:lnTo>
                  <a:lnTo>
                    <a:pt x="0" y="331636"/>
                  </a:lnTo>
                  <a:cubicBezTo>
                    <a:pt x="1782" y="185660"/>
                    <a:pt x="93019" y="64045"/>
                    <a:pt x="220252" y="19070"/>
                  </a:cubicBezTo>
                  <a:close/>
                </a:path>
              </a:pathLst>
            </a:custGeom>
            <a:solidFill>
              <a:srgbClr val="65BAFE"/>
            </a:solidFill>
          </p:spPr>
        </p:sp>
        <p:sp>
          <p:nvSpPr>
            <p:cNvPr name="TextBox 13" id="13"/>
            <p:cNvSpPr txBox="true"/>
            <p:nvPr/>
          </p:nvSpPr>
          <p:spPr>
            <a:xfrm>
              <a:off x="0" y="88900"/>
              <a:ext cx="660400" cy="84485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4</a:t>
            </a:r>
          </a:p>
        </p:txBody>
      </p:sp>
      <p:sp>
        <p:nvSpPr>
          <p:cNvPr name="TextBox 15" id="15"/>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sp>
        <p:nvSpPr>
          <p:cNvPr name="TextBox 16" id="16"/>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6.6.2</a:t>
            </a:r>
          </a:p>
        </p:txBody>
      </p:sp>
      <p:sp>
        <p:nvSpPr>
          <p:cNvPr name="AutoShape 17" id="17"/>
          <p:cNvSpPr/>
          <p:nvPr/>
        </p:nvSpPr>
        <p:spPr>
          <a:xfrm>
            <a:off x="5436348" y="6415620"/>
            <a:ext cx="0" cy="2507456"/>
          </a:xfrm>
          <a:prstGeom prst="line">
            <a:avLst/>
          </a:prstGeom>
          <a:ln cap="flat" w="238125">
            <a:solidFill>
              <a:srgbClr val="8F8F8F"/>
            </a:solidFill>
            <a:prstDash val="solid"/>
            <a:headEnd type="none" len="sm" w="sm"/>
            <a:tailEnd type="none" len="sm" w="sm"/>
          </a:ln>
        </p:spPr>
      </p:sp>
      <p:sp>
        <p:nvSpPr>
          <p:cNvPr name="TextBox 18" id="18"/>
          <p:cNvSpPr txBox="true"/>
          <p:nvPr/>
        </p:nvSpPr>
        <p:spPr>
          <a:xfrm rot="0">
            <a:off x="3225312" y="5733205"/>
            <a:ext cx="1480393" cy="547370"/>
          </a:xfrm>
          <a:prstGeom prst="rect">
            <a:avLst/>
          </a:prstGeom>
        </p:spPr>
        <p:txBody>
          <a:bodyPr anchor="t" rtlCol="false" tIns="0" lIns="0" bIns="0" rIns="0">
            <a:spAutoFit/>
          </a:bodyPr>
          <a:lstStyle/>
          <a:p>
            <a:pPr algn="ctr">
              <a:lnSpc>
                <a:spcPts val="4480"/>
              </a:lnSpc>
              <a:spcBef>
                <a:spcPct val="0"/>
              </a:spcBef>
            </a:pPr>
            <a:r>
              <a:rPr lang="en-US" sz="3200">
                <a:solidFill>
                  <a:srgbClr val="FFFFFF"/>
                </a:solidFill>
                <a:latin typeface="Tex Gyre Termes"/>
                <a:ea typeface="Tex Gyre Termes"/>
                <a:cs typeface="Tex Gyre Termes"/>
                <a:sym typeface="Tex Gyre Termes"/>
              </a:rPr>
              <a:t>Thruster</a:t>
            </a:r>
            <a:r>
              <a:rPr lang="en-US" sz="3200">
                <a:solidFill>
                  <a:srgbClr val="65BAFE"/>
                </a:solidFill>
                <a:latin typeface="Tex Gyre Termes"/>
                <a:ea typeface="Tex Gyre Termes"/>
                <a:cs typeface="Tex Gyre Termes"/>
                <a:sym typeface="Tex Gyre Termes"/>
              </a:rPr>
              <a:t> </a:t>
            </a:r>
          </a:p>
        </p:txBody>
      </p:sp>
      <p:sp>
        <p:nvSpPr>
          <p:cNvPr name="TextBox 19" id="19"/>
          <p:cNvSpPr txBox="true"/>
          <p:nvPr/>
        </p:nvSpPr>
        <p:spPr>
          <a:xfrm rot="0">
            <a:off x="5543505" y="7081338"/>
            <a:ext cx="3822252" cy="1109345"/>
          </a:xfrm>
          <a:prstGeom prst="rect">
            <a:avLst/>
          </a:prstGeom>
        </p:spPr>
        <p:txBody>
          <a:bodyPr anchor="t" rtlCol="false" tIns="0" lIns="0" bIns="0" rIns="0">
            <a:spAutoFit/>
          </a:bodyPr>
          <a:lstStyle/>
          <a:p>
            <a:pPr algn="ctr">
              <a:lnSpc>
                <a:spcPts val="4480"/>
              </a:lnSpc>
              <a:spcBef>
                <a:spcPct val="0"/>
              </a:spcBef>
            </a:pPr>
            <a:r>
              <a:rPr lang="en-US" sz="3200">
                <a:solidFill>
                  <a:srgbClr val="FFFFFF"/>
                </a:solidFill>
                <a:latin typeface="Tex Gyre Termes"/>
                <a:ea typeface="Tex Gyre Termes"/>
                <a:cs typeface="Tex Gyre Termes"/>
                <a:sym typeface="Tex Gyre Termes"/>
              </a:rPr>
              <a:t>Integrated Mesh - Holes &lt;12mm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20862"/>
            <a:ext cx="16050546"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The ROV will have a detachable and easily replaceable solid or semisolid mesh that will attach to the shroud via a locking mechanism. Having a easily replaceable mesh will allow the team to replace the mesh should the ROV become damaged during use. </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FF3B"/>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1974806" y="6461522"/>
            <a:ext cx="2507456" cy="3086100"/>
            <a:chOff x="0" y="0"/>
            <a:chExt cx="660400" cy="812800"/>
          </a:xfrm>
        </p:grpSpPr>
        <p:sp>
          <p:nvSpPr>
            <p:cNvPr name="Freeform 9" id="9"/>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65BAFE"/>
            </a:solidFill>
          </p:spPr>
        </p:sp>
        <p:sp>
          <p:nvSpPr>
            <p:cNvPr name="TextBox 10" id="10"/>
            <p:cNvSpPr txBox="true"/>
            <p:nvPr/>
          </p:nvSpPr>
          <p:spPr>
            <a:xfrm>
              <a:off x="0" y="88900"/>
              <a:ext cx="660400" cy="723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4998561" y="6750844"/>
            <a:ext cx="246012" cy="2507456"/>
            <a:chOff x="0" y="0"/>
            <a:chExt cx="64793" cy="660400"/>
          </a:xfrm>
        </p:grpSpPr>
        <p:sp>
          <p:nvSpPr>
            <p:cNvPr name="Freeform 12" id="12"/>
            <p:cNvSpPr/>
            <p:nvPr/>
          </p:nvSpPr>
          <p:spPr>
            <a:xfrm flipH="false" flipV="false" rot="0">
              <a:off x="0" y="0"/>
              <a:ext cx="64793" cy="660400"/>
            </a:xfrm>
            <a:custGeom>
              <a:avLst/>
              <a:gdLst/>
              <a:ahLst/>
              <a:cxnLst/>
              <a:rect r="r" b="b" t="t" l="l"/>
              <a:pathLst>
                <a:path h="660400" w="64793">
                  <a:moveTo>
                    <a:pt x="0" y="0"/>
                  </a:moveTo>
                  <a:lnTo>
                    <a:pt x="64793" y="0"/>
                  </a:lnTo>
                  <a:lnTo>
                    <a:pt x="64793" y="660400"/>
                  </a:lnTo>
                  <a:lnTo>
                    <a:pt x="0" y="660400"/>
                  </a:lnTo>
                  <a:close/>
                </a:path>
              </a:pathLst>
            </a:custGeom>
            <a:solidFill>
              <a:srgbClr val="8F8F8F"/>
            </a:solidFill>
          </p:spPr>
        </p:sp>
        <p:sp>
          <p:nvSpPr>
            <p:cNvPr name="TextBox 13" id="13"/>
            <p:cNvSpPr txBox="true"/>
            <p:nvPr/>
          </p:nvSpPr>
          <p:spPr>
            <a:xfrm>
              <a:off x="0" y="-38100"/>
              <a:ext cx="64793"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#5</a:t>
            </a:r>
          </a:p>
        </p:txBody>
      </p:sp>
      <p:sp>
        <p:nvSpPr>
          <p:cNvPr name="TextBox 15" id="15"/>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sp>
        <p:nvSpPr>
          <p:cNvPr name="TextBox 16" id="16"/>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6.6.2</a:t>
            </a:r>
          </a:p>
        </p:txBody>
      </p:sp>
      <p:sp>
        <p:nvSpPr>
          <p:cNvPr name="TextBox 17" id="17"/>
          <p:cNvSpPr txBox="true"/>
          <p:nvPr/>
        </p:nvSpPr>
        <p:spPr>
          <a:xfrm rot="0">
            <a:off x="5362580" y="7697549"/>
            <a:ext cx="3966801" cy="547370"/>
          </a:xfrm>
          <a:prstGeom prst="rect">
            <a:avLst/>
          </a:prstGeom>
        </p:spPr>
        <p:txBody>
          <a:bodyPr anchor="t" rtlCol="false" tIns="0" lIns="0" bIns="0" rIns="0">
            <a:spAutoFit/>
          </a:bodyPr>
          <a:lstStyle/>
          <a:p>
            <a:pPr algn="ctr">
              <a:lnSpc>
                <a:spcPts val="4480"/>
              </a:lnSpc>
              <a:spcBef>
                <a:spcPct val="0"/>
              </a:spcBef>
            </a:pPr>
            <a:r>
              <a:rPr lang="en-US" sz="3200">
                <a:solidFill>
                  <a:srgbClr val="FFFFFF"/>
                </a:solidFill>
                <a:latin typeface="Tex Gyre Termes"/>
                <a:ea typeface="Tex Gyre Termes"/>
                <a:cs typeface="Tex Gyre Termes"/>
                <a:sym typeface="Tex Gyre Termes"/>
              </a:rPr>
              <a:t>Detachable Front Mesh</a:t>
            </a:r>
          </a:p>
        </p:txBody>
      </p:sp>
      <p:sp>
        <p:nvSpPr>
          <p:cNvPr name="TextBox 18" id="18"/>
          <p:cNvSpPr txBox="true"/>
          <p:nvPr/>
        </p:nvSpPr>
        <p:spPr>
          <a:xfrm rot="0">
            <a:off x="2980220" y="6169660"/>
            <a:ext cx="1378744" cy="547370"/>
          </a:xfrm>
          <a:prstGeom prst="rect">
            <a:avLst/>
          </a:prstGeom>
        </p:spPr>
        <p:txBody>
          <a:bodyPr anchor="t" rtlCol="false" tIns="0" lIns="0" bIns="0" rIns="0">
            <a:spAutoFit/>
          </a:bodyPr>
          <a:lstStyle/>
          <a:p>
            <a:pPr algn="ctr">
              <a:lnSpc>
                <a:spcPts val="4480"/>
              </a:lnSpc>
              <a:spcBef>
                <a:spcPct val="0"/>
              </a:spcBef>
            </a:pPr>
            <a:r>
              <a:rPr lang="en-US" sz="3200">
                <a:solidFill>
                  <a:srgbClr val="FFFFFF"/>
                </a:solidFill>
                <a:latin typeface="Tex Gyre Termes"/>
                <a:ea typeface="Tex Gyre Termes"/>
                <a:cs typeface="Tex Gyre Termes"/>
                <a:sym typeface="Tex Gyre Termes"/>
              </a:rPr>
              <a:t>Thruster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The shroud for the propellors will extend at least 2mm in front of and behind the propellors, the shroud must also completely encircle the propellors so the design of the shroud could be a hollow cylinder extending 2mm in each direction from the propellor with a large opening past the required 2mm to allow for water to be exhausted.</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#6</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FF3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7597274"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6.5.2, 6.5.3, 6.6.3, 6.6.8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The ballast must be able to support a maximum of 40psi. To be able to withstand the pressure of the ballast a material such as stainless steel, aluminum, or HDPE </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#7</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FF3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6.3.2</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Freeform 3" id="3"/>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TextBox 4" id="4"/>
          <p:cNvSpPr txBox="true"/>
          <p:nvPr/>
        </p:nvSpPr>
        <p:spPr>
          <a:xfrm rot="0">
            <a:off x="1449409" y="1820862"/>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If a ballast is used, per the rulebook, the pressurized container must be able to withstand 100psi at the minimum. To reach this the ballast should be manufactured from one continuous material s/t the are fewer points of failure on the ballast.</a:t>
            </a:r>
          </a:p>
        </p:txBody>
      </p:sp>
      <p:sp>
        <p:nvSpPr>
          <p:cNvPr name="TextBox 5" id="5"/>
          <p:cNvSpPr txBox="true"/>
          <p:nvPr/>
        </p:nvSpPr>
        <p:spPr>
          <a:xfrm rot="0">
            <a:off x="1685484" y="552450"/>
            <a:ext cx="3079655" cy="844867"/>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8</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FF3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6.3.3</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614498">
            <a:off x="10242355" y="-3961362"/>
            <a:ext cx="15234943" cy="15721589"/>
          </a:xfrm>
          <a:custGeom>
            <a:avLst/>
            <a:gdLst/>
            <a:ahLst/>
            <a:cxnLst/>
            <a:rect r="r" b="b" t="t" l="l"/>
            <a:pathLst>
              <a:path h="15721589" w="15234943">
                <a:moveTo>
                  <a:pt x="15234943" y="0"/>
                </a:moveTo>
                <a:lnTo>
                  <a:pt x="0" y="0"/>
                </a:lnTo>
                <a:lnTo>
                  <a:pt x="0" y="15721589"/>
                </a:lnTo>
                <a:lnTo>
                  <a:pt x="15234943" y="15721589"/>
                </a:lnTo>
                <a:lnTo>
                  <a:pt x="15234943"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true" flipV="false" rot="3788763">
            <a:off x="-5070090" y="-10424406"/>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place of normal oxygen and nitrogen found in common air compressor systems, the ROV’s ballast will use a light gas such as helium or pure hydrogen. This will make the ballast system more efficient as it will take less work to ascend when compared to atmospheric gasses.</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9</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FF3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n/a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3">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3">
              <a:alphaModFix amt="42000"/>
            </a:blip>
            <a:stretch>
              <a:fillRect l="-129" t="-39011" r="-129" b="-943"/>
            </a:stretch>
          </a:blipFill>
          <a:ln cap="sq">
            <a:noFill/>
            <a:prstDash val="solid"/>
            <a:miter/>
          </a:ln>
        </p:spPr>
      </p:sp>
      <p:sp>
        <p:nvSpPr>
          <p:cNvPr name="TextBox 4" id="4"/>
          <p:cNvSpPr txBox="true"/>
          <p:nvPr/>
        </p:nvSpPr>
        <p:spPr>
          <a:xfrm rot="0">
            <a:off x="1546726" y="1864519"/>
            <a:ext cx="14810584" cy="279527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to decrease the size of the ballast tank, the sides of the ROV will utilize 2-4 diving/hydro planes. obtaining low-energy pitch adjustment. These hydroplanes operate via water flow and are only effective when the ROV is in motion, allowing for fast pitch and dive control while cruising. </a:t>
            </a:r>
          </a:p>
          <a:p>
            <a:pPr algn="l">
              <a:lnSpc>
                <a:spcPts val="4480"/>
              </a:lnSpc>
            </a:pPr>
            <a:r>
              <a:rPr lang="en-US" sz="3200">
                <a:solidFill>
                  <a:srgbClr val="65BAFE"/>
                </a:solidFill>
                <a:latin typeface="Tex Gyre Termes"/>
                <a:ea typeface="Tex Gyre Termes"/>
                <a:cs typeface="Tex Gyre Termes"/>
                <a:sym typeface="Tex Gyre Termes"/>
              </a:rPr>
              <a:t> </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28700" y="4881550"/>
            <a:ext cx="7672990" cy="3596714"/>
          </a:xfrm>
          <a:custGeom>
            <a:avLst/>
            <a:gdLst/>
            <a:ahLst/>
            <a:cxnLst/>
            <a:rect r="r" b="b" t="t" l="l"/>
            <a:pathLst>
              <a:path h="3596714" w="7672990">
                <a:moveTo>
                  <a:pt x="0" y="0"/>
                </a:moveTo>
                <a:lnTo>
                  <a:pt x="7672990" y="0"/>
                </a:lnTo>
                <a:lnTo>
                  <a:pt x="7672990" y="3596714"/>
                </a:lnTo>
                <a:lnTo>
                  <a:pt x="0" y="3596714"/>
                </a:lnTo>
                <a:lnTo>
                  <a:pt x="0" y="0"/>
                </a:lnTo>
                <a:close/>
              </a:path>
            </a:pathLst>
          </a:custGeom>
          <a:blipFill>
            <a:blip r:embed="rId4"/>
            <a:stretch>
              <a:fillRect l="0" t="0" r="0" b="0"/>
            </a:stretch>
          </a:blipFill>
        </p:spPr>
      </p:sp>
      <p:sp>
        <p:nvSpPr>
          <p:cNvPr name="Freeform 9" id="9"/>
          <p:cNvSpPr/>
          <p:nvPr/>
        </p:nvSpPr>
        <p:spPr>
          <a:xfrm flipH="false" flipV="false" rot="0">
            <a:off x="9938110" y="4881550"/>
            <a:ext cx="6611182" cy="3115520"/>
          </a:xfrm>
          <a:custGeom>
            <a:avLst/>
            <a:gdLst/>
            <a:ahLst/>
            <a:cxnLst/>
            <a:rect r="r" b="b" t="t" l="l"/>
            <a:pathLst>
              <a:path h="3115520" w="6611182">
                <a:moveTo>
                  <a:pt x="0" y="0"/>
                </a:moveTo>
                <a:lnTo>
                  <a:pt x="6611182" y="0"/>
                </a:lnTo>
                <a:lnTo>
                  <a:pt x="6611182" y="3115520"/>
                </a:lnTo>
                <a:lnTo>
                  <a:pt x="0" y="3115520"/>
                </a:lnTo>
                <a:lnTo>
                  <a:pt x="0" y="0"/>
                </a:lnTo>
                <a:close/>
              </a:path>
            </a:pathLst>
          </a:custGeom>
          <a:blipFill>
            <a:blip r:embed="rId5"/>
            <a:stretch>
              <a:fillRect l="0" t="0" r="0" b="0"/>
            </a:stretch>
          </a:blipFill>
        </p:spPr>
      </p:sp>
      <p:sp>
        <p:nvSpPr>
          <p:cNvPr name="TextBox 10" id="10"/>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13</a:t>
            </a:r>
          </a:p>
        </p:txBody>
      </p:sp>
      <p:sp>
        <p:nvSpPr>
          <p:cNvPr name="TextBox 11" id="11"/>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6.3.1</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14</a:t>
            </a:r>
          </a:p>
        </p:txBody>
      </p:sp>
      <p:sp>
        <p:nvSpPr>
          <p:cNvPr name="TextBox 5" id="5"/>
          <p:cNvSpPr txBox="true"/>
          <p:nvPr/>
        </p:nvSpPr>
        <p:spPr>
          <a:xfrm rot="0">
            <a:off x="1546726" y="1937793"/>
            <a:ext cx="14810584" cy="33572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to decrease the size of the ballast tank, the ROV will have bow planes (hydroplanes near the nose) and stern planes (hydroplanes near the rear) that assist in pitch and depth control. Together, they manage the angle of the ROV and its rate of descent by adjusting the angle. If both angle down, the ROV dives. If both angle up, the ROV ascends. If one is set up and the other down, the pitch of the ROV changes. </a:t>
            </a:r>
          </a:p>
          <a:p>
            <a:pPr algn="l">
              <a:lnSpc>
                <a:spcPts val="4480"/>
              </a:lnSpc>
            </a:pPr>
            <a:r>
              <a:rPr lang="en-US" sz="3200">
                <a:solidFill>
                  <a:srgbClr val="65BAFE"/>
                </a:solidFill>
                <a:latin typeface="Tex Gyre Termes"/>
                <a:ea typeface="Tex Gyre Termes"/>
                <a:cs typeface="Tex Gyre Termes"/>
                <a:sym typeface="Tex Gyre Termes"/>
              </a:rPr>
              <a:t>This also provides stability in passive depth travel. </a:t>
            </a:r>
          </a:p>
        </p:txBody>
      </p:sp>
      <p:grpSp>
        <p:nvGrpSpPr>
          <p:cNvPr name="Group 6" id="6"/>
          <p:cNvGrpSpPr/>
          <p:nvPr/>
        </p:nvGrpSpPr>
        <p:grpSpPr>
          <a:xfrm rot="0">
            <a:off x="15621059" y="255039"/>
            <a:ext cx="1856467" cy="185646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6.3.1</a:t>
            </a:r>
          </a:p>
        </p:txBody>
      </p:sp>
      <p:grpSp>
        <p:nvGrpSpPr>
          <p:cNvPr name="Group 10" id="10"/>
          <p:cNvGrpSpPr/>
          <p:nvPr/>
        </p:nvGrpSpPr>
        <p:grpSpPr>
          <a:xfrm rot="0">
            <a:off x="3111817" y="6576060"/>
            <a:ext cx="4232910" cy="932498"/>
            <a:chOff x="0" y="0"/>
            <a:chExt cx="5643880" cy="1243330"/>
          </a:xfrm>
        </p:grpSpPr>
        <p:sp>
          <p:nvSpPr>
            <p:cNvPr name="Freeform 11" id="11"/>
            <p:cNvSpPr/>
            <p:nvPr/>
          </p:nvSpPr>
          <p:spPr>
            <a:xfrm flipH="false" flipV="false" rot="0">
              <a:off x="44450" y="43180"/>
              <a:ext cx="5551170" cy="1149350"/>
            </a:xfrm>
            <a:custGeom>
              <a:avLst/>
              <a:gdLst/>
              <a:ahLst/>
              <a:cxnLst/>
              <a:rect r="r" b="b" t="t" l="l"/>
              <a:pathLst>
                <a:path h="1149350" w="5551170">
                  <a:moveTo>
                    <a:pt x="44450" y="957580"/>
                  </a:moveTo>
                  <a:cubicBezTo>
                    <a:pt x="732790" y="614680"/>
                    <a:pt x="916940" y="589280"/>
                    <a:pt x="1075690" y="515620"/>
                  </a:cubicBezTo>
                  <a:cubicBezTo>
                    <a:pt x="1226820" y="445770"/>
                    <a:pt x="1370330" y="331470"/>
                    <a:pt x="1499870" y="262890"/>
                  </a:cubicBezTo>
                  <a:cubicBezTo>
                    <a:pt x="1602740" y="208280"/>
                    <a:pt x="1687830" y="160020"/>
                    <a:pt x="1784350" y="128270"/>
                  </a:cubicBezTo>
                  <a:cubicBezTo>
                    <a:pt x="1877060" y="97790"/>
                    <a:pt x="1959610" y="91440"/>
                    <a:pt x="2066290" y="74930"/>
                  </a:cubicBezTo>
                  <a:cubicBezTo>
                    <a:pt x="2205990" y="52070"/>
                    <a:pt x="2393950" y="25400"/>
                    <a:pt x="2550160" y="15240"/>
                  </a:cubicBezTo>
                  <a:cubicBezTo>
                    <a:pt x="2696210" y="5080"/>
                    <a:pt x="2854960" y="0"/>
                    <a:pt x="2974340" y="7620"/>
                  </a:cubicBezTo>
                  <a:cubicBezTo>
                    <a:pt x="3061970" y="13970"/>
                    <a:pt x="3122930" y="24130"/>
                    <a:pt x="3201670" y="40640"/>
                  </a:cubicBezTo>
                  <a:cubicBezTo>
                    <a:pt x="3288030" y="59690"/>
                    <a:pt x="3392170" y="99060"/>
                    <a:pt x="3469640" y="116840"/>
                  </a:cubicBezTo>
                  <a:cubicBezTo>
                    <a:pt x="3526790" y="129540"/>
                    <a:pt x="3563620" y="128270"/>
                    <a:pt x="3623310" y="142240"/>
                  </a:cubicBezTo>
                  <a:cubicBezTo>
                    <a:pt x="3705860" y="161290"/>
                    <a:pt x="3841750" y="218440"/>
                    <a:pt x="3915410" y="233680"/>
                  </a:cubicBezTo>
                  <a:cubicBezTo>
                    <a:pt x="3959860" y="242570"/>
                    <a:pt x="3986530" y="236220"/>
                    <a:pt x="4022090" y="245110"/>
                  </a:cubicBezTo>
                  <a:cubicBezTo>
                    <a:pt x="4060190" y="255270"/>
                    <a:pt x="4099560" y="281940"/>
                    <a:pt x="4136390" y="292100"/>
                  </a:cubicBezTo>
                  <a:cubicBezTo>
                    <a:pt x="4165600" y="300990"/>
                    <a:pt x="4187190" y="297180"/>
                    <a:pt x="4221480" y="307340"/>
                  </a:cubicBezTo>
                  <a:cubicBezTo>
                    <a:pt x="4274820" y="322580"/>
                    <a:pt x="4348480" y="363220"/>
                    <a:pt x="4420870" y="388620"/>
                  </a:cubicBezTo>
                  <a:cubicBezTo>
                    <a:pt x="4502150" y="417830"/>
                    <a:pt x="4588510" y="427990"/>
                    <a:pt x="4688840" y="468630"/>
                  </a:cubicBezTo>
                  <a:cubicBezTo>
                    <a:pt x="4829810" y="525780"/>
                    <a:pt x="5069840" y="654050"/>
                    <a:pt x="5176520" y="727710"/>
                  </a:cubicBezTo>
                  <a:cubicBezTo>
                    <a:pt x="5234940" y="768350"/>
                    <a:pt x="5253990" y="801370"/>
                    <a:pt x="5302250" y="839470"/>
                  </a:cubicBezTo>
                  <a:cubicBezTo>
                    <a:pt x="5358130" y="883920"/>
                    <a:pt x="5449570" y="934720"/>
                    <a:pt x="5491480" y="977900"/>
                  </a:cubicBezTo>
                  <a:cubicBezTo>
                    <a:pt x="5519420" y="1005840"/>
                    <a:pt x="5544820" y="1029970"/>
                    <a:pt x="5547360" y="1056640"/>
                  </a:cubicBezTo>
                  <a:cubicBezTo>
                    <a:pt x="5551170" y="1080770"/>
                    <a:pt x="5535930" y="1112520"/>
                    <a:pt x="5520690" y="1127760"/>
                  </a:cubicBezTo>
                  <a:cubicBezTo>
                    <a:pt x="5509260" y="1140460"/>
                    <a:pt x="5490210" y="1146810"/>
                    <a:pt x="5473700" y="1148080"/>
                  </a:cubicBezTo>
                  <a:cubicBezTo>
                    <a:pt x="5457190" y="1149350"/>
                    <a:pt x="5436870" y="1145540"/>
                    <a:pt x="5422900" y="1135380"/>
                  </a:cubicBezTo>
                  <a:cubicBezTo>
                    <a:pt x="5406390" y="1122680"/>
                    <a:pt x="5387340" y="1092200"/>
                    <a:pt x="5386070" y="1069340"/>
                  </a:cubicBezTo>
                  <a:cubicBezTo>
                    <a:pt x="5386070" y="1046480"/>
                    <a:pt x="5405120" y="1014730"/>
                    <a:pt x="5420360" y="1002030"/>
                  </a:cubicBezTo>
                  <a:cubicBezTo>
                    <a:pt x="5434330" y="990600"/>
                    <a:pt x="5453380" y="985520"/>
                    <a:pt x="5469890" y="986790"/>
                  </a:cubicBezTo>
                  <a:cubicBezTo>
                    <a:pt x="5486400" y="986790"/>
                    <a:pt x="5505450" y="993140"/>
                    <a:pt x="5518150" y="1004570"/>
                  </a:cubicBezTo>
                  <a:cubicBezTo>
                    <a:pt x="5533390" y="1019810"/>
                    <a:pt x="5549900" y="1052830"/>
                    <a:pt x="5548630" y="1074420"/>
                  </a:cubicBezTo>
                  <a:cubicBezTo>
                    <a:pt x="5546090" y="1097280"/>
                    <a:pt x="5527040" y="1127760"/>
                    <a:pt x="5506720" y="1137920"/>
                  </a:cubicBezTo>
                  <a:cubicBezTo>
                    <a:pt x="5487670" y="1149350"/>
                    <a:pt x="5454650" y="1149350"/>
                    <a:pt x="5430520" y="1140460"/>
                  </a:cubicBezTo>
                  <a:cubicBezTo>
                    <a:pt x="5402580" y="1129030"/>
                    <a:pt x="5387340" y="1088390"/>
                    <a:pt x="5354320" y="1061720"/>
                  </a:cubicBezTo>
                  <a:cubicBezTo>
                    <a:pt x="5306060" y="1022350"/>
                    <a:pt x="5208270" y="975360"/>
                    <a:pt x="5162550" y="937260"/>
                  </a:cubicBezTo>
                  <a:cubicBezTo>
                    <a:pt x="5132070" y="911860"/>
                    <a:pt x="5132070" y="894080"/>
                    <a:pt x="5096510" y="867410"/>
                  </a:cubicBezTo>
                  <a:cubicBezTo>
                    <a:pt x="5015230" y="803910"/>
                    <a:pt x="4777740" y="673100"/>
                    <a:pt x="4641850" y="615950"/>
                  </a:cubicBezTo>
                  <a:cubicBezTo>
                    <a:pt x="4538980" y="572770"/>
                    <a:pt x="4441190" y="562610"/>
                    <a:pt x="4361180" y="532130"/>
                  </a:cubicBezTo>
                  <a:cubicBezTo>
                    <a:pt x="4297680" y="508000"/>
                    <a:pt x="4264660" y="478790"/>
                    <a:pt x="4196080" y="454660"/>
                  </a:cubicBezTo>
                  <a:cubicBezTo>
                    <a:pt x="4090670" y="419100"/>
                    <a:pt x="3893820" y="389890"/>
                    <a:pt x="3784600" y="359410"/>
                  </a:cubicBezTo>
                  <a:cubicBezTo>
                    <a:pt x="3710940" y="337820"/>
                    <a:pt x="3662680" y="311150"/>
                    <a:pt x="3599180" y="294640"/>
                  </a:cubicBezTo>
                  <a:cubicBezTo>
                    <a:pt x="3536950" y="279400"/>
                    <a:pt x="3479800" y="280670"/>
                    <a:pt x="3409950" y="265430"/>
                  </a:cubicBezTo>
                  <a:cubicBezTo>
                    <a:pt x="3319780" y="246380"/>
                    <a:pt x="3187700" y="199390"/>
                    <a:pt x="3106420" y="184150"/>
                  </a:cubicBezTo>
                  <a:cubicBezTo>
                    <a:pt x="3054350" y="173990"/>
                    <a:pt x="3030220" y="171450"/>
                    <a:pt x="2974340" y="167640"/>
                  </a:cubicBezTo>
                  <a:cubicBezTo>
                    <a:pt x="2876550" y="162560"/>
                    <a:pt x="2693670" y="161290"/>
                    <a:pt x="2574290" y="168910"/>
                  </a:cubicBezTo>
                  <a:cubicBezTo>
                    <a:pt x="2477770" y="175260"/>
                    <a:pt x="2378710" y="187960"/>
                    <a:pt x="2312670" y="201930"/>
                  </a:cubicBezTo>
                  <a:cubicBezTo>
                    <a:pt x="2272030" y="209550"/>
                    <a:pt x="2251710" y="223520"/>
                    <a:pt x="2216150" y="229870"/>
                  </a:cubicBezTo>
                  <a:cubicBezTo>
                    <a:pt x="2176780" y="236220"/>
                    <a:pt x="2134870" y="227330"/>
                    <a:pt x="2084070" y="233680"/>
                  </a:cubicBezTo>
                  <a:cubicBezTo>
                    <a:pt x="2014220" y="241300"/>
                    <a:pt x="1922780" y="255270"/>
                    <a:pt x="1838960" y="281940"/>
                  </a:cubicBezTo>
                  <a:cubicBezTo>
                    <a:pt x="1742440" y="312420"/>
                    <a:pt x="1607820" y="369570"/>
                    <a:pt x="1543050" y="411480"/>
                  </a:cubicBezTo>
                  <a:cubicBezTo>
                    <a:pt x="1506220" y="434340"/>
                    <a:pt x="1501140" y="454660"/>
                    <a:pt x="1465580" y="480060"/>
                  </a:cubicBezTo>
                  <a:cubicBezTo>
                    <a:pt x="1400810" y="525780"/>
                    <a:pt x="1292860" y="594360"/>
                    <a:pt x="1179830" y="645160"/>
                  </a:cubicBezTo>
                  <a:cubicBezTo>
                    <a:pt x="1031240" y="712470"/>
                    <a:pt x="789940" y="769620"/>
                    <a:pt x="645160" y="825500"/>
                  </a:cubicBezTo>
                  <a:cubicBezTo>
                    <a:pt x="542290" y="864870"/>
                    <a:pt x="443230" y="904240"/>
                    <a:pt x="387350" y="938530"/>
                  </a:cubicBezTo>
                  <a:cubicBezTo>
                    <a:pt x="356870" y="957580"/>
                    <a:pt x="351790" y="971550"/>
                    <a:pt x="322580" y="990600"/>
                  </a:cubicBezTo>
                  <a:cubicBezTo>
                    <a:pt x="273050" y="1022350"/>
                    <a:pt x="166370" y="1084580"/>
                    <a:pt x="114300" y="1096010"/>
                  </a:cubicBezTo>
                  <a:cubicBezTo>
                    <a:pt x="85090" y="1102360"/>
                    <a:pt x="59690" y="1103630"/>
                    <a:pt x="41910" y="1094740"/>
                  </a:cubicBezTo>
                  <a:cubicBezTo>
                    <a:pt x="25400" y="1087120"/>
                    <a:pt x="11430" y="1069340"/>
                    <a:pt x="6350" y="1052830"/>
                  </a:cubicBezTo>
                  <a:cubicBezTo>
                    <a:pt x="0" y="1036320"/>
                    <a:pt x="0" y="1013460"/>
                    <a:pt x="7620" y="998220"/>
                  </a:cubicBezTo>
                  <a:cubicBezTo>
                    <a:pt x="13970" y="981710"/>
                    <a:pt x="44450" y="957580"/>
                    <a:pt x="44450" y="957580"/>
                  </a:cubicBezTo>
                </a:path>
              </a:pathLst>
            </a:custGeom>
            <a:solidFill>
              <a:srgbClr val="E7191F"/>
            </a:solidFill>
            <a:ln cap="sq">
              <a:noFill/>
              <a:prstDash val="solid"/>
              <a:miter/>
            </a:ln>
          </p:spPr>
        </p:sp>
      </p:grpSp>
      <p:grpSp>
        <p:nvGrpSpPr>
          <p:cNvPr name="Group 12" id="12"/>
          <p:cNvGrpSpPr/>
          <p:nvPr/>
        </p:nvGrpSpPr>
        <p:grpSpPr>
          <a:xfrm rot="0">
            <a:off x="3143250" y="7349490"/>
            <a:ext cx="4260532" cy="892493"/>
            <a:chOff x="0" y="0"/>
            <a:chExt cx="5680710" cy="1189990"/>
          </a:xfrm>
        </p:grpSpPr>
        <p:sp>
          <p:nvSpPr>
            <p:cNvPr name="Freeform 13" id="13"/>
            <p:cNvSpPr/>
            <p:nvPr/>
          </p:nvSpPr>
          <p:spPr>
            <a:xfrm flipH="false" flipV="false" rot="0">
              <a:off x="50800" y="46990"/>
              <a:ext cx="5581650" cy="1130300"/>
            </a:xfrm>
            <a:custGeom>
              <a:avLst/>
              <a:gdLst/>
              <a:ahLst/>
              <a:cxnLst/>
              <a:rect r="r" b="b" t="t" l="l"/>
              <a:pathLst>
                <a:path h="1130300" w="5581650">
                  <a:moveTo>
                    <a:pt x="142240" y="63500"/>
                  </a:moveTo>
                  <a:cubicBezTo>
                    <a:pt x="166370" y="184150"/>
                    <a:pt x="190500" y="236220"/>
                    <a:pt x="218440" y="278130"/>
                  </a:cubicBezTo>
                  <a:cubicBezTo>
                    <a:pt x="250190" y="325120"/>
                    <a:pt x="303530" y="375920"/>
                    <a:pt x="339090" y="412750"/>
                  </a:cubicBezTo>
                  <a:cubicBezTo>
                    <a:pt x="364490" y="439420"/>
                    <a:pt x="378460" y="454660"/>
                    <a:pt x="408940" y="478790"/>
                  </a:cubicBezTo>
                  <a:cubicBezTo>
                    <a:pt x="457200" y="514350"/>
                    <a:pt x="537210" y="565150"/>
                    <a:pt x="603250" y="600710"/>
                  </a:cubicBezTo>
                  <a:cubicBezTo>
                    <a:pt x="666750" y="636270"/>
                    <a:pt x="721360" y="661670"/>
                    <a:pt x="798830" y="692150"/>
                  </a:cubicBezTo>
                  <a:cubicBezTo>
                    <a:pt x="905510" y="732790"/>
                    <a:pt x="1052830" y="778510"/>
                    <a:pt x="1186180" y="812800"/>
                  </a:cubicBezTo>
                  <a:cubicBezTo>
                    <a:pt x="1323340" y="847090"/>
                    <a:pt x="1468120" y="869950"/>
                    <a:pt x="1610360" y="894080"/>
                  </a:cubicBezTo>
                  <a:cubicBezTo>
                    <a:pt x="1753870" y="918210"/>
                    <a:pt x="1894840" y="944880"/>
                    <a:pt x="2042160" y="957580"/>
                  </a:cubicBezTo>
                  <a:cubicBezTo>
                    <a:pt x="2193290" y="971550"/>
                    <a:pt x="2339340" y="970280"/>
                    <a:pt x="2504440" y="972820"/>
                  </a:cubicBezTo>
                  <a:cubicBezTo>
                    <a:pt x="2694940" y="976630"/>
                    <a:pt x="2933700" y="1008380"/>
                    <a:pt x="3119120" y="974090"/>
                  </a:cubicBezTo>
                  <a:cubicBezTo>
                    <a:pt x="3281680" y="943610"/>
                    <a:pt x="3435350" y="838200"/>
                    <a:pt x="3562350" y="802640"/>
                  </a:cubicBezTo>
                  <a:cubicBezTo>
                    <a:pt x="3653790" y="775970"/>
                    <a:pt x="3709670" y="778510"/>
                    <a:pt x="3806190" y="754380"/>
                  </a:cubicBezTo>
                  <a:cubicBezTo>
                    <a:pt x="3952240" y="716280"/>
                    <a:pt x="4184650" y="614680"/>
                    <a:pt x="4352290" y="580390"/>
                  </a:cubicBezTo>
                  <a:cubicBezTo>
                    <a:pt x="4491990" y="551180"/>
                    <a:pt x="4663440" y="561340"/>
                    <a:pt x="4743450" y="544830"/>
                  </a:cubicBezTo>
                  <a:cubicBezTo>
                    <a:pt x="4779010" y="537210"/>
                    <a:pt x="4787900" y="533400"/>
                    <a:pt x="4820920" y="518160"/>
                  </a:cubicBezTo>
                  <a:cubicBezTo>
                    <a:pt x="4885690" y="487680"/>
                    <a:pt x="5034280" y="394970"/>
                    <a:pt x="5101590" y="350520"/>
                  </a:cubicBezTo>
                  <a:cubicBezTo>
                    <a:pt x="5140960" y="325120"/>
                    <a:pt x="5161280" y="312420"/>
                    <a:pt x="5193030" y="284480"/>
                  </a:cubicBezTo>
                  <a:cubicBezTo>
                    <a:pt x="5232400" y="248920"/>
                    <a:pt x="5276850" y="181610"/>
                    <a:pt x="5317490" y="147320"/>
                  </a:cubicBezTo>
                  <a:cubicBezTo>
                    <a:pt x="5349240" y="120650"/>
                    <a:pt x="5382260" y="104140"/>
                    <a:pt x="5410200" y="88900"/>
                  </a:cubicBezTo>
                  <a:cubicBezTo>
                    <a:pt x="5431790" y="77470"/>
                    <a:pt x="5449570" y="67310"/>
                    <a:pt x="5469890" y="62230"/>
                  </a:cubicBezTo>
                  <a:cubicBezTo>
                    <a:pt x="5486400" y="58420"/>
                    <a:pt x="5504180" y="52070"/>
                    <a:pt x="5519420" y="58420"/>
                  </a:cubicBezTo>
                  <a:cubicBezTo>
                    <a:pt x="5539740" y="64770"/>
                    <a:pt x="5566410" y="88900"/>
                    <a:pt x="5575300" y="106680"/>
                  </a:cubicBezTo>
                  <a:cubicBezTo>
                    <a:pt x="5581650" y="121920"/>
                    <a:pt x="5580380" y="142240"/>
                    <a:pt x="5576570" y="157480"/>
                  </a:cubicBezTo>
                  <a:cubicBezTo>
                    <a:pt x="5571490" y="172720"/>
                    <a:pt x="5561330" y="189230"/>
                    <a:pt x="5547360" y="198120"/>
                  </a:cubicBezTo>
                  <a:cubicBezTo>
                    <a:pt x="5529580" y="209550"/>
                    <a:pt x="5494020" y="215900"/>
                    <a:pt x="5473700" y="208280"/>
                  </a:cubicBezTo>
                  <a:cubicBezTo>
                    <a:pt x="5453380" y="200660"/>
                    <a:pt x="5430520" y="172720"/>
                    <a:pt x="5424170" y="153670"/>
                  </a:cubicBezTo>
                  <a:cubicBezTo>
                    <a:pt x="5419090" y="138430"/>
                    <a:pt x="5421630" y="118110"/>
                    <a:pt x="5427980" y="104140"/>
                  </a:cubicBezTo>
                  <a:cubicBezTo>
                    <a:pt x="5434330" y="88900"/>
                    <a:pt x="5447030" y="73660"/>
                    <a:pt x="5462270" y="66040"/>
                  </a:cubicBezTo>
                  <a:cubicBezTo>
                    <a:pt x="5480050" y="57150"/>
                    <a:pt x="5515610" y="54610"/>
                    <a:pt x="5535930" y="63500"/>
                  </a:cubicBezTo>
                  <a:cubicBezTo>
                    <a:pt x="5554980" y="73660"/>
                    <a:pt x="5576570" y="101600"/>
                    <a:pt x="5579110" y="123190"/>
                  </a:cubicBezTo>
                  <a:cubicBezTo>
                    <a:pt x="5581650" y="144780"/>
                    <a:pt x="5571490" y="175260"/>
                    <a:pt x="5553710" y="193040"/>
                  </a:cubicBezTo>
                  <a:cubicBezTo>
                    <a:pt x="5532120" y="214630"/>
                    <a:pt x="5488940" y="208280"/>
                    <a:pt x="5450840" y="232410"/>
                  </a:cubicBezTo>
                  <a:cubicBezTo>
                    <a:pt x="5386070" y="271780"/>
                    <a:pt x="5311140" y="379730"/>
                    <a:pt x="5222240" y="445770"/>
                  </a:cubicBezTo>
                  <a:cubicBezTo>
                    <a:pt x="5119370" y="520700"/>
                    <a:pt x="4947920" y="614680"/>
                    <a:pt x="4864100" y="651510"/>
                  </a:cubicBezTo>
                  <a:cubicBezTo>
                    <a:pt x="4819650" y="669290"/>
                    <a:pt x="4805680" y="674370"/>
                    <a:pt x="4759960" y="681990"/>
                  </a:cubicBezTo>
                  <a:cubicBezTo>
                    <a:pt x="4676140" y="698500"/>
                    <a:pt x="4522470" y="684530"/>
                    <a:pt x="4392930" y="709930"/>
                  </a:cubicBezTo>
                  <a:cubicBezTo>
                    <a:pt x="4240530" y="739140"/>
                    <a:pt x="4048760" y="829310"/>
                    <a:pt x="3906520" y="864870"/>
                  </a:cubicBezTo>
                  <a:cubicBezTo>
                    <a:pt x="3794760" y="891540"/>
                    <a:pt x="3717290" y="889000"/>
                    <a:pt x="3608070" y="918210"/>
                  </a:cubicBezTo>
                  <a:cubicBezTo>
                    <a:pt x="3463290" y="956310"/>
                    <a:pt x="3305810" y="1060450"/>
                    <a:pt x="3121660" y="1090930"/>
                  </a:cubicBezTo>
                  <a:cubicBezTo>
                    <a:pt x="2894330" y="1130300"/>
                    <a:pt x="2543810" y="1092200"/>
                    <a:pt x="2341880" y="1088390"/>
                  </a:cubicBezTo>
                  <a:cubicBezTo>
                    <a:pt x="2213610" y="1085850"/>
                    <a:pt x="2152650" y="1088390"/>
                    <a:pt x="2026920" y="1076960"/>
                  </a:cubicBezTo>
                  <a:cubicBezTo>
                    <a:pt x="1836420" y="1059180"/>
                    <a:pt x="1464310" y="994410"/>
                    <a:pt x="1309370" y="966470"/>
                  </a:cubicBezTo>
                  <a:cubicBezTo>
                    <a:pt x="1235710" y="953770"/>
                    <a:pt x="1211580" y="949960"/>
                    <a:pt x="1145540" y="933450"/>
                  </a:cubicBezTo>
                  <a:cubicBezTo>
                    <a:pt x="1040130" y="906780"/>
                    <a:pt x="834390" y="849630"/>
                    <a:pt x="744220" y="816610"/>
                  </a:cubicBezTo>
                  <a:cubicBezTo>
                    <a:pt x="697230" y="800100"/>
                    <a:pt x="683260" y="793750"/>
                    <a:pt x="638810" y="770890"/>
                  </a:cubicBezTo>
                  <a:cubicBezTo>
                    <a:pt x="560070" y="730250"/>
                    <a:pt x="398780" y="648970"/>
                    <a:pt x="313690" y="582930"/>
                  </a:cubicBezTo>
                  <a:cubicBezTo>
                    <a:pt x="247650" y="530860"/>
                    <a:pt x="201930" y="476250"/>
                    <a:pt x="157480" y="421640"/>
                  </a:cubicBezTo>
                  <a:cubicBezTo>
                    <a:pt x="118110" y="372110"/>
                    <a:pt x="83820" y="316230"/>
                    <a:pt x="58420" y="269240"/>
                  </a:cubicBezTo>
                  <a:cubicBezTo>
                    <a:pt x="38100" y="232410"/>
                    <a:pt x="21590" y="199390"/>
                    <a:pt x="12700" y="166370"/>
                  </a:cubicBezTo>
                  <a:cubicBezTo>
                    <a:pt x="3810" y="138430"/>
                    <a:pt x="0" y="107950"/>
                    <a:pt x="0" y="83820"/>
                  </a:cubicBezTo>
                  <a:cubicBezTo>
                    <a:pt x="1270" y="64770"/>
                    <a:pt x="2540" y="46990"/>
                    <a:pt x="11430" y="34290"/>
                  </a:cubicBezTo>
                  <a:cubicBezTo>
                    <a:pt x="20320" y="20320"/>
                    <a:pt x="38100" y="8890"/>
                    <a:pt x="53340" y="3810"/>
                  </a:cubicBezTo>
                  <a:cubicBezTo>
                    <a:pt x="68580" y="0"/>
                    <a:pt x="88900" y="1270"/>
                    <a:pt x="104140" y="8890"/>
                  </a:cubicBezTo>
                  <a:cubicBezTo>
                    <a:pt x="119380" y="19050"/>
                    <a:pt x="142240" y="63500"/>
                    <a:pt x="142240" y="63500"/>
                  </a:cubicBezTo>
                </a:path>
              </a:pathLst>
            </a:custGeom>
            <a:solidFill>
              <a:srgbClr val="E7191F"/>
            </a:solidFill>
            <a:ln cap="sq">
              <a:noFill/>
              <a:prstDash val="solid"/>
              <a:miter/>
            </a:ln>
          </p:spPr>
        </p:sp>
      </p:grpSp>
      <p:grpSp>
        <p:nvGrpSpPr>
          <p:cNvPr name="Group 14" id="14"/>
          <p:cNvGrpSpPr/>
          <p:nvPr/>
        </p:nvGrpSpPr>
        <p:grpSpPr>
          <a:xfrm rot="0">
            <a:off x="7254240" y="6720840"/>
            <a:ext cx="1152525" cy="941070"/>
            <a:chOff x="0" y="0"/>
            <a:chExt cx="1536700" cy="1254760"/>
          </a:xfrm>
        </p:grpSpPr>
        <p:sp>
          <p:nvSpPr>
            <p:cNvPr name="Freeform 15" id="15"/>
            <p:cNvSpPr/>
            <p:nvPr/>
          </p:nvSpPr>
          <p:spPr>
            <a:xfrm flipH="false" flipV="false" rot="0">
              <a:off x="46990" y="48260"/>
              <a:ext cx="1450340" cy="1169670"/>
            </a:xfrm>
            <a:custGeom>
              <a:avLst/>
              <a:gdLst/>
              <a:ahLst/>
              <a:cxnLst/>
              <a:rect r="r" b="b" t="t" l="l"/>
              <a:pathLst>
                <a:path h="1169670" w="1450340">
                  <a:moveTo>
                    <a:pt x="90170" y="711200"/>
                  </a:moveTo>
                  <a:cubicBezTo>
                    <a:pt x="180340" y="683260"/>
                    <a:pt x="245110" y="632460"/>
                    <a:pt x="271780" y="591820"/>
                  </a:cubicBezTo>
                  <a:cubicBezTo>
                    <a:pt x="294640" y="557530"/>
                    <a:pt x="292100" y="509270"/>
                    <a:pt x="308610" y="478790"/>
                  </a:cubicBezTo>
                  <a:cubicBezTo>
                    <a:pt x="321310" y="454660"/>
                    <a:pt x="327660" y="441960"/>
                    <a:pt x="356870" y="417830"/>
                  </a:cubicBezTo>
                  <a:cubicBezTo>
                    <a:pt x="443230" y="349250"/>
                    <a:pt x="784860" y="199390"/>
                    <a:pt x="957580" y="125730"/>
                  </a:cubicBezTo>
                  <a:cubicBezTo>
                    <a:pt x="1083310" y="72390"/>
                    <a:pt x="1212850" y="5080"/>
                    <a:pt x="1291590" y="2540"/>
                  </a:cubicBezTo>
                  <a:cubicBezTo>
                    <a:pt x="1333500" y="0"/>
                    <a:pt x="1365250" y="12700"/>
                    <a:pt x="1389380" y="30480"/>
                  </a:cubicBezTo>
                  <a:cubicBezTo>
                    <a:pt x="1412240" y="46990"/>
                    <a:pt x="1427480" y="68580"/>
                    <a:pt x="1437640" y="97790"/>
                  </a:cubicBezTo>
                  <a:cubicBezTo>
                    <a:pt x="1450340" y="138430"/>
                    <a:pt x="1445260" y="208280"/>
                    <a:pt x="1437640" y="257810"/>
                  </a:cubicBezTo>
                  <a:cubicBezTo>
                    <a:pt x="1431290" y="303530"/>
                    <a:pt x="1416050" y="340360"/>
                    <a:pt x="1397000" y="384810"/>
                  </a:cubicBezTo>
                  <a:cubicBezTo>
                    <a:pt x="1372870" y="441960"/>
                    <a:pt x="1342390" y="513080"/>
                    <a:pt x="1296670" y="568960"/>
                  </a:cubicBezTo>
                  <a:cubicBezTo>
                    <a:pt x="1245870" y="629920"/>
                    <a:pt x="1146810" y="683260"/>
                    <a:pt x="1098550" y="728980"/>
                  </a:cubicBezTo>
                  <a:cubicBezTo>
                    <a:pt x="1068070" y="759460"/>
                    <a:pt x="1060450" y="782320"/>
                    <a:pt x="1029970" y="811530"/>
                  </a:cubicBezTo>
                  <a:cubicBezTo>
                    <a:pt x="984250" y="853440"/>
                    <a:pt x="916940" y="899160"/>
                    <a:pt x="843280" y="944880"/>
                  </a:cubicBezTo>
                  <a:cubicBezTo>
                    <a:pt x="748030" y="1004570"/>
                    <a:pt x="605790" y="1094740"/>
                    <a:pt x="499110" y="1127760"/>
                  </a:cubicBezTo>
                  <a:cubicBezTo>
                    <a:pt x="415290" y="1153160"/>
                    <a:pt x="337820" y="1149350"/>
                    <a:pt x="261620" y="1153160"/>
                  </a:cubicBezTo>
                  <a:cubicBezTo>
                    <a:pt x="191770" y="1155700"/>
                    <a:pt x="102870" y="1169670"/>
                    <a:pt x="58420" y="1150620"/>
                  </a:cubicBezTo>
                  <a:cubicBezTo>
                    <a:pt x="31750" y="1139190"/>
                    <a:pt x="12700" y="1117600"/>
                    <a:pt x="6350" y="1096010"/>
                  </a:cubicBezTo>
                  <a:cubicBezTo>
                    <a:pt x="0" y="1074420"/>
                    <a:pt x="7620" y="1038860"/>
                    <a:pt x="22860" y="1021080"/>
                  </a:cubicBezTo>
                  <a:cubicBezTo>
                    <a:pt x="36830" y="1004570"/>
                    <a:pt x="71120" y="990600"/>
                    <a:pt x="92710" y="993140"/>
                  </a:cubicBezTo>
                  <a:cubicBezTo>
                    <a:pt x="115570" y="994410"/>
                    <a:pt x="146050" y="1014730"/>
                    <a:pt x="156210" y="1035050"/>
                  </a:cubicBezTo>
                  <a:cubicBezTo>
                    <a:pt x="167640" y="1055370"/>
                    <a:pt x="167640" y="1090930"/>
                    <a:pt x="156210" y="1111250"/>
                  </a:cubicBezTo>
                  <a:cubicBezTo>
                    <a:pt x="146050" y="1131570"/>
                    <a:pt x="115570" y="1151890"/>
                    <a:pt x="93980" y="1154430"/>
                  </a:cubicBezTo>
                  <a:cubicBezTo>
                    <a:pt x="71120" y="1156970"/>
                    <a:pt x="38100" y="1141730"/>
                    <a:pt x="22860" y="1126490"/>
                  </a:cubicBezTo>
                  <a:cubicBezTo>
                    <a:pt x="10160" y="1113790"/>
                    <a:pt x="3810" y="1094740"/>
                    <a:pt x="3810" y="1078230"/>
                  </a:cubicBezTo>
                  <a:cubicBezTo>
                    <a:pt x="2540" y="1061720"/>
                    <a:pt x="7620" y="1041400"/>
                    <a:pt x="16510" y="1028700"/>
                  </a:cubicBezTo>
                  <a:cubicBezTo>
                    <a:pt x="26670" y="1014730"/>
                    <a:pt x="35560" y="1004570"/>
                    <a:pt x="58420" y="996950"/>
                  </a:cubicBezTo>
                  <a:cubicBezTo>
                    <a:pt x="118110" y="974090"/>
                    <a:pt x="328930" y="986790"/>
                    <a:pt x="425450" y="969010"/>
                  </a:cubicBezTo>
                  <a:cubicBezTo>
                    <a:pt x="488950" y="957580"/>
                    <a:pt x="537210" y="941070"/>
                    <a:pt x="584200" y="920750"/>
                  </a:cubicBezTo>
                  <a:cubicBezTo>
                    <a:pt x="623570" y="902970"/>
                    <a:pt x="648970" y="883920"/>
                    <a:pt x="689610" y="855980"/>
                  </a:cubicBezTo>
                  <a:cubicBezTo>
                    <a:pt x="750570" y="816610"/>
                    <a:pt x="857250" y="750570"/>
                    <a:pt x="910590" y="702310"/>
                  </a:cubicBezTo>
                  <a:cubicBezTo>
                    <a:pt x="947420" y="669290"/>
                    <a:pt x="957580" y="641350"/>
                    <a:pt x="991870" y="608330"/>
                  </a:cubicBezTo>
                  <a:cubicBezTo>
                    <a:pt x="1040130" y="561340"/>
                    <a:pt x="1130300" y="516890"/>
                    <a:pt x="1177290" y="455930"/>
                  </a:cubicBezTo>
                  <a:cubicBezTo>
                    <a:pt x="1224280" y="393700"/>
                    <a:pt x="1245870" y="289560"/>
                    <a:pt x="1276350" y="236220"/>
                  </a:cubicBezTo>
                  <a:cubicBezTo>
                    <a:pt x="1295400" y="201930"/>
                    <a:pt x="1336040" y="162560"/>
                    <a:pt x="1330960" y="157480"/>
                  </a:cubicBezTo>
                  <a:cubicBezTo>
                    <a:pt x="1324610" y="151130"/>
                    <a:pt x="1276350" y="189230"/>
                    <a:pt x="1238250" y="204470"/>
                  </a:cubicBezTo>
                  <a:cubicBezTo>
                    <a:pt x="1183640" y="227330"/>
                    <a:pt x="1108710" y="240030"/>
                    <a:pt x="1024890" y="273050"/>
                  </a:cubicBezTo>
                  <a:cubicBezTo>
                    <a:pt x="901700" y="322580"/>
                    <a:pt x="674370" y="448310"/>
                    <a:pt x="572770" y="490220"/>
                  </a:cubicBezTo>
                  <a:cubicBezTo>
                    <a:pt x="521970" y="511810"/>
                    <a:pt x="486410" y="504190"/>
                    <a:pt x="458470" y="532130"/>
                  </a:cubicBezTo>
                  <a:cubicBezTo>
                    <a:pt x="424180" y="565150"/>
                    <a:pt x="421640" y="652780"/>
                    <a:pt x="397510" y="693420"/>
                  </a:cubicBezTo>
                  <a:cubicBezTo>
                    <a:pt x="381000" y="722630"/>
                    <a:pt x="367030" y="739140"/>
                    <a:pt x="341630" y="762000"/>
                  </a:cubicBezTo>
                  <a:cubicBezTo>
                    <a:pt x="303530" y="792480"/>
                    <a:pt x="227330" y="835660"/>
                    <a:pt x="182880" y="852170"/>
                  </a:cubicBezTo>
                  <a:cubicBezTo>
                    <a:pt x="152400" y="862330"/>
                    <a:pt x="125730" y="871220"/>
                    <a:pt x="101600" y="866140"/>
                  </a:cubicBezTo>
                  <a:cubicBezTo>
                    <a:pt x="78740" y="862330"/>
                    <a:pt x="49530" y="848360"/>
                    <a:pt x="38100" y="829310"/>
                  </a:cubicBezTo>
                  <a:cubicBezTo>
                    <a:pt x="26670" y="811530"/>
                    <a:pt x="24130" y="775970"/>
                    <a:pt x="33020" y="756920"/>
                  </a:cubicBezTo>
                  <a:cubicBezTo>
                    <a:pt x="41910" y="736600"/>
                    <a:pt x="90170" y="711200"/>
                    <a:pt x="90170" y="711200"/>
                  </a:cubicBezTo>
                </a:path>
              </a:pathLst>
            </a:custGeom>
            <a:solidFill>
              <a:srgbClr val="E7191F"/>
            </a:solidFill>
            <a:ln cap="sq">
              <a:noFill/>
              <a:prstDash val="solid"/>
              <a:miter/>
            </a:ln>
          </p:spPr>
        </p:sp>
      </p:grpSp>
      <p:grpSp>
        <p:nvGrpSpPr>
          <p:cNvPr name="Group 16" id="16"/>
          <p:cNvGrpSpPr/>
          <p:nvPr/>
        </p:nvGrpSpPr>
        <p:grpSpPr>
          <a:xfrm rot="0">
            <a:off x="2167890" y="6729413"/>
            <a:ext cx="1208723" cy="865109"/>
            <a:chOff x="0" y="0"/>
            <a:chExt cx="1769110" cy="1266190"/>
          </a:xfrm>
        </p:grpSpPr>
        <p:sp>
          <p:nvSpPr>
            <p:cNvPr name="Freeform 17" id="17"/>
            <p:cNvSpPr/>
            <p:nvPr/>
          </p:nvSpPr>
          <p:spPr>
            <a:xfrm flipH="false" flipV="false" rot="0">
              <a:off x="45720" y="40640"/>
              <a:ext cx="1672590" cy="1177290"/>
            </a:xfrm>
            <a:custGeom>
              <a:avLst/>
              <a:gdLst/>
              <a:ahLst/>
              <a:cxnLst/>
              <a:rect r="r" b="b" t="t" l="l"/>
              <a:pathLst>
                <a:path h="1177290" w="1672590">
                  <a:moveTo>
                    <a:pt x="1545590" y="902970"/>
                  </a:moveTo>
                  <a:cubicBezTo>
                    <a:pt x="1146810" y="607060"/>
                    <a:pt x="1051560" y="581660"/>
                    <a:pt x="943610" y="516890"/>
                  </a:cubicBezTo>
                  <a:cubicBezTo>
                    <a:pt x="803910" y="434340"/>
                    <a:pt x="628650" y="256540"/>
                    <a:pt x="482600" y="203200"/>
                  </a:cubicBezTo>
                  <a:cubicBezTo>
                    <a:pt x="370840" y="162560"/>
                    <a:pt x="190500" y="137160"/>
                    <a:pt x="158750" y="171450"/>
                  </a:cubicBezTo>
                  <a:cubicBezTo>
                    <a:pt x="140970" y="189230"/>
                    <a:pt x="156210" y="227330"/>
                    <a:pt x="168910" y="260350"/>
                  </a:cubicBezTo>
                  <a:cubicBezTo>
                    <a:pt x="189230" y="312420"/>
                    <a:pt x="242570" y="388620"/>
                    <a:pt x="295910" y="441960"/>
                  </a:cubicBezTo>
                  <a:cubicBezTo>
                    <a:pt x="354330" y="500380"/>
                    <a:pt x="421640" y="539750"/>
                    <a:pt x="509270" y="591820"/>
                  </a:cubicBezTo>
                  <a:cubicBezTo>
                    <a:pt x="633730" y="664210"/>
                    <a:pt x="853440" y="773430"/>
                    <a:pt x="982980" y="821690"/>
                  </a:cubicBezTo>
                  <a:cubicBezTo>
                    <a:pt x="1069340" y="853440"/>
                    <a:pt x="1126490" y="854710"/>
                    <a:pt x="1203960" y="878840"/>
                  </a:cubicBezTo>
                  <a:cubicBezTo>
                    <a:pt x="1292860" y="905510"/>
                    <a:pt x="1418590" y="947420"/>
                    <a:pt x="1485900" y="979170"/>
                  </a:cubicBezTo>
                  <a:cubicBezTo>
                    <a:pt x="1526540" y="996950"/>
                    <a:pt x="1558290" y="1012190"/>
                    <a:pt x="1577340" y="1032510"/>
                  </a:cubicBezTo>
                  <a:cubicBezTo>
                    <a:pt x="1591310" y="1047750"/>
                    <a:pt x="1597660" y="1065530"/>
                    <a:pt x="1598930" y="1083310"/>
                  </a:cubicBezTo>
                  <a:cubicBezTo>
                    <a:pt x="1601470" y="1099820"/>
                    <a:pt x="1595120" y="1121410"/>
                    <a:pt x="1586230" y="1135380"/>
                  </a:cubicBezTo>
                  <a:cubicBezTo>
                    <a:pt x="1577340" y="1150620"/>
                    <a:pt x="1560830" y="1164590"/>
                    <a:pt x="1544320" y="1169670"/>
                  </a:cubicBezTo>
                  <a:cubicBezTo>
                    <a:pt x="1527810" y="1176020"/>
                    <a:pt x="1506220" y="1177290"/>
                    <a:pt x="1489710" y="1172210"/>
                  </a:cubicBezTo>
                  <a:cubicBezTo>
                    <a:pt x="1473200" y="1167130"/>
                    <a:pt x="1454150" y="1155700"/>
                    <a:pt x="1445260" y="1140460"/>
                  </a:cubicBezTo>
                  <a:cubicBezTo>
                    <a:pt x="1433830" y="1121410"/>
                    <a:pt x="1427480" y="1083310"/>
                    <a:pt x="1433830" y="1061720"/>
                  </a:cubicBezTo>
                  <a:cubicBezTo>
                    <a:pt x="1438910" y="1043940"/>
                    <a:pt x="1451610" y="1027430"/>
                    <a:pt x="1468120" y="1018540"/>
                  </a:cubicBezTo>
                  <a:cubicBezTo>
                    <a:pt x="1487170" y="1008380"/>
                    <a:pt x="1525270" y="1002030"/>
                    <a:pt x="1546860" y="1010920"/>
                  </a:cubicBezTo>
                  <a:cubicBezTo>
                    <a:pt x="1569720" y="1021080"/>
                    <a:pt x="1593850" y="1050290"/>
                    <a:pt x="1597660" y="1073150"/>
                  </a:cubicBezTo>
                  <a:cubicBezTo>
                    <a:pt x="1602740" y="1097280"/>
                    <a:pt x="1591310" y="1132840"/>
                    <a:pt x="1574800" y="1150620"/>
                  </a:cubicBezTo>
                  <a:cubicBezTo>
                    <a:pt x="1558290" y="1167130"/>
                    <a:pt x="1527810" y="1176020"/>
                    <a:pt x="1498600" y="1174750"/>
                  </a:cubicBezTo>
                  <a:cubicBezTo>
                    <a:pt x="1456690" y="1170940"/>
                    <a:pt x="1405890" y="1123950"/>
                    <a:pt x="1347470" y="1101090"/>
                  </a:cubicBezTo>
                  <a:cubicBezTo>
                    <a:pt x="1271270" y="1071880"/>
                    <a:pt x="1170940" y="1052830"/>
                    <a:pt x="1080770" y="1023620"/>
                  </a:cubicBezTo>
                  <a:cubicBezTo>
                    <a:pt x="984250" y="991870"/>
                    <a:pt x="887730" y="958850"/>
                    <a:pt x="784860" y="913130"/>
                  </a:cubicBezTo>
                  <a:cubicBezTo>
                    <a:pt x="665480" y="861060"/>
                    <a:pt x="518160" y="783590"/>
                    <a:pt x="411480" y="720090"/>
                  </a:cubicBezTo>
                  <a:cubicBezTo>
                    <a:pt x="325120" y="669290"/>
                    <a:pt x="248920" y="627380"/>
                    <a:pt x="187960" y="568960"/>
                  </a:cubicBezTo>
                  <a:cubicBezTo>
                    <a:pt x="132080" y="516890"/>
                    <a:pt x="83820" y="452120"/>
                    <a:pt x="53340" y="394970"/>
                  </a:cubicBezTo>
                  <a:cubicBezTo>
                    <a:pt x="27940" y="347980"/>
                    <a:pt x="10160" y="298450"/>
                    <a:pt x="5080" y="256540"/>
                  </a:cubicBezTo>
                  <a:cubicBezTo>
                    <a:pt x="0" y="220980"/>
                    <a:pt x="7620" y="190500"/>
                    <a:pt x="12700" y="160020"/>
                  </a:cubicBezTo>
                  <a:cubicBezTo>
                    <a:pt x="19050" y="132080"/>
                    <a:pt x="21590" y="104140"/>
                    <a:pt x="39370" y="81280"/>
                  </a:cubicBezTo>
                  <a:cubicBezTo>
                    <a:pt x="62230" y="52070"/>
                    <a:pt x="114300" y="21590"/>
                    <a:pt x="156210" y="10160"/>
                  </a:cubicBezTo>
                  <a:cubicBezTo>
                    <a:pt x="196850" y="0"/>
                    <a:pt x="237490" y="8890"/>
                    <a:pt x="285750" y="12700"/>
                  </a:cubicBezTo>
                  <a:cubicBezTo>
                    <a:pt x="346710" y="17780"/>
                    <a:pt x="435610" y="25400"/>
                    <a:pt x="495300" y="43180"/>
                  </a:cubicBezTo>
                  <a:cubicBezTo>
                    <a:pt x="542290" y="58420"/>
                    <a:pt x="563880" y="71120"/>
                    <a:pt x="614680" y="101600"/>
                  </a:cubicBezTo>
                  <a:cubicBezTo>
                    <a:pt x="715010" y="160020"/>
                    <a:pt x="915670" y="321310"/>
                    <a:pt x="1046480" y="400050"/>
                  </a:cubicBezTo>
                  <a:cubicBezTo>
                    <a:pt x="1149350" y="461010"/>
                    <a:pt x="1243330" y="490220"/>
                    <a:pt x="1330960" y="544830"/>
                  </a:cubicBezTo>
                  <a:cubicBezTo>
                    <a:pt x="1414780" y="596900"/>
                    <a:pt x="1502410" y="670560"/>
                    <a:pt x="1562100" y="717550"/>
                  </a:cubicBezTo>
                  <a:cubicBezTo>
                    <a:pt x="1601470" y="749300"/>
                    <a:pt x="1640840" y="773430"/>
                    <a:pt x="1658620" y="801370"/>
                  </a:cubicBezTo>
                  <a:cubicBezTo>
                    <a:pt x="1668780" y="819150"/>
                    <a:pt x="1672590" y="838200"/>
                    <a:pt x="1671320" y="853440"/>
                  </a:cubicBezTo>
                  <a:cubicBezTo>
                    <a:pt x="1671320" y="866140"/>
                    <a:pt x="1667510" y="877570"/>
                    <a:pt x="1659890" y="887730"/>
                  </a:cubicBezTo>
                  <a:cubicBezTo>
                    <a:pt x="1649730" y="900430"/>
                    <a:pt x="1633220" y="915670"/>
                    <a:pt x="1615440" y="919480"/>
                  </a:cubicBezTo>
                  <a:cubicBezTo>
                    <a:pt x="1595120" y="923290"/>
                    <a:pt x="1545590" y="902970"/>
                    <a:pt x="1545590" y="902970"/>
                  </a:cubicBezTo>
                </a:path>
              </a:pathLst>
            </a:custGeom>
            <a:solidFill>
              <a:srgbClr val="E7191F"/>
            </a:solidFill>
            <a:ln cap="sq">
              <a:noFill/>
              <a:prstDash val="solid"/>
              <a:miter/>
            </a:ln>
          </p:spPr>
        </p:sp>
      </p:grpSp>
      <p:grpSp>
        <p:nvGrpSpPr>
          <p:cNvPr name="Group 18" id="18"/>
          <p:cNvGrpSpPr/>
          <p:nvPr/>
        </p:nvGrpSpPr>
        <p:grpSpPr>
          <a:xfrm rot="0">
            <a:off x="8094345" y="6999922"/>
            <a:ext cx="1044893" cy="252412"/>
            <a:chOff x="0" y="0"/>
            <a:chExt cx="1393190" cy="336550"/>
          </a:xfrm>
        </p:grpSpPr>
        <p:sp>
          <p:nvSpPr>
            <p:cNvPr name="Freeform 19" id="19"/>
            <p:cNvSpPr/>
            <p:nvPr/>
          </p:nvSpPr>
          <p:spPr>
            <a:xfrm flipH="false" flipV="false" rot="0">
              <a:off x="46990" y="40640"/>
              <a:ext cx="1297940" cy="246380"/>
            </a:xfrm>
            <a:custGeom>
              <a:avLst/>
              <a:gdLst/>
              <a:ahLst/>
              <a:cxnLst/>
              <a:rect r="r" b="b" t="t" l="l"/>
              <a:pathLst>
                <a:path h="246380" w="1297940">
                  <a:moveTo>
                    <a:pt x="1278890" y="59690"/>
                  </a:moveTo>
                  <a:cubicBezTo>
                    <a:pt x="882650" y="139700"/>
                    <a:pt x="774700" y="143510"/>
                    <a:pt x="687070" y="140970"/>
                  </a:cubicBezTo>
                  <a:cubicBezTo>
                    <a:pt x="614680" y="139700"/>
                    <a:pt x="563880" y="123190"/>
                    <a:pt x="490220" y="123190"/>
                  </a:cubicBezTo>
                  <a:cubicBezTo>
                    <a:pt x="391160" y="124460"/>
                    <a:pt x="231140" y="128270"/>
                    <a:pt x="149860" y="158750"/>
                  </a:cubicBezTo>
                  <a:cubicBezTo>
                    <a:pt x="95250" y="179070"/>
                    <a:pt x="50800" y="242570"/>
                    <a:pt x="26670" y="245110"/>
                  </a:cubicBezTo>
                  <a:cubicBezTo>
                    <a:pt x="16510" y="245110"/>
                    <a:pt x="8890" y="240030"/>
                    <a:pt x="5080" y="234950"/>
                  </a:cubicBezTo>
                  <a:cubicBezTo>
                    <a:pt x="1270" y="227330"/>
                    <a:pt x="1270" y="210820"/>
                    <a:pt x="6350" y="203200"/>
                  </a:cubicBezTo>
                  <a:cubicBezTo>
                    <a:pt x="10160" y="198120"/>
                    <a:pt x="20320" y="193040"/>
                    <a:pt x="27940" y="194310"/>
                  </a:cubicBezTo>
                  <a:cubicBezTo>
                    <a:pt x="34290" y="194310"/>
                    <a:pt x="45720" y="199390"/>
                    <a:pt x="48260" y="207010"/>
                  </a:cubicBezTo>
                  <a:cubicBezTo>
                    <a:pt x="50800" y="214630"/>
                    <a:pt x="44450" y="237490"/>
                    <a:pt x="36830" y="241300"/>
                  </a:cubicBezTo>
                  <a:cubicBezTo>
                    <a:pt x="30480" y="246380"/>
                    <a:pt x="12700" y="242570"/>
                    <a:pt x="7620" y="236220"/>
                  </a:cubicBezTo>
                  <a:cubicBezTo>
                    <a:pt x="1270" y="229870"/>
                    <a:pt x="0" y="217170"/>
                    <a:pt x="3810" y="205740"/>
                  </a:cubicBezTo>
                  <a:cubicBezTo>
                    <a:pt x="13970" y="182880"/>
                    <a:pt x="76200" y="139700"/>
                    <a:pt x="102870" y="124460"/>
                  </a:cubicBezTo>
                  <a:cubicBezTo>
                    <a:pt x="118110" y="115570"/>
                    <a:pt x="123190" y="113030"/>
                    <a:pt x="143510" y="107950"/>
                  </a:cubicBezTo>
                  <a:cubicBezTo>
                    <a:pt x="203200" y="93980"/>
                    <a:pt x="391160" y="73660"/>
                    <a:pt x="491490" y="72390"/>
                  </a:cubicBezTo>
                  <a:cubicBezTo>
                    <a:pt x="565150" y="72390"/>
                    <a:pt x="614680" y="88900"/>
                    <a:pt x="685800" y="90170"/>
                  </a:cubicBezTo>
                  <a:cubicBezTo>
                    <a:pt x="772160" y="92710"/>
                    <a:pt x="876300" y="90170"/>
                    <a:pt x="971550" y="76200"/>
                  </a:cubicBezTo>
                  <a:cubicBezTo>
                    <a:pt x="1069340" y="63500"/>
                    <a:pt x="1224280" y="0"/>
                    <a:pt x="1268730" y="10160"/>
                  </a:cubicBezTo>
                  <a:cubicBezTo>
                    <a:pt x="1283970" y="13970"/>
                    <a:pt x="1294130" y="22860"/>
                    <a:pt x="1295400" y="30480"/>
                  </a:cubicBezTo>
                  <a:cubicBezTo>
                    <a:pt x="1297940" y="38100"/>
                    <a:pt x="1278890" y="59690"/>
                    <a:pt x="1278890" y="59690"/>
                  </a:cubicBezTo>
                </a:path>
              </a:pathLst>
            </a:custGeom>
            <a:solidFill>
              <a:srgbClr val="0571D3"/>
            </a:solidFill>
            <a:ln cap="sq">
              <a:noFill/>
              <a:prstDash val="solid"/>
              <a:miter/>
            </a:ln>
          </p:spPr>
        </p:sp>
      </p:grpSp>
      <p:grpSp>
        <p:nvGrpSpPr>
          <p:cNvPr name="Group 20" id="20"/>
          <p:cNvGrpSpPr/>
          <p:nvPr/>
        </p:nvGrpSpPr>
        <p:grpSpPr>
          <a:xfrm rot="0">
            <a:off x="8215312" y="7198995"/>
            <a:ext cx="741998" cy="1030605"/>
            <a:chOff x="0" y="0"/>
            <a:chExt cx="989330" cy="1374140"/>
          </a:xfrm>
        </p:grpSpPr>
        <p:sp>
          <p:nvSpPr>
            <p:cNvPr name="Freeform 21" id="21"/>
            <p:cNvSpPr/>
            <p:nvPr/>
          </p:nvSpPr>
          <p:spPr>
            <a:xfrm flipH="false" flipV="false" rot="0">
              <a:off x="38100" y="49530"/>
              <a:ext cx="899160" cy="1276350"/>
            </a:xfrm>
            <a:custGeom>
              <a:avLst/>
              <a:gdLst/>
              <a:ahLst/>
              <a:cxnLst/>
              <a:rect r="r" b="b" t="t" l="l"/>
              <a:pathLst>
                <a:path h="1276350" w="899160">
                  <a:moveTo>
                    <a:pt x="62230" y="26670"/>
                  </a:moveTo>
                  <a:cubicBezTo>
                    <a:pt x="90170" y="226060"/>
                    <a:pt x="128270" y="331470"/>
                    <a:pt x="170180" y="419100"/>
                  </a:cubicBezTo>
                  <a:cubicBezTo>
                    <a:pt x="214630" y="513080"/>
                    <a:pt x="278130" y="610870"/>
                    <a:pt x="337820" y="698500"/>
                  </a:cubicBezTo>
                  <a:cubicBezTo>
                    <a:pt x="394970" y="782320"/>
                    <a:pt x="444500" y="854710"/>
                    <a:pt x="520700" y="933450"/>
                  </a:cubicBezTo>
                  <a:cubicBezTo>
                    <a:pt x="618490" y="1032510"/>
                    <a:pt x="863600" y="1176020"/>
                    <a:pt x="890270" y="1231900"/>
                  </a:cubicBezTo>
                  <a:cubicBezTo>
                    <a:pt x="897890" y="1248410"/>
                    <a:pt x="897890" y="1263650"/>
                    <a:pt x="891540" y="1268730"/>
                  </a:cubicBezTo>
                  <a:cubicBezTo>
                    <a:pt x="885190" y="1275080"/>
                    <a:pt x="861060" y="1273810"/>
                    <a:pt x="854710" y="1267460"/>
                  </a:cubicBezTo>
                  <a:cubicBezTo>
                    <a:pt x="849630" y="1263650"/>
                    <a:pt x="847090" y="1252220"/>
                    <a:pt x="848360" y="1244600"/>
                  </a:cubicBezTo>
                  <a:cubicBezTo>
                    <a:pt x="850900" y="1238250"/>
                    <a:pt x="858520" y="1229360"/>
                    <a:pt x="864870" y="1226820"/>
                  </a:cubicBezTo>
                  <a:cubicBezTo>
                    <a:pt x="871220" y="1225550"/>
                    <a:pt x="882650" y="1226820"/>
                    <a:pt x="889000" y="1230630"/>
                  </a:cubicBezTo>
                  <a:cubicBezTo>
                    <a:pt x="894080" y="1234440"/>
                    <a:pt x="899160" y="1244600"/>
                    <a:pt x="899160" y="1252220"/>
                  </a:cubicBezTo>
                  <a:cubicBezTo>
                    <a:pt x="899160" y="1258570"/>
                    <a:pt x="892810" y="1270000"/>
                    <a:pt x="886460" y="1272540"/>
                  </a:cubicBezTo>
                  <a:cubicBezTo>
                    <a:pt x="880110" y="1276350"/>
                    <a:pt x="871220" y="1276350"/>
                    <a:pt x="855980" y="1270000"/>
                  </a:cubicBezTo>
                  <a:cubicBezTo>
                    <a:pt x="798830" y="1247140"/>
                    <a:pt x="581660" y="1066800"/>
                    <a:pt x="482600" y="966470"/>
                  </a:cubicBezTo>
                  <a:cubicBezTo>
                    <a:pt x="403860" y="885190"/>
                    <a:pt x="353060" y="810260"/>
                    <a:pt x="294640" y="725170"/>
                  </a:cubicBezTo>
                  <a:cubicBezTo>
                    <a:pt x="232410" y="635000"/>
                    <a:pt x="167640" y="534670"/>
                    <a:pt x="121920" y="438150"/>
                  </a:cubicBezTo>
                  <a:cubicBezTo>
                    <a:pt x="80010" y="346710"/>
                    <a:pt x="40640" y="238760"/>
                    <a:pt x="22860" y="161290"/>
                  </a:cubicBezTo>
                  <a:cubicBezTo>
                    <a:pt x="11430" y="107950"/>
                    <a:pt x="0" y="44450"/>
                    <a:pt x="12700" y="20320"/>
                  </a:cubicBezTo>
                  <a:cubicBezTo>
                    <a:pt x="17780" y="8890"/>
                    <a:pt x="31750" y="0"/>
                    <a:pt x="39370" y="1270"/>
                  </a:cubicBezTo>
                  <a:cubicBezTo>
                    <a:pt x="48260" y="2540"/>
                    <a:pt x="62230" y="26670"/>
                    <a:pt x="62230" y="26670"/>
                  </a:cubicBezTo>
                </a:path>
              </a:pathLst>
            </a:custGeom>
            <a:solidFill>
              <a:srgbClr val="0571D3"/>
            </a:solidFill>
            <a:ln cap="sq">
              <a:noFill/>
              <a:prstDash val="solid"/>
              <a:miter/>
            </a:ln>
          </p:spPr>
        </p:sp>
      </p:grpSp>
      <p:grpSp>
        <p:nvGrpSpPr>
          <p:cNvPr name="Group 22" id="22"/>
          <p:cNvGrpSpPr/>
          <p:nvPr/>
        </p:nvGrpSpPr>
        <p:grpSpPr>
          <a:xfrm rot="0">
            <a:off x="8478202" y="7735253"/>
            <a:ext cx="570548" cy="523875"/>
            <a:chOff x="0" y="0"/>
            <a:chExt cx="760730" cy="698500"/>
          </a:xfrm>
        </p:grpSpPr>
        <p:sp>
          <p:nvSpPr>
            <p:cNvPr name="Freeform 23" id="23"/>
            <p:cNvSpPr/>
            <p:nvPr/>
          </p:nvSpPr>
          <p:spPr>
            <a:xfrm flipH="false" flipV="false" rot="0">
              <a:off x="48260" y="48260"/>
              <a:ext cx="671830" cy="607060"/>
            </a:xfrm>
            <a:custGeom>
              <a:avLst/>
              <a:gdLst/>
              <a:ahLst/>
              <a:cxnLst/>
              <a:rect r="r" b="b" t="t" l="l"/>
              <a:pathLst>
                <a:path h="607060" w="671830">
                  <a:moveTo>
                    <a:pt x="43180" y="278130"/>
                  </a:moveTo>
                  <a:cubicBezTo>
                    <a:pt x="143510" y="398780"/>
                    <a:pt x="224790" y="440690"/>
                    <a:pt x="283210" y="471170"/>
                  </a:cubicBezTo>
                  <a:cubicBezTo>
                    <a:pt x="336550" y="497840"/>
                    <a:pt x="403860" y="521970"/>
                    <a:pt x="440690" y="533400"/>
                  </a:cubicBezTo>
                  <a:cubicBezTo>
                    <a:pt x="459740" y="539750"/>
                    <a:pt x="471170" y="546100"/>
                    <a:pt x="485140" y="544830"/>
                  </a:cubicBezTo>
                  <a:cubicBezTo>
                    <a:pt x="496570" y="544830"/>
                    <a:pt x="508000" y="539750"/>
                    <a:pt x="518160" y="533400"/>
                  </a:cubicBezTo>
                  <a:cubicBezTo>
                    <a:pt x="529590" y="527050"/>
                    <a:pt x="541020" y="523240"/>
                    <a:pt x="549910" y="505460"/>
                  </a:cubicBezTo>
                  <a:cubicBezTo>
                    <a:pt x="582930" y="443230"/>
                    <a:pt x="579120" y="66040"/>
                    <a:pt x="612140" y="17780"/>
                  </a:cubicBezTo>
                  <a:cubicBezTo>
                    <a:pt x="619760" y="5080"/>
                    <a:pt x="631190" y="0"/>
                    <a:pt x="638810" y="2540"/>
                  </a:cubicBezTo>
                  <a:cubicBezTo>
                    <a:pt x="647700" y="3810"/>
                    <a:pt x="661670" y="24130"/>
                    <a:pt x="660400" y="31750"/>
                  </a:cubicBezTo>
                  <a:cubicBezTo>
                    <a:pt x="659130" y="40640"/>
                    <a:pt x="637540" y="53340"/>
                    <a:pt x="629920" y="52070"/>
                  </a:cubicBezTo>
                  <a:cubicBezTo>
                    <a:pt x="621030" y="49530"/>
                    <a:pt x="609600" y="27940"/>
                    <a:pt x="610870" y="20320"/>
                  </a:cubicBezTo>
                  <a:cubicBezTo>
                    <a:pt x="612140" y="12700"/>
                    <a:pt x="621030" y="5080"/>
                    <a:pt x="627380" y="2540"/>
                  </a:cubicBezTo>
                  <a:cubicBezTo>
                    <a:pt x="636270" y="1270"/>
                    <a:pt x="650240" y="3810"/>
                    <a:pt x="656590" y="13970"/>
                  </a:cubicBezTo>
                  <a:cubicBezTo>
                    <a:pt x="671830" y="35560"/>
                    <a:pt x="654050" y="113030"/>
                    <a:pt x="646430" y="177800"/>
                  </a:cubicBezTo>
                  <a:cubicBezTo>
                    <a:pt x="636270" y="274320"/>
                    <a:pt x="627380" y="469900"/>
                    <a:pt x="588010" y="535940"/>
                  </a:cubicBezTo>
                  <a:cubicBezTo>
                    <a:pt x="568960" y="570230"/>
                    <a:pt x="546100" y="590550"/>
                    <a:pt x="513080" y="598170"/>
                  </a:cubicBezTo>
                  <a:cubicBezTo>
                    <a:pt x="469900" y="607060"/>
                    <a:pt x="398780" y="575310"/>
                    <a:pt x="340360" y="553720"/>
                  </a:cubicBezTo>
                  <a:cubicBezTo>
                    <a:pt x="278130" y="529590"/>
                    <a:pt x="201930" y="485140"/>
                    <a:pt x="151130" y="453390"/>
                  </a:cubicBezTo>
                  <a:cubicBezTo>
                    <a:pt x="114300" y="431800"/>
                    <a:pt x="86360" y="415290"/>
                    <a:pt x="60960" y="389890"/>
                  </a:cubicBezTo>
                  <a:cubicBezTo>
                    <a:pt x="36830" y="365760"/>
                    <a:pt x="6350" y="330200"/>
                    <a:pt x="2540" y="307340"/>
                  </a:cubicBezTo>
                  <a:cubicBezTo>
                    <a:pt x="0" y="293370"/>
                    <a:pt x="3810" y="274320"/>
                    <a:pt x="11430" y="270510"/>
                  </a:cubicBezTo>
                  <a:cubicBezTo>
                    <a:pt x="17780" y="265430"/>
                    <a:pt x="43180" y="278130"/>
                    <a:pt x="43180" y="278130"/>
                  </a:cubicBezTo>
                </a:path>
              </a:pathLst>
            </a:custGeom>
            <a:solidFill>
              <a:srgbClr val="0571D3"/>
            </a:solidFill>
            <a:ln cap="sq">
              <a:noFill/>
              <a:prstDash val="solid"/>
              <a:miter/>
            </a:ln>
          </p:spPr>
        </p:sp>
      </p:grpSp>
      <p:grpSp>
        <p:nvGrpSpPr>
          <p:cNvPr name="Group 24" id="24"/>
          <p:cNvGrpSpPr/>
          <p:nvPr/>
        </p:nvGrpSpPr>
        <p:grpSpPr>
          <a:xfrm rot="0">
            <a:off x="7969568" y="7275195"/>
            <a:ext cx="1016318" cy="191452"/>
            <a:chOff x="0" y="0"/>
            <a:chExt cx="1355090" cy="255270"/>
          </a:xfrm>
        </p:grpSpPr>
        <p:sp>
          <p:nvSpPr>
            <p:cNvPr name="Freeform 25" id="25"/>
            <p:cNvSpPr/>
            <p:nvPr/>
          </p:nvSpPr>
          <p:spPr>
            <a:xfrm flipH="false" flipV="false" rot="0">
              <a:off x="49530" y="48260"/>
              <a:ext cx="1257300" cy="163830"/>
            </a:xfrm>
            <a:custGeom>
              <a:avLst/>
              <a:gdLst/>
              <a:ahLst/>
              <a:cxnLst/>
              <a:rect r="r" b="b" t="t" l="l"/>
              <a:pathLst>
                <a:path h="163830" w="1257300">
                  <a:moveTo>
                    <a:pt x="1230630" y="53340"/>
                  </a:moveTo>
                  <a:cubicBezTo>
                    <a:pt x="998220" y="76200"/>
                    <a:pt x="886460" y="111760"/>
                    <a:pt x="764540" y="123190"/>
                  </a:cubicBezTo>
                  <a:cubicBezTo>
                    <a:pt x="604520" y="139700"/>
                    <a:pt x="341630" y="125730"/>
                    <a:pt x="207010" y="135890"/>
                  </a:cubicBezTo>
                  <a:cubicBezTo>
                    <a:pt x="130810" y="140970"/>
                    <a:pt x="59690" y="163830"/>
                    <a:pt x="27940" y="156210"/>
                  </a:cubicBezTo>
                  <a:cubicBezTo>
                    <a:pt x="15240" y="152400"/>
                    <a:pt x="5080" y="146050"/>
                    <a:pt x="2540" y="138430"/>
                  </a:cubicBezTo>
                  <a:cubicBezTo>
                    <a:pt x="0" y="132080"/>
                    <a:pt x="1270" y="120650"/>
                    <a:pt x="6350" y="115570"/>
                  </a:cubicBezTo>
                  <a:cubicBezTo>
                    <a:pt x="10160" y="109220"/>
                    <a:pt x="20320" y="104140"/>
                    <a:pt x="27940" y="105410"/>
                  </a:cubicBezTo>
                  <a:cubicBezTo>
                    <a:pt x="35560" y="106680"/>
                    <a:pt x="48260" y="116840"/>
                    <a:pt x="50800" y="124460"/>
                  </a:cubicBezTo>
                  <a:cubicBezTo>
                    <a:pt x="53340" y="132080"/>
                    <a:pt x="49530" y="143510"/>
                    <a:pt x="44450" y="147320"/>
                  </a:cubicBezTo>
                  <a:cubicBezTo>
                    <a:pt x="39370" y="153670"/>
                    <a:pt x="21590" y="156210"/>
                    <a:pt x="13970" y="152400"/>
                  </a:cubicBezTo>
                  <a:cubicBezTo>
                    <a:pt x="7620" y="148590"/>
                    <a:pt x="0" y="133350"/>
                    <a:pt x="1270" y="124460"/>
                  </a:cubicBezTo>
                  <a:cubicBezTo>
                    <a:pt x="2540" y="118110"/>
                    <a:pt x="7620" y="111760"/>
                    <a:pt x="16510" y="106680"/>
                  </a:cubicBezTo>
                  <a:cubicBezTo>
                    <a:pt x="44450" y="92710"/>
                    <a:pt x="127000" y="90170"/>
                    <a:pt x="207010" y="85090"/>
                  </a:cubicBezTo>
                  <a:cubicBezTo>
                    <a:pt x="341630" y="74930"/>
                    <a:pt x="584200" y="88900"/>
                    <a:pt x="754380" y="73660"/>
                  </a:cubicBezTo>
                  <a:cubicBezTo>
                    <a:pt x="906780" y="59690"/>
                    <a:pt x="1103630" y="5080"/>
                    <a:pt x="1183640" y="2540"/>
                  </a:cubicBezTo>
                  <a:cubicBezTo>
                    <a:pt x="1214120" y="2540"/>
                    <a:pt x="1236980" y="0"/>
                    <a:pt x="1247140" y="8890"/>
                  </a:cubicBezTo>
                  <a:cubicBezTo>
                    <a:pt x="1254760" y="15240"/>
                    <a:pt x="1257300" y="30480"/>
                    <a:pt x="1254760" y="36830"/>
                  </a:cubicBezTo>
                  <a:cubicBezTo>
                    <a:pt x="1250950" y="44450"/>
                    <a:pt x="1230630" y="53340"/>
                    <a:pt x="1230630" y="53340"/>
                  </a:cubicBezTo>
                </a:path>
              </a:pathLst>
            </a:custGeom>
            <a:solidFill>
              <a:srgbClr val="0571D3"/>
            </a:solidFill>
            <a:ln cap="sq">
              <a:noFill/>
              <a:prstDash val="solid"/>
              <a:miter/>
            </a:ln>
          </p:spPr>
        </p:sp>
      </p:grpSp>
      <p:grpSp>
        <p:nvGrpSpPr>
          <p:cNvPr name="Group 26" id="26"/>
          <p:cNvGrpSpPr/>
          <p:nvPr/>
        </p:nvGrpSpPr>
        <p:grpSpPr>
          <a:xfrm rot="0">
            <a:off x="7939088" y="7352347"/>
            <a:ext cx="664845" cy="907732"/>
            <a:chOff x="0" y="0"/>
            <a:chExt cx="886460" cy="1210310"/>
          </a:xfrm>
        </p:grpSpPr>
        <p:sp>
          <p:nvSpPr>
            <p:cNvPr name="Freeform 27" id="27"/>
            <p:cNvSpPr/>
            <p:nvPr/>
          </p:nvSpPr>
          <p:spPr>
            <a:xfrm flipH="false" flipV="false" rot="0">
              <a:off x="43180" y="49530"/>
              <a:ext cx="792480" cy="1113790"/>
            </a:xfrm>
            <a:custGeom>
              <a:avLst/>
              <a:gdLst/>
              <a:ahLst/>
              <a:cxnLst/>
              <a:rect r="r" b="b" t="t" l="l"/>
              <a:pathLst>
                <a:path h="1113790" w="792480">
                  <a:moveTo>
                    <a:pt x="57150" y="20320"/>
                  </a:moveTo>
                  <a:cubicBezTo>
                    <a:pt x="114300" y="204470"/>
                    <a:pt x="304800" y="510540"/>
                    <a:pt x="401320" y="650240"/>
                  </a:cubicBezTo>
                  <a:cubicBezTo>
                    <a:pt x="466090" y="744220"/>
                    <a:pt x="516890" y="808990"/>
                    <a:pt x="579120" y="873760"/>
                  </a:cubicBezTo>
                  <a:cubicBezTo>
                    <a:pt x="636270" y="933450"/>
                    <a:pt x="720090" y="986790"/>
                    <a:pt x="755650" y="1027430"/>
                  </a:cubicBezTo>
                  <a:cubicBezTo>
                    <a:pt x="774700" y="1047750"/>
                    <a:pt x="789940" y="1065530"/>
                    <a:pt x="791210" y="1080770"/>
                  </a:cubicBezTo>
                  <a:cubicBezTo>
                    <a:pt x="792480" y="1090930"/>
                    <a:pt x="787400" y="1104900"/>
                    <a:pt x="779780" y="1109980"/>
                  </a:cubicBezTo>
                  <a:cubicBezTo>
                    <a:pt x="773430" y="1113790"/>
                    <a:pt x="755650" y="1112520"/>
                    <a:pt x="749300" y="1106170"/>
                  </a:cubicBezTo>
                  <a:cubicBezTo>
                    <a:pt x="744220" y="1099820"/>
                    <a:pt x="744220" y="1074420"/>
                    <a:pt x="749300" y="1069340"/>
                  </a:cubicBezTo>
                  <a:cubicBezTo>
                    <a:pt x="755650" y="1062990"/>
                    <a:pt x="781050" y="1064260"/>
                    <a:pt x="786130" y="1070610"/>
                  </a:cubicBezTo>
                  <a:cubicBezTo>
                    <a:pt x="792480" y="1078230"/>
                    <a:pt x="788670" y="1102360"/>
                    <a:pt x="782320" y="1107440"/>
                  </a:cubicBezTo>
                  <a:cubicBezTo>
                    <a:pt x="777240" y="1112520"/>
                    <a:pt x="760730" y="1112520"/>
                    <a:pt x="751840" y="1107440"/>
                  </a:cubicBezTo>
                  <a:cubicBezTo>
                    <a:pt x="740410" y="1102360"/>
                    <a:pt x="739140" y="1084580"/>
                    <a:pt x="725170" y="1066800"/>
                  </a:cubicBezTo>
                  <a:cubicBezTo>
                    <a:pt x="692150" y="1029970"/>
                    <a:pt x="599440" y="969010"/>
                    <a:pt x="541020" y="908050"/>
                  </a:cubicBezTo>
                  <a:cubicBezTo>
                    <a:pt x="477520" y="840740"/>
                    <a:pt x="425450" y="774700"/>
                    <a:pt x="358140" y="678180"/>
                  </a:cubicBezTo>
                  <a:cubicBezTo>
                    <a:pt x="259080" y="533400"/>
                    <a:pt x="64770" y="218440"/>
                    <a:pt x="24130" y="109220"/>
                  </a:cubicBezTo>
                  <a:cubicBezTo>
                    <a:pt x="8890" y="68580"/>
                    <a:pt x="0" y="38100"/>
                    <a:pt x="7620" y="20320"/>
                  </a:cubicBezTo>
                  <a:cubicBezTo>
                    <a:pt x="12700" y="8890"/>
                    <a:pt x="26670" y="0"/>
                    <a:pt x="35560" y="1270"/>
                  </a:cubicBezTo>
                  <a:cubicBezTo>
                    <a:pt x="43180" y="1270"/>
                    <a:pt x="57150" y="20320"/>
                    <a:pt x="57150" y="20320"/>
                  </a:cubicBezTo>
                </a:path>
              </a:pathLst>
            </a:custGeom>
            <a:solidFill>
              <a:srgbClr val="0571D3"/>
            </a:solidFill>
            <a:ln cap="sq">
              <a:noFill/>
              <a:prstDash val="solid"/>
              <a:miter/>
            </a:ln>
          </p:spPr>
        </p:sp>
      </p:grpSp>
      <p:grpSp>
        <p:nvGrpSpPr>
          <p:cNvPr name="Group 28" id="28"/>
          <p:cNvGrpSpPr/>
          <p:nvPr/>
        </p:nvGrpSpPr>
        <p:grpSpPr>
          <a:xfrm rot="0">
            <a:off x="8354378" y="7735253"/>
            <a:ext cx="447675" cy="675322"/>
            <a:chOff x="0" y="0"/>
            <a:chExt cx="596900" cy="900430"/>
          </a:xfrm>
        </p:grpSpPr>
        <p:sp>
          <p:nvSpPr>
            <p:cNvPr name="Freeform 29" id="29"/>
            <p:cNvSpPr/>
            <p:nvPr/>
          </p:nvSpPr>
          <p:spPr>
            <a:xfrm flipH="false" flipV="false" rot="0">
              <a:off x="49530" y="48260"/>
              <a:ext cx="497840" cy="801370"/>
            </a:xfrm>
            <a:custGeom>
              <a:avLst/>
              <a:gdLst/>
              <a:ahLst/>
              <a:cxnLst/>
              <a:rect r="r" b="b" t="t" l="l"/>
              <a:pathLst>
                <a:path h="801370" w="497840">
                  <a:moveTo>
                    <a:pt x="45720" y="504190"/>
                  </a:moveTo>
                  <a:cubicBezTo>
                    <a:pt x="101600" y="585470"/>
                    <a:pt x="135890" y="603250"/>
                    <a:pt x="171450" y="627380"/>
                  </a:cubicBezTo>
                  <a:cubicBezTo>
                    <a:pt x="215900" y="657860"/>
                    <a:pt x="285750" y="706120"/>
                    <a:pt x="330200" y="726440"/>
                  </a:cubicBezTo>
                  <a:cubicBezTo>
                    <a:pt x="359410" y="740410"/>
                    <a:pt x="388620" y="762000"/>
                    <a:pt x="407670" y="751840"/>
                  </a:cubicBezTo>
                  <a:cubicBezTo>
                    <a:pt x="431800" y="737870"/>
                    <a:pt x="431800" y="659130"/>
                    <a:pt x="438150" y="605790"/>
                  </a:cubicBezTo>
                  <a:cubicBezTo>
                    <a:pt x="445770" y="541020"/>
                    <a:pt x="448310" y="471170"/>
                    <a:pt x="445770" y="391160"/>
                  </a:cubicBezTo>
                  <a:cubicBezTo>
                    <a:pt x="441960" y="285750"/>
                    <a:pt x="393700" y="77470"/>
                    <a:pt x="406400" y="27940"/>
                  </a:cubicBezTo>
                  <a:cubicBezTo>
                    <a:pt x="410210" y="13970"/>
                    <a:pt x="416560" y="5080"/>
                    <a:pt x="424180" y="2540"/>
                  </a:cubicBezTo>
                  <a:cubicBezTo>
                    <a:pt x="431800" y="0"/>
                    <a:pt x="449580" y="6350"/>
                    <a:pt x="453390" y="12700"/>
                  </a:cubicBezTo>
                  <a:cubicBezTo>
                    <a:pt x="457200" y="20320"/>
                    <a:pt x="450850" y="43180"/>
                    <a:pt x="444500" y="49530"/>
                  </a:cubicBezTo>
                  <a:cubicBezTo>
                    <a:pt x="439420" y="53340"/>
                    <a:pt x="426720" y="53340"/>
                    <a:pt x="420370" y="49530"/>
                  </a:cubicBezTo>
                  <a:cubicBezTo>
                    <a:pt x="414020" y="46990"/>
                    <a:pt x="406400" y="38100"/>
                    <a:pt x="406400" y="30480"/>
                  </a:cubicBezTo>
                  <a:cubicBezTo>
                    <a:pt x="406400" y="22860"/>
                    <a:pt x="420370" y="2540"/>
                    <a:pt x="429260" y="2540"/>
                  </a:cubicBezTo>
                  <a:cubicBezTo>
                    <a:pt x="438150" y="1270"/>
                    <a:pt x="449580" y="10160"/>
                    <a:pt x="457200" y="26670"/>
                  </a:cubicBezTo>
                  <a:cubicBezTo>
                    <a:pt x="482600" y="74930"/>
                    <a:pt x="492760" y="306070"/>
                    <a:pt x="496570" y="392430"/>
                  </a:cubicBezTo>
                  <a:cubicBezTo>
                    <a:pt x="497840" y="438150"/>
                    <a:pt x="496570" y="457200"/>
                    <a:pt x="494030" y="499110"/>
                  </a:cubicBezTo>
                  <a:cubicBezTo>
                    <a:pt x="490220" y="558800"/>
                    <a:pt x="488950" y="664210"/>
                    <a:pt x="473710" y="716280"/>
                  </a:cubicBezTo>
                  <a:cubicBezTo>
                    <a:pt x="463550" y="748030"/>
                    <a:pt x="449580" y="774700"/>
                    <a:pt x="435610" y="788670"/>
                  </a:cubicBezTo>
                  <a:cubicBezTo>
                    <a:pt x="425450" y="796290"/>
                    <a:pt x="417830" y="800100"/>
                    <a:pt x="405130" y="800100"/>
                  </a:cubicBezTo>
                  <a:cubicBezTo>
                    <a:pt x="381000" y="801370"/>
                    <a:pt x="340360" y="786130"/>
                    <a:pt x="303530" y="769620"/>
                  </a:cubicBezTo>
                  <a:cubicBezTo>
                    <a:pt x="254000" y="746760"/>
                    <a:pt x="187960" y="701040"/>
                    <a:pt x="140970" y="668020"/>
                  </a:cubicBezTo>
                  <a:cubicBezTo>
                    <a:pt x="101600" y="641350"/>
                    <a:pt x="60960" y="615950"/>
                    <a:pt x="38100" y="589280"/>
                  </a:cubicBezTo>
                  <a:cubicBezTo>
                    <a:pt x="20320" y="570230"/>
                    <a:pt x="5080" y="547370"/>
                    <a:pt x="1270" y="529590"/>
                  </a:cubicBezTo>
                  <a:cubicBezTo>
                    <a:pt x="0" y="518160"/>
                    <a:pt x="1270" y="501650"/>
                    <a:pt x="7620" y="496570"/>
                  </a:cubicBezTo>
                  <a:cubicBezTo>
                    <a:pt x="15240" y="491490"/>
                    <a:pt x="45720" y="504190"/>
                    <a:pt x="45720" y="504190"/>
                  </a:cubicBezTo>
                </a:path>
              </a:pathLst>
            </a:custGeom>
            <a:solidFill>
              <a:srgbClr val="0571D3"/>
            </a:solidFill>
            <a:ln cap="sq">
              <a:noFill/>
              <a:prstDash val="solid"/>
              <a:miter/>
            </a:ln>
          </p:spPr>
        </p:sp>
      </p:grpSp>
      <p:grpSp>
        <p:nvGrpSpPr>
          <p:cNvPr name="Group 30" id="30"/>
          <p:cNvGrpSpPr/>
          <p:nvPr/>
        </p:nvGrpSpPr>
        <p:grpSpPr>
          <a:xfrm rot="0">
            <a:off x="7586662" y="7598093"/>
            <a:ext cx="1383030" cy="190500"/>
            <a:chOff x="0" y="0"/>
            <a:chExt cx="1844040" cy="254000"/>
          </a:xfrm>
        </p:grpSpPr>
        <p:sp>
          <p:nvSpPr>
            <p:cNvPr name="Freeform 31" id="31"/>
            <p:cNvSpPr/>
            <p:nvPr/>
          </p:nvSpPr>
          <p:spPr>
            <a:xfrm flipH="false" flipV="false" rot="0">
              <a:off x="49530" y="45720"/>
              <a:ext cx="1746250" cy="156210"/>
            </a:xfrm>
            <a:custGeom>
              <a:avLst/>
              <a:gdLst/>
              <a:ahLst/>
              <a:cxnLst/>
              <a:rect r="r" b="b" t="t" l="l"/>
              <a:pathLst>
                <a:path h="156210" w="1746250">
                  <a:moveTo>
                    <a:pt x="1717040" y="156210"/>
                  </a:moveTo>
                  <a:cubicBezTo>
                    <a:pt x="913130" y="111760"/>
                    <a:pt x="596900" y="135890"/>
                    <a:pt x="426720" y="115570"/>
                  </a:cubicBezTo>
                  <a:cubicBezTo>
                    <a:pt x="330200" y="104140"/>
                    <a:pt x="274320" y="71120"/>
                    <a:pt x="201930" y="60960"/>
                  </a:cubicBezTo>
                  <a:cubicBezTo>
                    <a:pt x="138430" y="52070"/>
                    <a:pt x="45720" y="66040"/>
                    <a:pt x="17780" y="53340"/>
                  </a:cubicBezTo>
                  <a:cubicBezTo>
                    <a:pt x="7620" y="48260"/>
                    <a:pt x="3810" y="41910"/>
                    <a:pt x="2540" y="35560"/>
                  </a:cubicBezTo>
                  <a:cubicBezTo>
                    <a:pt x="0" y="27940"/>
                    <a:pt x="2540" y="16510"/>
                    <a:pt x="7620" y="11430"/>
                  </a:cubicBezTo>
                  <a:cubicBezTo>
                    <a:pt x="13970" y="6350"/>
                    <a:pt x="30480" y="2540"/>
                    <a:pt x="38100" y="6350"/>
                  </a:cubicBezTo>
                  <a:cubicBezTo>
                    <a:pt x="44450" y="8890"/>
                    <a:pt x="50800" y="19050"/>
                    <a:pt x="52070" y="25400"/>
                  </a:cubicBezTo>
                  <a:cubicBezTo>
                    <a:pt x="53340" y="31750"/>
                    <a:pt x="48260" y="43180"/>
                    <a:pt x="43180" y="48260"/>
                  </a:cubicBezTo>
                  <a:cubicBezTo>
                    <a:pt x="38100" y="52070"/>
                    <a:pt x="27940" y="55880"/>
                    <a:pt x="20320" y="53340"/>
                  </a:cubicBezTo>
                  <a:cubicBezTo>
                    <a:pt x="12700" y="50800"/>
                    <a:pt x="2540" y="38100"/>
                    <a:pt x="1270" y="29210"/>
                  </a:cubicBezTo>
                  <a:cubicBezTo>
                    <a:pt x="0" y="22860"/>
                    <a:pt x="5080" y="12700"/>
                    <a:pt x="11430" y="8890"/>
                  </a:cubicBezTo>
                  <a:cubicBezTo>
                    <a:pt x="24130" y="0"/>
                    <a:pt x="54610" y="5080"/>
                    <a:pt x="81280" y="5080"/>
                  </a:cubicBezTo>
                  <a:cubicBezTo>
                    <a:pt x="118110" y="5080"/>
                    <a:pt x="163830" y="3810"/>
                    <a:pt x="212090" y="10160"/>
                  </a:cubicBezTo>
                  <a:cubicBezTo>
                    <a:pt x="274320" y="20320"/>
                    <a:pt x="334010" y="53340"/>
                    <a:pt x="427990" y="64770"/>
                  </a:cubicBezTo>
                  <a:cubicBezTo>
                    <a:pt x="595630" y="86360"/>
                    <a:pt x="924560" y="63500"/>
                    <a:pt x="1140460" y="68580"/>
                  </a:cubicBezTo>
                  <a:cubicBezTo>
                    <a:pt x="1319530" y="73660"/>
                    <a:pt x="1526540" y="83820"/>
                    <a:pt x="1629410" y="93980"/>
                  </a:cubicBezTo>
                  <a:cubicBezTo>
                    <a:pt x="1677670" y="99060"/>
                    <a:pt x="1719580" y="95250"/>
                    <a:pt x="1734820" y="110490"/>
                  </a:cubicBezTo>
                  <a:cubicBezTo>
                    <a:pt x="1743710" y="118110"/>
                    <a:pt x="1746250" y="134620"/>
                    <a:pt x="1743710" y="143510"/>
                  </a:cubicBezTo>
                  <a:cubicBezTo>
                    <a:pt x="1739900" y="149860"/>
                    <a:pt x="1717040" y="156210"/>
                    <a:pt x="1717040" y="156210"/>
                  </a:cubicBezTo>
                </a:path>
              </a:pathLst>
            </a:custGeom>
            <a:solidFill>
              <a:srgbClr val="0571D3"/>
            </a:solidFill>
            <a:ln cap="sq">
              <a:noFill/>
              <a:prstDash val="solid"/>
              <a:miter/>
            </a:ln>
          </p:spPr>
        </p:sp>
      </p:grpSp>
      <p:grpSp>
        <p:nvGrpSpPr>
          <p:cNvPr name="Group 32" id="32"/>
          <p:cNvGrpSpPr/>
          <p:nvPr/>
        </p:nvGrpSpPr>
        <p:grpSpPr>
          <a:xfrm rot="0">
            <a:off x="7588568" y="7599997"/>
            <a:ext cx="847725" cy="999173"/>
            <a:chOff x="0" y="0"/>
            <a:chExt cx="1130300" cy="1332230"/>
          </a:xfrm>
        </p:grpSpPr>
        <p:sp>
          <p:nvSpPr>
            <p:cNvPr name="Freeform 33" id="33"/>
            <p:cNvSpPr/>
            <p:nvPr/>
          </p:nvSpPr>
          <p:spPr>
            <a:xfrm flipH="false" flipV="false" rot="0">
              <a:off x="49530" y="45720"/>
              <a:ext cx="1029970" cy="1236980"/>
            </a:xfrm>
            <a:custGeom>
              <a:avLst/>
              <a:gdLst/>
              <a:ahLst/>
              <a:cxnLst/>
              <a:rect r="r" b="b" t="t" l="l"/>
              <a:pathLst>
                <a:path h="1236980" w="1029970">
                  <a:moveTo>
                    <a:pt x="46990" y="16510"/>
                  </a:moveTo>
                  <a:cubicBezTo>
                    <a:pt x="113030" y="153670"/>
                    <a:pt x="129540" y="172720"/>
                    <a:pt x="158750" y="208280"/>
                  </a:cubicBezTo>
                  <a:cubicBezTo>
                    <a:pt x="209550" y="271780"/>
                    <a:pt x="307340" y="384810"/>
                    <a:pt x="382270" y="461010"/>
                  </a:cubicBezTo>
                  <a:cubicBezTo>
                    <a:pt x="452120" y="532130"/>
                    <a:pt x="527050" y="585470"/>
                    <a:pt x="594360" y="652780"/>
                  </a:cubicBezTo>
                  <a:cubicBezTo>
                    <a:pt x="662940" y="718820"/>
                    <a:pt x="734060" y="792480"/>
                    <a:pt x="791210" y="862330"/>
                  </a:cubicBezTo>
                  <a:cubicBezTo>
                    <a:pt x="840740" y="923290"/>
                    <a:pt x="882650" y="1002030"/>
                    <a:pt x="918210" y="1045210"/>
                  </a:cubicBezTo>
                  <a:cubicBezTo>
                    <a:pt x="939800" y="1071880"/>
                    <a:pt x="960120" y="1080770"/>
                    <a:pt x="976630" y="1104900"/>
                  </a:cubicBezTo>
                  <a:cubicBezTo>
                    <a:pt x="995680" y="1131570"/>
                    <a:pt x="1022350" y="1176020"/>
                    <a:pt x="1026160" y="1198880"/>
                  </a:cubicBezTo>
                  <a:cubicBezTo>
                    <a:pt x="1028700" y="1211580"/>
                    <a:pt x="1026160" y="1223010"/>
                    <a:pt x="1021080" y="1229360"/>
                  </a:cubicBezTo>
                  <a:cubicBezTo>
                    <a:pt x="1016000" y="1234440"/>
                    <a:pt x="1004570" y="1236980"/>
                    <a:pt x="998220" y="1234440"/>
                  </a:cubicBezTo>
                  <a:cubicBezTo>
                    <a:pt x="991870" y="1233170"/>
                    <a:pt x="981710" y="1226820"/>
                    <a:pt x="980440" y="1219200"/>
                  </a:cubicBezTo>
                  <a:cubicBezTo>
                    <a:pt x="977900" y="1211580"/>
                    <a:pt x="981710" y="1195070"/>
                    <a:pt x="988060" y="1189990"/>
                  </a:cubicBezTo>
                  <a:cubicBezTo>
                    <a:pt x="995680" y="1184910"/>
                    <a:pt x="1012190" y="1186180"/>
                    <a:pt x="1019810" y="1189990"/>
                  </a:cubicBezTo>
                  <a:cubicBezTo>
                    <a:pt x="1024890" y="1193800"/>
                    <a:pt x="1029970" y="1205230"/>
                    <a:pt x="1028700" y="1211580"/>
                  </a:cubicBezTo>
                  <a:cubicBezTo>
                    <a:pt x="1028700" y="1219200"/>
                    <a:pt x="1023620" y="1229360"/>
                    <a:pt x="1017270" y="1231900"/>
                  </a:cubicBezTo>
                  <a:cubicBezTo>
                    <a:pt x="1009650" y="1235710"/>
                    <a:pt x="995680" y="1235710"/>
                    <a:pt x="986790" y="1228090"/>
                  </a:cubicBezTo>
                  <a:cubicBezTo>
                    <a:pt x="969010" y="1216660"/>
                    <a:pt x="958850" y="1165860"/>
                    <a:pt x="939800" y="1139190"/>
                  </a:cubicBezTo>
                  <a:cubicBezTo>
                    <a:pt x="922020" y="1115060"/>
                    <a:pt x="899160" y="1101090"/>
                    <a:pt x="876300" y="1073150"/>
                  </a:cubicBezTo>
                  <a:cubicBezTo>
                    <a:pt x="840740" y="1029970"/>
                    <a:pt x="802640" y="957580"/>
                    <a:pt x="755650" y="899160"/>
                  </a:cubicBezTo>
                  <a:cubicBezTo>
                    <a:pt x="701040" y="830580"/>
                    <a:pt x="629920" y="758190"/>
                    <a:pt x="562610" y="690880"/>
                  </a:cubicBezTo>
                  <a:cubicBezTo>
                    <a:pt x="492760" y="623570"/>
                    <a:pt x="415290" y="566420"/>
                    <a:pt x="344170" y="494030"/>
                  </a:cubicBezTo>
                  <a:cubicBezTo>
                    <a:pt x="266700" y="416560"/>
                    <a:pt x="170180" y="304800"/>
                    <a:pt x="116840" y="238760"/>
                  </a:cubicBezTo>
                  <a:cubicBezTo>
                    <a:pt x="86360" y="199390"/>
                    <a:pt x="67310" y="176530"/>
                    <a:pt x="48260" y="142240"/>
                  </a:cubicBezTo>
                  <a:cubicBezTo>
                    <a:pt x="29210" y="109220"/>
                    <a:pt x="2540" y="62230"/>
                    <a:pt x="1270" y="36830"/>
                  </a:cubicBezTo>
                  <a:cubicBezTo>
                    <a:pt x="0" y="22860"/>
                    <a:pt x="3810" y="8890"/>
                    <a:pt x="11430" y="5080"/>
                  </a:cubicBezTo>
                  <a:cubicBezTo>
                    <a:pt x="19050" y="0"/>
                    <a:pt x="46990" y="16510"/>
                    <a:pt x="46990" y="16510"/>
                  </a:cubicBezTo>
                </a:path>
              </a:pathLst>
            </a:custGeom>
            <a:solidFill>
              <a:srgbClr val="0571D3"/>
            </a:solidFill>
            <a:ln cap="sq">
              <a:noFill/>
              <a:prstDash val="solid"/>
              <a:miter/>
            </a:ln>
          </p:spPr>
        </p:sp>
      </p:grpSp>
      <p:grpSp>
        <p:nvGrpSpPr>
          <p:cNvPr name="Group 34" id="34"/>
          <p:cNvGrpSpPr/>
          <p:nvPr/>
        </p:nvGrpSpPr>
        <p:grpSpPr>
          <a:xfrm rot="0">
            <a:off x="8017193" y="8209597"/>
            <a:ext cx="555307" cy="388620"/>
            <a:chOff x="0" y="0"/>
            <a:chExt cx="740410" cy="518160"/>
          </a:xfrm>
        </p:grpSpPr>
        <p:sp>
          <p:nvSpPr>
            <p:cNvPr name="Freeform 35" id="35"/>
            <p:cNvSpPr/>
            <p:nvPr/>
          </p:nvSpPr>
          <p:spPr>
            <a:xfrm flipH="false" flipV="false" rot="0">
              <a:off x="48260" y="49530"/>
              <a:ext cx="648970" cy="421640"/>
            </a:xfrm>
            <a:custGeom>
              <a:avLst/>
              <a:gdLst/>
              <a:ahLst/>
              <a:cxnLst/>
              <a:rect r="r" b="b" t="t" l="l"/>
              <a:pathLst>
                <a:path h="421640" w="648970">
                  <a:moveTo>
                    <a:pt x="45720" y="133350"/>
                  </a:moveTo>
                  <a:cubicBezTo>
                    <a:pt x="180340" y="280670"/>
                    <a:pt x="210820" y="294640"/>
                    <a:pt x="237490" y="309880"/>
                  </a:cubicBezTo>
                  <a:cubicBezTo>
                    <a:pt x="261620" y="322580"/>
                    <a:pt x="280670" y="335280"/>
                    <a:pt x="308610" y="344170"/>
                  </a:cubicBezTo>
                  <a:cubicBezTo>
                    <a:pt x="345440" y="355600"/>
                    <a:pt x="407670" y="378460"/>
                    <a:pt x="444500" y="367030"/>
                  </a:cubicBezTo>
                  <a:cubicBezTo>
                    <a:pt x="474980" y="356870"/>
                    <a:pt x="500380" y="318770"/>
                    <a:pt x="519430" y="295910"/>
                  </a:cubicBezTo>
                  <a:cubicBezTo>
                    <a:pt x="533400" y="276860"/>
                    <a:pt x="539750" y="264160"/>
                    <a:pt x="549910" y="241300"/>
                  </a:cubicBezTo>
                  <a:cubicBezTo>
                    <a:pt x="562610" y="208280"/>
                    <a:pt x="576580" y="156210"/>
                    <a:pt x="584200" y="116840"/>
                  </a:cubicBezTo>
                  <a:cubicBezTo>
                    <a:pt x="590550" y="81280"/>
                    <a:pt x="584200" y="34290"/>
                    <a:pt x="594360" y="16510"/>
                  </a:cubicBezTo>
                  <a:cubicBezTo>
                    <a:pt x="598170" y="7620"/>
                    <a:pt x="605790" y="2540"/>
                    <a:pt x="612140" y="1270"/>
                  </a:cubicBezTo>
                  <a:cubicBezTo>
                    <a:pt x="621030" y="0"/>
                    <a:pt x="636270" y="7620"/>
                    <a:pt x="640080" y="15240"/>
                  </a:cubicBezTo>
                  <a:cubicBezTo>
                    <a:pt x="643890" y="21590"/>
                    <a:pt x="642620" y="33020"/>
                    <a:pt x="638810" y="39370"/>
                  </a:cubicBezTo>
                  <a:cubicBezTo>
                    <a:pt x="636270" y="44450"/>
                    <a:pt x="626110" y="50800"/>
                    <a:pt x="619760" y="52070"/>
                  </a:cubicBezTo>
                  <a:cubicBezTo>
                    <a:pt x="612140" y="52070"/>
                    <a:pt x="601980" y="48260"/>
                    <a:pt x="596900" y="41910"/>
                  </a:cubicBezTo>
                  <a:cubicBezTo>
                    <a:pt x="593090" y="35560"/>
                    <a:pt x="593090" y="17780"/>
                    <a:pt x="596900" y="11430"/>
                  </a:cubicBezTo>
                  <a:cubicBezTo>
                    <a:pt x="600710" y="5080"/>
                    <a:pt x="610870" y="0"/>
                    <a:pt x="618490" y="1270"/>
                  </a:cubicBezTo>
                  <a:cubicBezTo>
                    <a:pt x="624840" y="1270"/>
                    <a:pt x="633730" y="5080"/>
                    <a:pt x="638810" y="12700"/>
                  </a:cubicBezTo>
                  <a:cubicBezTo>
                    <a:pt x="648970" y="30480"/>
                    <a:pt x="640080" y="88900"/>
                    <a:pt x="633730" y="128270"/>
                  </a:cubicBezTo>
                  <a:cubicBezTo>
                    <a:pt x="626110" y="172720"/>
                    <a:pt x="615950" y="223520"/>
                    <a:pt x="594360" y="266700"/>
                  </a:cubicBezTo>
                  <a:cubicBezTo>
                    <a:pt x="571500" y="311150"/>
                    <a:pt x="528320" y="367030"/>
                    <a:pt x="497840" y="391160"/>
                  </a:cubicBezTo>
                  <a:cubicBezTo>
                    <a:pt x="480060" y="406400"/>
                    <a:pt x="467360" y="412750"/>
                    <a:pt x="444500" y="416560"/>
                  </a:cubicBezTo>
                  <a:cubicBezTo>
                    <a:pt x="406400" y="421640"/>
                    <a:pt x="339090" y="408940"/>
                    <a:pt x="287020" y="389890"/>
                  </a:cubicBezTo>
                  <a:cubicBezTo>
                    <a:pt x="228600" y="369570"/>
                    <a:pt x="163830" y="331470"/>
                    <a:pt x="115570" y="292100"/>
                  </a:cubicBezTo>
                  <a:cubicBezTo>
                    <a:pt x="69850" y="254000"/>
                    <a:pt x="7620" y="189230"/>
                    <a:pt x="2540" y="158750"/>
                  </a:cubicBezTo>
                  <a:cubicBezTo>
                    <a:pt x="0" y="144780"/>
                    <a:pt x="5080" y="130810"/>
                    <a:pt x="12700" y="127000"/>
                  </a:cubicBezTo>
                  <a:cubicBezTo>
                    <a:pt x="20320" y="121920"/>
                    <a:pt x="45720" y="133350"/>
                    <a:pt x="45720" y="133350"/>
                  </a:cubicBezTo>
                </a:path>
              </a:pathLst>
            </a:custGeom>
            <a:solidFill>
              <a:srgbClr val="0571D3"/>
            </a:solidFill>
            <a:ln cap="sq">
              <a:noFill/>
              <a:prstDash val="solid"/>
              <a:miter/>
            </a:ln>
          </p:spPr>
        </p:sp>
      </p:grpSp>
      <p:grpSp>
        <p:nvGrpSpPr>
          <p:cNvPr name="Group 36" id="36"/>
          <p:cNvGrpSpPr/>
          <p:nvPr/>
        </p:nvGrpSpPr>
        <p:grpSpPr>
          <a:xfrm rot="0">
            <a:off x="1356360" y="7198995"/>
            <a:ext cx="1366838" cy="1109662"/>
            <a:chOff x="0" y="0"/>
            <a:chExt cx="1822450" cy="1479550"/>
          </a:xfrm>
        </p:grpSpPr>
        <p:sp>
          <p:nvSpPr>
            <p:cNvPr name="Freeform 37" id="37"/>
            <p:cNvSpPr/>
            <p:nvPr/>
          </p:nvSpPr>
          <p:spPr>
            <a:xfrm flipH="false" flipV="false" rot="0">
              <a:off x="49530" y="44450"/>
              <a:ext cx="1722120" cy="1384300"/>
            </a:xfrm>
            <a:custGeom>
              <a:avLst/>
              <a:gdLst/>
              <a:ahLst/>
              <a:cxnLst/>
              <a:rect r="r" b="b" t="t" l="l"/>
              <a:pathLst>
                <a:path h="1384300" w="1722120">
                  <a:moveTo>
                    <a:pt x="29210" y="26670"/>
                  </a:moveTo>
                  <a:cubicBezTo>
                    <a:pt x="844550" y="41910"/>
                    <a:pt x="900430" y="19050"/>
                    <a:pt x="1003300" y="11430"/>
                  </a:cubicBezTo>
                  <a:cubicBezTo>
                    <a:pt x="1140460" y="1270"/>
                    <a:pt x="1367790" y="0"/>
                    <a:pt x="1484630" y="6350"/>
                  </a:cubicBezTo>
                  <a:cubicBezTo>
                    <a:pt x="1551940" y="10160"/>
                    <a:pt x="1601470" y="12700"/>
                    <a:pt x="1643380" y="26670"/>
                  </a:cubicBezTo>
                  <a:cubicBezTo>
                    <a:pt x="1672590" y="36830"/>
                    <a:pt x="1703070" y="54610"/>
                    <a:pt x="1714500" y="69850"/>
                  </a:cubicBezTo>
                  <a:cubicBezTo>
                    <a:pt x="1720850" y="77470"/>
                    <a:pt x="1722120" y="83820"/>
                    <a:pt x="1722120" y="95250"/>
                  </a:cubicBezTo>
                  <a:cubicBezTo>
                    <a:pt x="1722120" y="114300"/>
                    <a:pt x="1709420" y="151130"/>
                    <a:pt x="1699260" y="175260"/>
                  </a:cubicBezTo>
                  <a:cubicBezTo>
                    <a:pt x="1689100" y="195580"/>
                    <a:pt x="1681480" y="207010"/>
                    <a:pt x="1664970" y="229870"/>
                  </a:cubicBezTo>
                  <a:cubicBezTo>
                    <a:pt x="1633220" y="273050"/>
                    <a:pt x="1578610" y="336550"/>
                    <a:pt x="1512570" y="408940"/>
                  </a:cubicBezTo>
                  <a:cubicBezTo>
                    <a:pt x="1403350" y="527050"/>
                    <a:pt x="1189990" y="704850"/>
                    <a:pt x="1057910" y="864870"/>
                  </a:cubicBezTo>
                  <a:cubicBezTo>
                    <a:pt x="934720" y="1014730"/>
                    <a:pt x="810260" y="1266190"/>
                    <a:pt x="741680" y="1338580"/>
                  </a:cubicBezTo>
                  <a:cubicBezTo>
                    <a:pt x="717550" y="1365250"/>
                    <a:pt x="697230" y="1381760"/>
                    <a:pt x="681990" y="1384300"/>
                  </a:cubicBezTo>
                  <a:cubicBezTo>
                    <a:pt x="673100" y="1384300"/>
                    <a:pt x="664210" y="1380490"/>
                    <a:pt x="660400" y="1374140"/>
                  </a:cubicBezTo>
                  <a:cubicBezTo>
                    <a:pt x="655320" y="1367790"/>
                    <a:pt x="655320" y="1350010"/>
                    <a:pt x="659130" y="1343660"/>
                  </a:cubicBezTo>
                  <a:cubicBezTo>
                    <a:pt x="662940" y="1337310"/>
                    <a:pt x="673100" y="1332230"/>
                    <a:pt x="680720" y="1333500"/>
                  </a:cubicBezTo>
                  <a:cubicBezTo>
                    <a:pt x="687070" y="1333500"/>
                    <a:pt x="697230" y="1338580"/>
                    <a:pt x="701040" y="1344930"/>
                  </a:cubicBezTo>
                  <a:cubicBezTo>
                    <a:pt x="704850" y="1350010"/>
                    <a:pt x="706120" y="1362710"/>
                    <a:pt x="703580" y="1369060"/>
                  </a:cubicBezTo>
                  <a:cubicBezTo>
                    <a:pt x="699770" y="1375410"/>
                    <a:pt x="684530" y="1384300"/>
                    <a:pt x="675640" y="1383030"/>
                  </a:cubicBezTo>
                  <a:cubicBezTo>
                    <a:pt x="669290" y="1383030"/>
                    <a:pt x="660400" y="1375410"/>
                    <a:pt x="656590" y="1369060"/>
                  </a:cubicBezTo>
                  <a:cubicBezTo>
                    <a:pt x="654050" y="1362710"/>
                    <a:pt x="654050" y="1353820"/>
                    <a:pt x="657860" y="1346200"/>
                  </a:cubicBezTo>
                  <a:cubicBezTo>
                    <a:pt x="662940" y="1334770"/>
                    <a:pt x="680720" y="1332230"/>
                    <a:pt x="698500" y="1311910"/>
                  </a:cubicBezTo>
                  <a:cubicBezTo>
                    <a:pt x="758190" y="1245870"/>
                    <a:pt x="895350" y="982980"/>
                    <a:pt x="1021080" y="830580"/>
                  </a:cubicBezTo>
                  <a:cubicBezTo>
                    <a:pt x="1151890" y="670560"/>
                    <a:pt x="1363980" y="494030"/>
                    <a:pt x="1471930" y="377190"/>
                  </a:cubicBezTo>
                  <a:cubicBezTo>
                    <a:pt x="1536700" y="307340"/>
                    <a:pt x="1586230" y="254000"/>
                    <a:pt x="1621790" y="203200"/>
                  </a:cubicBezTo>
                  <a:cubicBezTo>
                    <a:pt x="1645920" y="167640"/>
                    <a:pt x="1678940" y="127000"/>
                    <a:pt x="1672590" y="105410"/>
                  </a:cubicBezTo>
                  <a:cubicBezTo>
                    <a:pt x="1667510" y="88900"/>
                    <a:pt x="1638300" y="83820"/>
                    <a:pt x="1614170" y="76200"/>
                  </a:cubicBezTo>
                  <a:cubicBezTo>
                    <a:pt x="1579880" y="64770"/>
                    <a:pt x="1541780" y="60960"/>
                    <a:pt x="1484630" y="57150"/>
                  </a:cubicBezTo>
                  <a:cubicBezTo>
                    <a:pt x="1375410" y="49530"/>
                    <a:pt x="1144270" y="52070"/>
                    <a:pt x="1007110" y="62230"/>
                  </a:cubicBezTo>
                  <a:cubicBezTo>
                    <a:pt x="902970" y="69850"/>
                    <a:pt x="842010" y="91440"/>
                    <a:pt x="734060" y="97790"/>
                  </a:cubicBezTo>
                  <a:cubicBezTo>
                    <a:pt x="576580" y="106680"/>
                    <a:pt x="280670" y="97790"/>
                    <a:pt x="153670" y="88900"/>
                  </a:cubicBezTo>
                  <a:cubicBezTo>
                    <a:pt x="90170" y="85090"/>
                    <a:pt x="33020" y="88900"/>
                    <a:pt x="12700" y="73660"/>
                  </a:cubicBezTo>
                  <a:cubicBezTo>
                    <a:pt x="3810" y="66040"/>
                    <a:pt x="0" y="54610"/>
                    <a:pt x="1270" y="46990"/>
                  </a:cubicBezTo>
                  <a:cubicBezTo>
                    <a:pt x="3810" y="38100"/>
                    <a:pt x="29210" y="26670"/>
                    <a:pt x="29210" y="26670"/>
                  </a:cubicBezTo>
                </a:path>
              </a:pathLst>
            </a:custGeom>
            <a:solidFill>
              <a:srgbClr val="0571D3"/>
            </a:solidFill>
            <a:ln cap="sq">
              <a:noFill/>
              <a:prstDash val="solid"/>
              <a:miter/>
            </a:ln>
          </p:spPr>
        </p:sp>
      </p:grpSp>
      <p:grpSp>
        <p:nvGrpSpPr>
          <p:cNvPr name="Group 38" id="38"/>
          <p:cNvGrpSpPr/>
          <p:nvPr/>
        </p:nvGrpSpPr>
        <p:grpSpPr>
          <a:xfrm rot="0">
            <a:off x="1724977" y="7811453"/>
            <a:ext cx="619125" cy="584835"/>
            <a:chOff x="0" y="0"/>
            <a:chExt cx="825500" cy="779780"/>
          </a:xfrm>
        </p:grpSpPr>
        <p:sp>
          <p:nvSpPr>
            <p:cNvPr name="Freeform 39" id="39"/>
            <p:cNvSpPr/>
            <p:nvPr/>
          </p:nvSpPr>
          <p:spPr>
            <a:xfrm flipH="false" flipV="false" rot="0">
              <a:off x="43180" y="50800"/>
              <a:ext cx="741680" cy="679450"/>
            </a:xfrm>
            <a:custGeom>
              <a:avLst/>
              <a:gdLst/>
              <a:ahLst/>
              <a:cxnLst/>
              <a:rect r="r" b="b" t="t" l="l"/>
              <a:pathLst>
                <a:path h="679450" w="741680">
                  <a:moveTo>
                    <a:pt x="55880" y="21590"/>
                  </a:moveTo>
                  <a:cubicBezTo>
                    <a:pt x="111760" y="237490"/>
                    <a:pt x="125730" y="266700"/>
                    <a:pt x="153670" y="311150"/>
                  </a:cubicBezTo>
                  <a:cubicBezTo>
                    <a:pt x="194310" y="381000"/>
                    <a:pt x="283210" y="509270"/>
                    <a:pt x="332740" y="561340"/>
                  </a:cubicBezTo>
                  <a:cubicBezTo>
                    <a:pt x="360680" y="590550"/>
                    <a:pt x="375920" y="610870"/>
                    <a:pt x="407670" y="621030"/>
                  </a:cubicBezTo>
                  <a:cubicBezTo>
                    <a:pt x="448310" y="635000"/>
                    <a:pt x="527050" y="632460"/>
                    <a:pt x="565150" y="618490"/>
                  </a:cubicBezTo>
                  <a:cubicBezTo>
                    <a:pt x="589280" y="609600"/>
                    <a:pt x="603250" y="594360"/>
                    <a:pt x="619760" y="574040"/>
                  </a:cubicBezTo>
                  <a:cubicBezTo>
                    <a:pt x="640080" y="544830"/>
                    <a:pt x="656590" y="497840"/>
                    <a:pt x="668020" y="453390"/>
                  </a:cubicBezTo>
                  <a:cubicBezTo>
                    <a:pt x="679450" y="402590"/>
                    <a:pt x="665480" y="306070"/>
                    <a:pt x="681990" y="280670"/>
                  </a:cubicBezTo>
                  <a:cubicBezTo>
                    <a:pt x="688340" y="269240"/>
                    <a:pt x="699770" y="264160"/>
                    <a:pt x="707390" y="265430"/>
                  </a:cubicBezTo>
                  <a:cubicBezTo>
                    <a:pt x="716280" y="266700"/>
                    <a:pt x="727710" y="279400"/>
                    <a:pt x="730250" y="287020"/>
                  </a:cubicBezTo>
                  <a:cubicBezTo>
                    <a:pt x="731520" y="293370"/>
                    <a:pt x="726440" y="304800"/>
                    <a:pt x="721360" y="309880"/>
                  </a:cubicBezTo>
                  <a:cubicBezTo>
                    <a:pt x="716280" y="313690"/>
                    <a:pt x="704850" y="317500"/>
                    <a:pt x="698500" y="314960"/>
                  </a:cubicBezTo>
                  <a:cubicBezTo>
                    <a:pt x="690880" y="311150"/>
                    <a:pt x="678180" y="292100"/>
                    <a:pt x="680720" y="283210"/>
                  </a:cubicBezTo>
                  <a:cubicBezTo>
                    <a:pt x="681990" y="275590"/>
                    <a:pt x="697230" y="265430"/>
                    <a:pt x="704850" y="265430"/>
                  </a:cubicBezTo>
                  <a:cubicBezTo>
                    <a:pt x="713740" y="265430"/>
                    <a:pt x="723900" y="271780"/>
                    <a:pt x="728980" y="284480"/>
                  </a:cubicBezTo>
                  <a:cubicBezTo>
                    <a:pt x="741680" y="312420"/>
                    <a:pt x="725170" y="420370"/>
                    <a:pt x="716280" y="467360"/>
                  </a:cubicBezTo>
                  <a:cubicBezTo>
                    <a:pt x="711200" y="496570"/>
                    <a:pt x="707390" y="514350"/>
                    <a:pt x="697230" y="537210"/>
                  </a:cubicBezTo>
                  <a:cubicBezTo>
                    <a:pt x="685800" y="562610"/>
                    <a:pt x="670560" y="591820"/>
                    <a:pt x="651510" y="612140"/>
                  </a:cubicBezTo>
                  <a:cubicBezTo>
                    <a:pt x="629920" y="635000"/>
                    <a:pt x="603250" y="656590"/>
                    <a:pt x="572770" y="668020"/>
                  </a:cubicBezTo>
                  <a:cubicBezTo>
                    <a:pt x="541020" y="679450"/>
                    <a:pt x="497840" y="678180"/>
                    <a:pt x="464820" y="676910"/>
                  </a:cubicBezTo>
                  <a:cubicBezTo>
                    <a:pt x="435610" y="675640"/>
                    <a:pt x="408940" y="676910"/>
                    <a:pt x="382270" y="665480"/>
                  </a:cubicBezTo>
                  <a:cubicBezTo>
                    <a:pt x="351790" y="651510"/>
                    <a:pt x="326390" y="627380"/>
                    <a:pt x="293370" y="593090"/>
                  </a:cubicBezTo>
                  <a:cubicBezTo>
                    <a:pt x="240030" y="535940"/>
                    <a:pt x="154940" y="420370"/>
                    <a:pt x="107950" y="334010"/>
                  </a:cubicBezTo>
                  <a:cubicBezTo>
                    <a:pt x="66040" y="259080"/>
                    <a:pt x="33020" y="170180"/>
                    <a:pt x="17780" y="110490"/>
                  </a:cubicBezTo>
                  <a:cubicBezTo>
                    <a:pt x="8890" y="73660"/>
                    <a:pt x="0" y="34290"/>
                    <a:pt x="7620" y="16510"/>
                  </a:cubicBezTo>
                  <a:cubicBezTo>
                    <a:pt x="11430" y="6350"/>
                    <a:pt x="22860" y="0"/>
                    <a:pt x="30480" y="0"/>
                  </a:cubicBezTo>
                  <a:cubicBezTo>
                    <a:pt x="39370" y="0"/>
                    <a:pt x="55880" y="21590"/>
                    <a:pt x="55880" y="21590"/>
                  </a:cubicBezTo>
                </a:path>
              </a:pathLst>
            </a:custGeom>
            <a:solidFill>
              <a:srgbClr val="0571D3"/>
            </a:solidFill>
            <a:ln cap="sq">
              <a:noFill/>
              <a:prstDash val="solid"/>
              <a:miter/>
            </a:ln>
          </p:spPr>
        </p:sp>
      </p:grpSp>
      <p:grpSp>
        <p:nvGrpSpPr>
          <p:cNvPr name="Group 40" id="40"/>
          <p:cNvGrpSpPr/>
          <p:nvPr/>
        </p:nvGrpSpPr>
        <p:grpSpPr>
          <a:xfrm rot="0">
            <a:off x="1801177" y="7504747"/>
            <a:ext cx="1212532" cy="819150"/>
            <a:chOff x="0" y="0"/>
            <a:chExt cx="1616710" cy="1092200"/>
          </a:xfrm>
        </p:grpSpPr>
        <p:sp>
          <p:nvSpPr>
            <p:cNvPr name="Freeform 41" id="41"/>
            <p:cNvSpPr/>
            <p:nvPr/>
          </p:nvSpPr>
          <p:spPr>
            <a:xfrm flipH="false" flipV="false" rot="0">
              <a:off x="48260" y="40640"/>
              <a:ext cx="1521460" cy="1000760"/>
            </a:xfrm>
            <a:custGeom>
              <a:avLst/>
              <a:gdLst/>
              <a:ahLst/>
              <a:cxnLst/>
              <a:rect r="r" b="b" t="t" l="l"/>
              <a:pathLst>
                <a:path h="1000760" w="1521460">
                  <a:moveTo>
                    <a:pt x="26670" y="133350"/>
                  </a:moveTo>
                  <a:cubicBezTo>
                    <a:pt x="712470" y="99060"/>
                    <a:pt x="756920" y="67310"/>
                    <a:pt x="826770" y="52070"/>
                  </a:cubicBezTo>
                  <a:cubicBezTo>
                    <a:pt x="902970" y="34290"/>
                    <a:pt x="980440" y="22860"/>
                    <a:pt x="1066800" y="16510"/>
                  </a:cubicBezTo>
                  <a:cubicBezTo>
                    <a:pt x="1167130" y="7620"/>
                    <a:pt x="1315720" y="0"/>
                    <a:pt x="1395730" y="10160"/>
                  </a:cubicBezTo>
                  <a:cubicBezTo>
                    <a:pt x="1443990" y="17780"/>
                    <a:pt x="1492250" y="25400"/>
                    <a:pt x="1510030" y="44450"/>
                  </a:cubicBezTo>
                  <a:cubicBezTo>
                    <a:pt x="1521460" y="57150"/>
                    <a:pt x="1521460" y="72390"/>
                    <a:pt x="1517650" y="91440"/>
                  </a:cubicBezTo>
                  <a:cubicBezTo>
                    <a:pt x="1510030" y="132080"/>
                    <a:pt x="1465580" y="194310"/>
                    <a:pt x="1416050" y="262890"/>
                  </a:cubicBezTo>
                  <a:cubicBezTo>
                    <a:pt x="1324610" y="386080"/>
                    <a:pt x="1080770" y="621030"/>
                    <a:pt x="979170" y="748030"/>
                  </a:cubicBezTo>
                  <a:cubicBezTo>
                    <a:pt x="918210" y="825500"/>
                    <a:pt x="885190" y="896620"/>
                    <a:pt x="843280" y="941070"/>
                  </a:cubicBezTo>
                  <a:cubicBezTo>
                    <a:pt x="815340" y="969010"/>
                    <a:pt x="781050" y="999490"/>
                    <a:pt x="762000" y="1000760"/>
                  </a:cubicBezTo>
                  <a:cubicBezTo>
                    <a:pt x="751840" y="1000760"/>
                    <a:pt x="740410" y="990600"/>
                    <a:pt x="736600" y="982980"/>
                  </a:cubicBezTo>
                  <a:cubicBezTo>
                    <a:pt x="734060" y="976630"/>
                    <a:pt x="736600" y="963930"/>
                    <a:pt x="741680" y="958850"/>
                  </a:cubicBezTo>
                  <a:cubicBezTo>
                    <a:pt x="748030" y="953770"/>
                    <a:pt x="772160" y="949960"/>
                    <a:pt x="778510" y="956310"/>
                  </a:cubicBezTo>
                  <a:cubicBezTo>
                    <a:pt x="784860" y="961390"/>
                    <a:pt x="784860" y="986790"/>
                    <a:pt x="779780" y="993140"/>
                  </a:cubicBezTo>
                  <a:cubicBezTo>
                    <a:pt x="773430" y="998220"/>
                    <a:pt x="749300" y="998220"/>
                    <a:pt x="742950" y="991870"/>
                  </a:cubicBezTo>
                  <a:cubicBezTo>
                    <a:pt x="736600" y="986790"/>
                    <a:pt x="735330" y="971550"/>
                    <a:pt x="740410" y="961390"/>
                  </a:cubicBezTo>
                  <a:cubicBezTo>
                    <a:pt x="746760" y="944880"/>
                    <a:pt x="779780" y="933450"/>
                    <a:pt x="803910" y="908050"/>
                  </a:cubicBezTo>
                  <a:cubicBezTo>
                    <a:pt x="843280" y="864870"/>
                    <a:pt x="881380" y="787400"/>
                    <a:pt x="941070" y="715010"/>
                  </a:cubicBezTo>
                  <a:cubicBezTo>
                    <a:pt x="1028700" y="607060"/>
                    <a:pt x="1197610" y="449580"/>
                    <a:pt x="1291590" y="334010"/>
                  </a:cubicBezTo>
                  <a:cubicBezTo>
                    <a:pt x="1363980" y="245110"/>
                    <a:pt x="1480820" y="127000"/>
                    <a:pt x="1469390" y="87630"/>
                  </a:cubicBezTo>
                  <a:cubicBezTo>
                    <a:pt x="1463040" y="68580"/>
                    <a:pt x="1430020" y="67310"/>
                    <a:pt x="1395730" y="60960"/>
                  </a:cubicBezTo>
                  <a:cubicBezTo>
                    <a:pt x="1327150" y="49530"/>
                    <a:pt x="1169670" y="58420"/>
                    <a:pt x="1071880" y="66040"/>
                  </a:cubicBezTo>
                  <a:cubicBezTo>
                    <a:pt x="988060" y="73660"/>
                    <a:pt x="915670" y="83820"/>
                    <a:pt x="840740" y="100330"/>
                  </a:cubicBezTo>
                  <a:cubicBezTo>
                    <a:pt x="767080" y="116840"/>
                    <a:pt x="708660" y="151130"/>
                    <a:pt x="626110" y="163830"/>
                  </a:cubicBezTo>
                  <a:cubicBezTo>
                    <a:pt x="521970" y="179070"/>
                    <a:pt x="358140" y="161290"/>
                    <a:pt x="260350" y="167640"/>
                  </a:cubicBezTo>
                  <a:cubicBezTo>
                    <a:pt x="194310" y="170180"/>
                    <a:pt x="143510" y="182880"/>
                    <a:pt x="96520" y="184150"/>
                  </a:cubicBezTo>
                  <a:cubicBezTo>
                    <a:pt x="63500" y="184150"/>
                    <a:pt x="22860" y="189230"/>
                    <a:pt x="10160" y="177800"/>
                  </a:cubicBezTo>
                  <a:cubicBezTo>
                    <a:pt x="2540" y="171450"/>
                    <a:pt x="0" y="157480"/>
                    <a:pt x="2540" y="149860"/>
                  </a:cubicBezTo>
                  <a:cubicBezTo>
                    <a:pt x="5080" y="142240"/>
                    <a:pt x="26670" y="133350"/>
                    <a:pt x="26670" y="133350"/>
                  </a:cubicBezTo>
                </a:path>
              </a:pathLst>
            </a:custGeom>
            <a:solidFill>
              <a:srgbClr val="0571D3"/>
            </a:solidFill>
            <a:ln cap="sq">
              <a:noFill/>
              <a:prstDash val="solid"/>
              <a:miter/>
            </a:ln>
          </p:spPr>
        </p:sp>
      </p:grpSp>
      <p:grpSp>
        <p:nvGrpSpPr>
          <p:cNvPr name="Group 42" id="42"/>
          <p:cNvGrpSpPr/>
          <p:nvPr/>
        </p:nvGrpSpPr>
        <p:grpSpPr>
          <a:xfrm rot="0">
            <a:off x="2167890" y="8025765"/>
            <a:ext cx="620078" cy="291465"/>
            <a:chOff x="0" y="0"/>
            <a:chExt cx="826770" cy="388620"/>
          </a:xfrm>
        </p:grpSpPr>
        <p:sp>
          <p:nvSpPr>
            <p:cNvPr name="Freeform 43" id="43"/>
            <p:cNvSpPr/>
            <p:nvPr/>
          </p:nvSpPr>
          <p:spPr>
            <a:xfrm flipH="false" flipV="false" rot="0">
              <a:off x="46990" y="49530"/>
              <a:ext cx="731520" cy="292100"/>
            </a:xfrm>
            <a:custGeom>
              <a:avLst/>
              <a:gdLst/>
              <a:ahLst/>
              <a:cxnLst/>
              <a:rect r="r" b="b" t="t" l="l"/>
              <a:pathLst>
                <a:path h="292100" w="731520">
                  <a:moveTo>
                    <a:pt x="54610" y="26670"/>
                  </a:moveTo>
                  <a:cubicBezTo>
                    <a:pt x="57150" y="87630"/>
                    <a:pt x="63500" y="101600"/>
                    <a:pt x="74930" y="118110"/>
                  </a:cubicBezTo>
                  <a:cubicBezTo>
                    <a:pt x="93980" y="143510"/>
                    <a:pt x="129540" y="179070"/>
                    <a:pt x="167640" y="199390"/>
                  </a:cubicBezTo>
                  <a:cubicBezTo>
                    <a:pt x="209550" y="220980"/>
                    <a:pt x="261620" y="233680"/>
                    <a:pt x="318770" y="236220"/>
                  </a:cubicBezTo>
                  <a:cubicBezTo>
                    <a:pt x="393700" y="240030"/>
                    <a:pt x="520700" y="231140"/>
                    <a:pt x="576580" y="199390"/>
                  </a:cubicBezTo>
                  <a:cubicBezTo>
                    <a:pt x="614680" y="179070"/>
                    <a:pt x="633730" y="143510"/>
                    <a:pt x="650240" y="111760"/>
                  </a:cubicBezTo>
                  <a:cubicBezTo>
                    <a:pt x="668020" y="81280"/>
                    <a:pt x="668020" y="26670"/>
                    <a:pt x="681990" y="11430"/>
                  </a:cubicBezTo>
                  <a:cubicBezTo>
                    <a:pt x="688340" y="3810"/>
                    <a:pt x="695960" y="1270"/>
                    <a:pt x="703580" y="1270"/>
                  </a:cubicBezTo>
                  <a:cubicBezTo>
                    <a:pt x="709930" y="1270"/>
                    <a:pt x="720090" y="6350"/>
                    <a:pt x="723900" y="12700"/>
                  </a:cubicBezTo>
                  <a:cubicBezTo>
                    <a:pt x="727710" y="20320"/>
                    <a:pt x="726440" y="36830"/>
                    <a:pt x="721360" y="43180"/>
                  </a:cubicBezTo>
                  <a:cubicBezTo>
                    <a:pt x="716280" y="49530"/>
                    <a:pt x="706120" y="52070"/>
                    <a:pt x="698500" y="52070"/>
                  </a:cubicBezTo>
                  <a:cubicBezTo>
                    <a:pt x="692150" y="50800"/>
                    <a:pt x="681990" y="44450"/>
                    <a:pt x="679450" y="38100"/>
                  </a:cubicBezTo>
                  <a:cubicBezTo>
                    <a:pt x="676910" y="30480"/>
                    <a:pt x="679450" y="12700"/>
                    <a:pt x="685800" y="7620"/>
                  </a:cubicBezTo>
                  <a:cubicBezTo>
                    <a:pt x="690880" y="2540"/>
                    <a:pt x="702310" y="0"/>
                    <a:pt x="708660" y="1270"/>
                  </a:cubicBezTo>
                  <a:cubicBezTo>
                    <a:pt x="716280" y="3810"/>
                    <a:pt x="725170" y="13970"/>
                    <a:pt x="727710" y="25400"/>
                  </a:cubicBezTo>
                  <a:cubicBezTo>
                    <a:pt x="731520" y="49530"/>
                    <a:pt x="712470" y="106680"/>
                    <a:pt x="690880" y="142240"/>
                  </a:cubicBezTo>
                  <a:cubicBezTo>
                    <a:pt x="668020" y="181610"/>
                    <a:pt x="638810" y="222250"/>
                    <a:pt x="591820" y="247650"/>
                  </a:cubicBezTo>
                  <a:cubicBezTo>
                    <a:pt x="525780" y="280670"/>
                    <a:pt x="393700" y="292100"/>
                    <a:pt x="311150" y="287020"/>
                  </a:cubicBezTo>
                  <a:cubicBezTo>
                    <a:pt x="246380" y="283210"/>
                    <a:pt x="177800" y="260350"/>
                    <a:pt x="135890" y="238760"/>
                  </a:cubicBezTo>
                  <a:cubicBezTo>
                    <a:pt x="110490" y="226060"/>
                    <a:pt x="96520" y="209550"/>
                    <a:pt x="78740" y="193040"/>
                  </a:cubicBezTo>
                  <a:cubicBezTo>
                    <a:pt x="60960" y="176530"/>
                    <a:pt x="41910" y="158750"/>
                    <a:pt x="29210" y="138430"/>
                  </a:cubicBezTo>
                  <a:cubicBezTo>
                    <a:pt x="16510" y="119380"/>
                    <a:pt x="6350" y="96520"/>
                    <a:pt x="3810" y="73660"/>
                  </a:cubicBezTo>
                  <a:cubicBezTo>
                    <a:pt x="0" y="53340"/>
                    <a:pt x="0" y="20320"/>
                    <a:pt x="10160" y="10160"/>
                  </a:cubicBezTo>
                  <a:cubicBezTo>
                    <a:pt x="16510" y="2540"/>
                    <a:pt x="30480" y="0"/>
                    <a:pt x="38100" y="2540"/>
                  </a:cubicBezTo>
                  <a:cubicBezTo>
                    <a:pt x="45720" y="5080"/>
                    <a:pt x="54610" y="26670"/>
                    <a:pt x="54610" y="26670"/>
                  </a:cubicBezTo>
                </a:path>
              </a:pathLst>
            </a:custGeom>
            <a:solidFill>
              <a:srgbClr val="0571D3"/>
            </a:solidFill>
            <a:ln cap="sq">
              <a:noFill/>
              <a:prstDash val="solid"/>
              <a:miter/>
            </a:ln>
          </p:spPr>
        </p:sp>
      </p:grpSp>
      <p:grpSp>
        <p:nvGrpSpPr>
          <p:cNvPr name="Group 44" id="44"/>
          <p:cNvGrpSpPr/>
          <p:nvPr/>
        </p:nvGrpSpPr>
        <p:grpSpPr>
          <a:xfrm rot="0">
            <a:off x="1800225" y="7664768"/>
            <a:ext cx="1472565" cy="811530"/>
            <a:chOff x="0" y="0"/>
            <a:chExt cx="1963420" cy="1082040"/>
          </a:xfrm>
        </p:grpSpPr>
        <p:sp>
          <p:nvSpPr>
            <p:cNvPr name="Freeform 45" id="45"/>
            <p:cNvSpPr/>
            <p:nvPr/>
          </p:nvSpPr>
          <p:spPr>
            <a:xfrm flipH="false" flipV="false" rot="0">
              <a:off x="50800" y="44450"/>
              <a:ext cx="1861820" cy="990600"/>
            </a:xfrm>
            <a:custGeom>
              <a:avLst/>
              <a:gdLst/>
              <a:ahLst/>
              <a:cxnLst/>
              <a:rect r="r" b="b" t="t" l="l"/>
              <a:pathLst>
                <a:path h="990600" w="1861820">
                  <a:moveTo>
                    <a:pt x="22860" y="303530"/>
                  </a:moveTo>
                  <a:cubicBezTo>
                    <a:pt x="1432560" y="121920"/>
                    <a:pt x="1550670" y="104140"/>
                    <a:pt x="1657350" y="74930"/>
                  </a:cubicBezTo>
                  <a:cubicBezTo>
                    <a:pt x="1732280" y="55880"/>
                    <a:pt x="1818640" y="0"/>
                    <a:pt x="1845310" y="8890"/>
                  </a:cubicBezTo>
                  <a:cubicBezTo>
                    <a:pt x="1855470" y="12700"/>
                    <a:pt x="1861820" y="25400"/>
                    <a:pt x="1860550" y="33020"/>
                  </a:cubicBezTo>
                  <a:cubicBezTo>
                    <a:pt x="1859280" y="41910"/>
                    <a:pt x="1842770" y="45720"/>
                    <a:pt x="1836420" y="57150"/>
                  </a:cubicBezTo>
                  <a:cubicBezTo>
                    <a:pt x="1827530" y="77470"/>
                    <a:pt x="1835150" y="119380"/>
                    <a:pt x="1824990" y="152400"/>
                  </a:cubicBezTo>
                  <a:cubicBezTo>
                    <a:pt x="1811020" y="196850"/>
                    <a:pt x="1779270" y="247650"/>
                    <a:pt x="1752600" y="297180"/>
                  </a:cubicBezTo>
                  <a:cubicBezTo>
                    <a:pt x="1725930" y="350520"/>
                    <a:pt x="1697990" y="407670"/>
                    <a:pt x="1663700" y="463550"/>
                  </a:cubicBezTo>
                  <a:cubicBezTo>
                    <a:pt x="1628140" y="523240"/>
                    <a:pt x="1586230" y="571500"/>
                    <a:pt x="1543050" y="641350"/>
                  </a:cubicBezTo>
                  <a:cubicBezTo>
                    <a:pt x="1485900" y="736600"/>
                    <a:pt x="1393190" y="971550"/>
                    <a:pt x="1356360" y="986790"/>
                  </a:cubicBezTo>
                  <a:cubicBezTo>
                    <a:pt x="1347470" y="990600"/>
                    <a:pt x="1338580" y="984250"/>
                    <a:pt x="1333500" y="979170"/>
                  </a:cubicBezTo>
                  <a:cubicBezTo>
                    <a:pt x="1328420" y="974090"/>
                    <a:pt x="1325880" y="963930"/>
                    <a:pt x="1327150" y="956310"/>
                  </a:cubicBezTo>
                  <a:cubicBezTo>
                    <a:pt x="1328420" y="949960"/>
                    <a:pt x="1336040" y="941070"/>
                    <a:pt x="1342390" y="938530"/>
                  </a:cubicBezTo>
                  <a:cubicBezTo>
                    <a:pt x="1348740" y="935990"/>
                    <a:pt x="1360170" y="935990"/>
                    <a:pt x="1366520" y="941070"/>
                  </a:cubicBezTo>
                  <a:cubicBezTo>
                    <a:pt x="1372870" y="946150"/>
                    <a:pt x="1377950" y="961390"/>
                    <a:pt x="1376680" y="969010"/>
                  </a:cubicBezTo>
                  <a:cubicBezTo>
                    <a:pt x="1374140" y="976630"/>
                    <a:pt x="1366520" y="984250"/>
                    <a:pt x="1358900" y="986790"/>
                  </a:cubicBezTo>
                  <a:cubicBezTo>
                    <a:pt x="1352550" y="988060"/>
                    <a:pt x="1341120" y="985520"/>
                    <a:pt x="1336040" y="981710"/>
                  </a:cubicBezTo>
                  <a:cubicBezTo>
                    <a:pt x="1330960" y="976630"/>
                    <a:pt x="1327150" y="969010"/>
                    <a:pt x="1327150" y="960120"/>
                  </a:cubicBezTo>
                  <a:cubicBezTo>
                    <a:pt x="1327150" y="938530"/>
                    <a:pt x="1351280" y="897890"/>
                    <a:pt x="1370330" y="857250"/>
                  </a:cubicBezTo>
                  <a:cubicBezTo>
                    <a:pt x="1402080" y="792480"/>
                    <a:pt x="1456690" y="687070"/>
                    <a:pt x="1501140" y="613410"/>
                  </a:cubicBezTo>
                  <a:cubicBezTo>
                    <a:pt x="1540510" y="549910"/>
                    <a:pt x="1579880" y="506730"/>
                    <a:pt x="1619250" y="439420"/>
                  </a:cubicBezTo>
                  <a:cubicBezTo>
                    <a:pt x="1670050" y="354330"/>
                    <a:pt x="1747520" y="207010"/>
                    <a:pt x="1776730" y="137160"/>
                  </a:cubicBezTo>
                  <a:cubicBezTo>
                    <a:pt x="1790700" y="102870"/>
                    <a:pt x="1791970" y="78740"/>
                    <a:pt x="1802130" y="55880"/>
                  </a:cubicBezTo>
                  <a:cubicBezTo>
                    <a:pt x="1811020" y="36830"/>
                    <a:pt x="1823720" y="11430"/>
                    <a:pt x="1832610" y="6350"/>
                  </a:cubicBezTo>
                  <a:cubicBezTo>
                    <a:pt x="1837690" y="5080"/>
                    <a:pt x="1841500" y="6350"/>
                    <a:pt x="1845310" y="8890"/>
                  </a:cubicBezTo>
                  <a:cubicBezTo>
                    <a:pt x="1851660" y="13970"/>
                    <a:pt x="1860550" y="30480"/>
                    <a:pt x="1859280" y="39370"/>
                  </a:cubicBezTo>
                  <a:cubicBezTo>
                    <a:pt x="1858010" y="49530"/>
                    <a:pt x="1847850" y="57150"/>
                    <a:pt x="1833880" y="66040"/>
                  </a:cubicBezTo>
                  <a:cubicBezTo>
                    <a:pt x="1804670" y="86360"/>
                    <a:pt x="1736090" y="106680"/>
                    <a:pt x="1667510" y="125730"/>
                  </a:cubicBezTo>
                  <a:cubicBezTo>
                    <a:pt x="1563370" y="152400"/>
                    <a:pt x="1438910" y="172720"/>
                    <a:pt x="1267460" y="199390"/>
                  </a:cubicBezTo>
                  <a:cubicBezTo>
                    <a:pt x="969010" y="245110"/>
                    <a:pt x="134620" y="388620"/>
                    <a:pt x="27940" y="354330"/>
                  </a:cubicBezTo>
                  <a:cubicBezTo>
                    <a:pt x="8890" y="347980"/>
                    <a:pt x="0" y="336550"/>
                    <a:pt x="0" y="328930"/>
                  </a:cubicBezTo>
                  <a:cubicBezTo>
                    <a:pt x="0" y="320040"/>
                    <a:pt x="22860" y="303530"/>
                    <a:pt x="22860" y="303530"/>
                  </a:cubicBezTo>
                </a:path>
              </a:pathLst>
            </a:custGeom>
            <a:solidFill>
              <a:srgbClr val="0571D3"/>
            </a:solidFill>
            <a:ln cap="sq">
              <a:noFill/>
              <a:prstDash val="solid"/>
              <a:miter/>
            </a:ln>
          </p:spPr>
        </p:sp>
      </p:grpSp>
      <p:grpSp>
        <p:nvGrpSpPr>
          <p:cNvPr name="Group 46" id="46"/>
          <p:cNvGrpSpPr/>
          <p:nvPr/>
        </p:nvGrpSpPr>
        <p:grpSpPr>
          <a:xfrm rot="0">
            <a:off x="2660333" y="8166735"/>
            <a:ext cx="892493" cy="380047"/>
            <a:chOff x="0" y="0"/>
            <a:chExt cx="1189990" cy="506730"/>
          </a:xfrm>
        </p:grpSpPr>
        <p:sp>
          <p:nvSpPr>
            <p:cNvPr name="Freeform 47" id="47"/>
            <p:cNvSpPr/>
            <p:nvPr/>
          </p:nvSpPr>
          <p:spPr>
            <a:xfrm flipH="false" flipV="false" rot="0">
              <a:off x="48260" y="46990"/>
              <a:ext cx="1092200" cy="412750"/>
            </a:xfrm>
            <a:custGeom>
              <a:avLst/>
              <a:gdLst/>
              <a:ahLst/>
              <a:cxnLst/>
              <a:rect r="r" b="b" t="t" l="l"/>
              <a:pathLst>
                <a:path h="412750" w="1092200">
                  <a:moveTo>
                    <a:pt x="45720" y="12700"/>
                  </a:moveTo>
                  <a:cubicBezTo>
                    <a:pt x="176530" y="210820"/>
                    <a:pt x="220980" y="257810"/>
                    <a:pt x="285750" y="288290"/>
                  </a:cubicBezTo>
                  <a:cubicBezTo>
                    <a:pt x="368300" y="330200"/>
                    <a:pt x="506730" y="367030"/>
                    <a:pt x="607060" y="358140"/>
                  </a:cubicBezTo>
                  <a:cubicBezTo>
                    <a:pt x="699770" y="350520"/>
                    <a:pt x="802640" y="285750"/>
                    <a:pt x="869950" y="254000"/>
                  </a:cubicBezTo>
                  <a:cubicBezTo>
                    <a:pt x="913130" y="232410"/>
                    <a:pt x="943610" y="219710"/>
                    <a:pt x="972820" y="193040"/>
                  </a:cubicBezTo>
                  <a:cubicBezTo>
                    <a:pt x="1004570" y="163830"/>
                    <a:pt x="1026160" y="95250"/>
                    <a:pt x="1050290" y="85090"/>
                  </a:cubicBezTo>
                  <a:cubicBezTo>
                    <a:pt x="1062990" y="80010"/>
                    <a:pt x="1080770" y="86360"/>
                    <a:pt x="1087120" y="92710"/>
                  </a:cubicBezTo>
                  <a:cubicBezTo>
                    <a:pt x="1090930" y="97790"/>
                    <a:pt x="1092200" y="110490"/>
                    <a:pt x="1088390" y="116840"/>
                  </a:cubicBezTo>
                  <a:cubicBezTo>
                    <a:pt x="1084580" y="123190"/>
                    <a:pt x="1069340" y="132080"/>
                    <a:pt x="1061720" y="132080"/>
                  </a:cubicBezTo>
                  <a:cubicBezTo>
                    <a:pt x="1054100" y="130810"/>
                    <a:pt x="1045210" y="123190"/>
                    <a:pt x="1042670" y="116840"/>
                  </a:cubicBezTo>
                  <a:cubicBezTo>
                    <a:pt x="1038860" y="110490"/>
                    <a:pt x="1038860" y="99060"/>
                    <a:pt x="1042670" y="93980"/>
                  </a:cubicBezTo>
                  <a:cubicBezTo>
                    <a:pt x="1047750" y="86360"/>
                    <a:pt x="1064260" y="78740"/>
                    <a:pt x="1071880" y="81280"/>
                  </a:cubicBezTo>
                  <a:cubicBezTo>
                    <a:pt x="1079500" y="85090"/>
                    <a:pt x="1089660" y="100330"/>
                    <a:pt x="1089660" y="114300"/>
                  </a:cubicBezTo>
                  <a:cubicBezTo>
                    <a:pt x="1087120" y="142240"/>
                    <a:pt x="1042670" y="198120"/>
                    <a:pt x="999490" y="234950"/>
                  </a:cubicBezTo>
                  <a:cubicBezTo>
                    <a:pt x="941070" y="285750"/>
                    <a:pt x="821690" y="336550"/>
                    <a:pt x="748030" y="365760"/>
                  </a:cubicBezTo>
                  <a:cubicBezTo>
                    <a:pt x="694690" y="387350"/>
                    <a:pt x="656590" y="405130"/>
                    <a:pt x="603250" y="408940"/>
                  </a:cubicBezTo>
                  <a:cubicBezTo>
                    <a:pt x="537210" y="412750"/>
                    <a:pt x="443230" y="384810"/>
                    <a:pt x="379730" y="369570"/>
                  </a:cubicBezTo>
                  <a:cubicBezTo>
                    <a:pt x="332740" y="358140"/>
                    <a:pt x="293370" y="347980"/>
                    <a:pt x="256540" y="330200"/>
                  </a:cubicBezTo>
                  <a:cubicBezTo>
                    <a:pt x="224790" y="314960"/>
                    <a:pt x="200660" y="294640"/>
                    <a:pt x="173990" y="271780"/>
                  </a:cubicBezTo>
                  <a:cubicBezTo>
                    <a:pt x="146050" y="247650"/>
                    <a:pt x="118110" y="223520"/>
                    <a:pt x="92710" y="190500"/>
                  </a:cubicBezTo>
                  <a:cubicBezTo>
                    <a:pt x="60960" y="148590"/>
                    <a:pt x="7620" y="69850"/>
                    <a:pt x="2540" y="36830"/>
                  </a:cubicBezTo>
                  <a:cubicBezTo>
                    <a:pt x="0" y="22860"/>
                    <a:pt x="2540" y="8890"/>
                    <a:pt x="8890" y="3810"/>
                  </a:cubicBezTo>
                  <a:cubicBezTo>
                    <a:pt x="16510" y="0"/>
                    <a:pt x="45720" y="12700"/>
                    <a:pt x="45720" y="12700"/>
                  </a:cubicBezTo>
                </a:path>
              </a:pathLst>
            </a:custGeom>
            <a:solidFill>
              <a:srgbClr val="0571D3"/>
            </a:solidFill>
            <a:ln cap="sq">
              <a:noFill/>
              <a:prstDash val="solid"/>
              <a:miter/>
            </a:ln>
          </p:spPr>
        </p:sp>
      </p:grpSp>
      <p:grpSp>
        <p:nvGrpSpPr>
          <p:cNvPr name="Group 48" id="48"/>
          <p:cNvGrpSpPr/>
          <p:nvPr/>
        </p:nvGrpSpPr>
        <p:grpSpPr>
          <a:xfrm rot="0">
            <a:off x="2709862" y="5582603"/>
            <a:ext cx="250508" cy="1535430"/>
            <a:chOff x="0" y="0"/>
            <a:chExt cx="334010" cy="2047240"/>
          </a:xfrm>
        </p:grpSpPr>
        <p:sp>
          <p:nvSpPr>
            <p:cNvPr name="Freeform 49" id="49"/>
            <p:cNvSpPr/>
            <p:nvPr/>
          </p:nvSpPr>
          <p:spPr>
            <a:xfrm flipH="false" flipV="false" rot="0">
              <a:off x="16510" y="49530"/>
              <a:ext cx="271780" cy="1948180"/>
            </a:xfrm>
            <a:custGeom>
              <a:avLst/>
              <a:gdLst/>
              <a:ahLst/>
              <a:cxnLst/>
              <a:rect r="r" b="b" t="t" l="l"/>
              <a:pathLst>
                <a:path h="1948180" w="271780">
                  <a:moveTo>
                    <a:pt x="121920" y="1875790"/>
                  </a:moveTo>
                  <a:cubicBezTo>
                    <a:pt x="118110" y="1631950"/>
                    <a:pt x="76200" y="1485900"/>
                    <a:pt x="62230" y="1385570"/>
                  </a:cubicBezTo>
                  <a:cubicBezTo>
                    <a:pt x="52070" y="1306830"/>
                    <a:pt x="52070" y="1270000"/>
                    <a:pt x="46990" y="1170940"/>
                  </a:cubicBezTo>
                  <a:cubicBezTo>
                    <a:pt x="38100" y="948690"/>
                    <a:pt x="0" y="219710"/>
                    <a:pt x="34290" y="80010"/>
                  </a:cubicBezTo>
                  <a:cubicBezTo>
                    <a:pt x="43180" y="43180"/>
                    <a:pt x="53340" y="27940"/>
                    <a:pt x="68580" y="15240"/>
                  </a:cubicBezTo>
                  <a:cubicBezTo>
                    <a:pt x="81280" y="5080"/>
                    <a:pt x="100330" y="0"/>
                    <a:pt x="116840" y="1270"/>
                  </a:cubicBezTo>
                  <a:cubicBezTo>
                    <a:pt x="135890" y="5080"/>
                    <a:pt x="167640" y="22860"/>
                    <a:pt x="179070" y="39370"/>
                  </a:cubicBezTo>
                  <a:cubicBezTo>
                    <a:pt x="187960" y="53340"/>
                    <a:pt x="193040" y="71120"/>
                    <a:pt x="189230" y="87630"/>
                  </a:cubicBezTo>
                  <a:cubicBezTo>
                    <a:pt x="185420" y="107950"/>
                    <a:pt x="165100" y="137160"/>
                    <a:pt x="148590" y="148590"/>
                  </a:cubicBezTo>
                  <a:cubicBezTo>
                    <a:pt x="134620" y="157480"/>
                    <a:pt x="115570" y="158750"/>
                    <a:pt x="99060" y="156210"/>
                  </a:cubicBezTo>
                  <a:cubicBezTo>
                    <a:pt x="83820" y="153670"/>
                    <a:pt x="66040" y="144780"/>
                    <a:pt x="55880" y="133350"/>
                  </a:cubicBezTo>
                  <a:cubicBezTo>
                    <a:pt x="44450" y="121920"/>
                    <a:pt x="36830" y="102870"/>
                    <a:pt x="34290" y="87630"/>
                  </a:cubicBezTo>
                  <a:cubicBezTo>
                    <a:pt x="33020" y="72390"/>
                    <a:pt x="35560" y="53340"/>
                    <a:pt x="45720" y="39370"/>
                  </a:cubicBezTo>
                  <a:cubicBezTo>
                    <a:pt x="57150" y="22860"/>
                    <a:pt x="87630" y="5080"/>
                    <a:pt x="107950" y="1270"/>
                  </a:cubicBezTo>
                  <a:cubicBezTo>
                    <a:pt x="124460" y="0"/>
                    <a:pt x="143510" y="5080"/>
                    <a:pt x="156210" y="15240"/>
                  </a:cubicBezTo>
                  <a:cubicBezTo>
                    <a:pt x="171450" y="27940"/>
                    <a:pt x="180340" y="43180"/>
                    <a:pt x="190500" y="80010"/>
                  </a:cubicBezTo>
                  <a:cubicBezTo>
                    <a:pt x="226060" y="226060"/>
                    <a:pt x="161290" y="953770"/>
                    <a:pt x="185420" y="1256030"/>
                  </a:cubicBezTo>
                  <a:cubicBezTo>
                    <a:pt x="200660" y="1447800"/>
                    <a:pt x="251460" y="1609090"/>
                    <a:pt x="261620" y="1723390"/>
                  </a:cubicBezTo>
                  <a:cubicBezTo>
                    <a:pt x="267970" y="1786890"/>
                    <a:pt x="271780" y="1838960"/>
                    <a:pt x="266700" y="1875790"/>
                  </a:cubicBezTo>
                  <a:cubicBezTo>
                    <a:pt x="262890" y="1896110"/>
                    <a:pt x="259080" y="1911350"/>
                    <a:pt x="247650" y="1924050"/>
                  </a:cubicBezTo>
                  <a:cubicBezTo>
                    <a:pt x="237490" y="1935480"/>
                    <a:pt x="219710" y="1946910"/>
                    <a:pt x="203200" y="1946910"/>
                  </a:cubicBezTo>
                  <a:cubicBezTo>
                    <a:pt x="184150" y="1948180"/>
                    <a:pt x="153670" y="1936750"/>
                    <a:pt x="139700" y="1924050"/>
                  </a:cubicBezTo>
                  <a:cubicBezTo>
                    <a:pt x="128270" y="1911350"/>
                    <a:pt x="121920" y="1875790"/>
                    <a:pt x="121920" y="1875790"/>
                  </a:cubicBezTo>
                </a:path>
              </a:pathLst>
            </a:custGeom>
            <a:solidFill>
              <a:srgbClr val="F8EE00"/>
            </a:solidFill>
            <a:ln cap="sq">
              <a:noFill/>
              <a:prstDash val="solid"/>
              <a:miter/>
            </a:ln>
          </p:spPr>
        </p:sp>
      </p:grpSp>
      <p:grpSp>
        <p:nvGrpSpPr>
          <p:cNvPr name="Group 50" id="50"/>
          <p:cNvGrpSpPr/>
          <p:nvPr/>
        </p:nvGrpSpPr>
        <p:grpSpPr>
          <a:xfrm rot="0">
            <a:off x="2395538" y="5545455"/>
            <a:ext cx="699135" cy="650557"/>
            <a:chOff x="0" y="0"/>
            <a:chExt cx="932180" cy="867410"/>
          </a:xfrm>
        </p:grpSpPr>
        <p:sp>
          <p:nvSpPr>
            <p:cNvPr name="Freeform 51" id="51"/>
            <p:cNvSpPr/>
            <p:nvPr/>
          </p:nvSpPr>
          <p:spPr>
            <a:xfrm flipH="false" flipV="false" rot="0">
              <a:off x="46990" y="49530"/>
              <a:ext cx="836930" cy="770890"/>
            </a:xfrm>
            <a:custGeom>
              <a:avLst/>
              <a:gdLst/>
              <a:ahLst/>
              <a:cxnLst/>
              <a:rect r="r" b="b" t="t" l="l"/>
              <a:pathLst>
                <a:path h="770890" w="836930">
                  <a:moveTo>
                    <a:pt x="21590" y="506730"/>
                  </a:moveTo>
                  <a:cubicBezTo>
                    <a:pt x="190500" y="340360"/>
                    <a:pt x="248920" y="275590"/>
                    <a:pt x="294640" y="213360"/>
                  </a:cubicBezTo>
                  <a:cubicBezTo>
                    <a:pt x="337820" y="152400"/>
                    <a:pt x="375920" y="54610"/>
                    <a:pt x="410210" y="22860"/>
                  </a:cubicBezTo>
                  <a:cubicBezTo>
                    <a:pt x="426720" y="8890"/>
                    <a:pt x="441960" y="3810"/>
                    <a:pt x="455930" y="1270"/>
                  </a:cubicBezTo>
                  <a:cubicBezTo>
                    <a:pt x="467360" y="0"/>
                    <a:pt x="478790" y="1270"/>
                    <a:pt x="490220" y="6350"/>
                  </a:cubicBezTo>
                  <a:cubicBezTo>
                    <a:pt x="502920" y="13970"/>
                    <a:pt x="520700" y="26670"/>
                    <a:pt x="527050" y="41910"/>
                  </a:cubicBezTo>
                  <a:cubicBezTo>
                    <a:pt x="533400" y="59690"/>
                    <a:pt x="515620" y="86360"/>
                    <a:pt x="524510" y="109220"/>
                  </a:cubicBezTo>
                  <a:cubicBezTo>
                    <a:pt x="537210" y="142240"/>
                    <a:pt x="596900" y="162560"/>
                    <a:pt x="627380" y="209550"/>
                  </a:cubicBezTo>
                  <a:cubicBezTo>
                    <a:pt x="673100" y="280670"/>
                    <a:pt x="702310" y="422910"/>
                    <a:pt x="740410" y="509270"/>
                  </a:cubicBezTo>
                  <a:cubicBezTo>
                    <a:pt x="770890" y="577850"/>
                    <a:pt x="828040" y="642620"/>
                    <a:pt x="833120" y="687070"/>
                  </a:cubicBezTo>
                  <a:cubicBezTo>
                    <a:pt x="835660" y="712470"/>
                    <a:pt x="828040" y="735330"/>
                    <a:pt x="814070" y="748030"/>
                  </a:cubicBezTo>
                  <a:cubicBezTo>
                    <a:pt x="801370" y="762000"/>
                    <a:pt x="772160" y="770890"/>
                    <a:pt x="754380" y="767080"/>
                  </a:cubicBezTo>
                  <a:cubicBezTo>
                    <a:pt x="735330" y="763270"/>
                    <a:pt x="711200" y="744220"/>
                    <a:pt x="703580" y="727710"/>
                  </a:cubicBezTo>
                  <a:cubicBezTo>
                    <a:pt x="695960" y="709930"/>
                    <a:pt x="698500" y="680720"/>
                    <a:pt x="708660" y="664210"/>
                  </a:cubicBezTo>
                  <a:cubicBezTo>
                    <a:pt x="718820" y="648970"/>
                    <a:pt x="745490" y="633730"/>
                    <a:pt x="764540" y="632460"/>
                  </a:cubicBezTo>
                  <a:cubicBezTo>
                    <a:pt x="782320" y="632460"/>
                    <a:pt x="810260" y="645160"/>
                    <a:pt x="821690" y="660400"/>
                  </a:cubicBezTo>
                  <a:cubicBezTo>
                    <a:pt x="831850" y="675640"/>
                    <a:pt x="836930" y="706120"/>
                    <a:pt x="830580" y="723900"/>
                  </a:cubicBezTo>
                  <a:cubicBezTo>
                    <a:pt x="824230" y="741680"/>
                    <a:pt x="800100" y="760730"/>
                    <a:pt x="782320" y="765810"/>
                  </a:cubicBezTo>
                  <a:cubicBezTo>
                    <a:pt x="769620" y="770890"/>
                    <a:pt x="751840" y="768350"/>
                    <a:pt x="739140" y="763270"/>
                  </a:cubicBezTo>
                  <a:cubicBezTo>
                    <a:pt x="727710" y="758190"/>
                    <a:pt x="720090" y="751840"/>
                    <a:pt x="707390" y="734060"/>
                  </a:cubicBezTo>
                  <a:cubicBezTo>
                    <a:pt x="664210" y="674370"/>
                    <a:pt x="563880" y="382270"/>
                    <a:pt x="510540" y="281940"/>
                  </a:cubicBezTo>
                  <a:cubicBezTo>
                    <a:pt x="482600" y="229870"/>
                    <a:pt x="453390" y="207010"/>
                    <a:pt x="434340" y="166370"/>
                  </a:cubicBezTo>
                  <a:cubicBezTo>
                    <a:pt x="416560" y="125730"/>
                    <a:pt x="391160" y="64770"/>
                    <a:pt x="400050" y="36830"/>
                  </a:cubicBezTo>
                  <a:cubicBezTo>
                    <a:pt x="405130" y="20320"/>
                    <a:pt x="424180" y="10160"/>
                    <a:pt x="439420" y="5080"/>
                  </a:cubicBezTo>
                  <a:cubicBezTo>
                    <a:pt x="454660" y="0"/>
                    <a:pt x="474980" y="0"/>
                    <a:pt x="490220" y="6350"/>
                  </a:cubicBezTo>
                  <a:cubicBezTo>
                    <a:pt x="506730" y="15240"/>
                    <a:pt x="527050" y="40640"/>
                    <a:pt x="532130" y="58420"/>
                  </a:cubicBezTo>
                  <a:cubicBezTo>
                    <a:pt x="537210" y="74930"/>
                    <a:pt x="532130" y="87630"/>
                    <a:pt x="524510" y="109220"/>
                  </a:cubicBezTo>
                  <a:cubicBezTo>
                    <a:pt x="506730" y="152400"/>
                    <a:pt x="444500" y="236220"/>
                    <a:pt x="397510" y="297180"/>
                  </a:cubicBezTo>
                  <a:cubicBezTo>
                    <a:pt x="349250" y="361950"/>
                    <a:pt x="287020" y="433070"/>
                    <a:pt x="237490" y="488950"/>
                  </a:cubicBezTo>
                  <a:cubicBezTo>
                    <a:pt x="196850" y="533400"/>
                    <a:pt x="154940" y="586740"/>
                    <a:pt x="123190" y="608330"/>
                  </a:cubicBezTo>
                  <a:cubicBezTo>
                    <a:pt x="105410" y="621030"/>
                    <a:pt x="91440" y="627380"/>
                    <a:pt x="76200" y="629920"/>
                  </a:cubicBezTo>
                  <a:cubicBezTo>
                    <a:pt x="64770" y="631190"/>
                    <a:pt x="53340" y="628650"/>
                    <a:pt x="43180" y="623570"/>
                  </a:cubicBezTo>
                  <a:cubicBezTo>
                    <a:pt x="29210" y="617220"/>
                    <a:pt x="12700" y="601980"/>
                    <a:pt x="6350" y="586740"/>
                  </a:cubicBezTo>
                  <a:cubicBezTo>
                    <a:pt x="0" y="572770"/>
                    <a:pt x="0" y="549910"/>
                    <a:pt x="3810" y="535940"/>
                  </a:cubicBezTo>
                  <a:cubicBezTo>
                    <a:pt x="6350" y="524510"/>
                    <a:pt x="21590" y="506730"/>
                    <a:pt x="21590" y="506730"/>
                  </a:cubicBezTo>
                </a:path>
              </a:pathLst>
            </a:custGeom>
            <a:solidFill>
              <a:srgbClr val="F8EE00"/>
            </a:solidFill>
            <a:ln cap="sq">
              <a:noFill/>
              <a:prstDash val="solid"/>
              <a:miter/>
            </a:ln>
          </p:spPr>
        </p:sp>
      </p:grpSp>
      <p:grpSp>
        <p:nvGrpSpPr>
          <p:cNvPr name="Group 52" id="52"/>
          <p:cNvGrpSpPr/>
          <p:nvPr/>
        </p:nvGrpSpPr>
        <p:grpSpPr>
          <a:xfrm rot="0">
            <a:off x="7934325" y="5845492"/>
            <a:ext cx="229553" cy="1166812"/>
            <a:chOff x="0" y="0"/>
            <a:chExt cx="306070" cy="1555750"/>
          </a:xfrm>
        </p:grpSpPr>
        <p:sp>
          <p:nvSpPr>
            <p:cNvPr name="Freeform 53" id="53"/>
            <p:cNvSpPr/>
            <p:nvPr/>
          </p:nvSpPr>
          <p:spPr>
            <a:xfrm flipH="false" flipV="false" rot="0">
              <a:off x="45720" y="49530"/>
              <a:ext cx="229870" cy="1454150"/>
            </a:xfrm>
            <a:custGeom>
              <a:avLst/>
              <a:gdLst/>
              <a:ahLst/>
              <a:cxnLst/>
              <a:rect r="r" b="b" t="t" l="l"/>
              <a:pathLst>
                <a:path h="1454150" w="229870">
                  <a:moveTo>
                    <a:pt x="67310" y="1388110"/>
                  </a:moveTo>
                  <a:cubicBezTo>
                    <a:pt x="46990" y="977900"/>
                    <a:pt x="21590" y="848360"/>
                    <a:pt x="12700" y="715010"/>
                  </a:cubicBezTo>
                  <a:cubicBezTo>
                    <a:pt x="3810" y="566420"/>
                    <a:pt x="0" y="364490"/>
                    <a:pt x="5080" y="245110"/>
                  </a:cubicBezTo>
                  <a:cubicBezTo>
                    <a:pt x="7620" y="171450"/>
                    <a:pt x="11430" y="105410"/>
                    <a:pt x="22860" y="67310"/>
                  </a:cubicBezTo>
                  <a:cubicBezTo>
                    <a:pt x="27940" y="46990"/>
                    <a:pt x="31750" y="34290"/>
                    <a:pt x="43180" y="24130"/>
                  </a:cubicBezTo>
                  <a:cubicBezTo>
                    <a:pt x="58420" y="10160"/>
                    <a:pt x="91440" y="0"/>
                    <a:pt x="110490" y="1270"/>
                  </a:cubicBezTo>
                  <a:cubicBezTo>
                    <a:pt x="127000" y="2540"/>
                    <a:pt x="142240" y="13970"/>
                    <a:pt x="152400" y="24130"/>
                  </a:cubicBezTo>
                  <a:cubicBezTo>
                    <a:pt x="162560" y="35560"/>
                    <a:pt x="171450" y="53340"/>
                    <a:pt x="172720" y="68580"/>
                  </a:cubicBezTo>
                  <a:cubicBezTo>
                    <a:pt x="173990" y="83820"/>
                    <a:pt x="171450" y="102870"/>
                    <a:pt x="161290" y="115570"/>
                  </a:cubicBezTo>
                  <a:cubicBezTo>
                    <a:pt x="149860" y="130810"/>
                    <a:pt x="120650" y="148590"/>
                    <a:pt x="101600" y="151130"/>
                  </a:cubicBezTo>
                  <a:cubicBezTo>
                    <a:pt x="85090" y="153670"/>
                    <a:pt x="67310" y="148590"/>
                    <a:pt x="54610" y="138430"/>
                  </a:cubicBezTo>
                  <a:cubicBezTo>
                    <a:pt x="39370" y="125730"/>
                    <a:pt x="24130" y="95250"/>
                    <a:pt x="21590" y="74930"/>
                  </a:cubicBezTo>
                  <a:cubicBezTo>
                    <a:pt x="21590" y="59690"/>
                    <a:pt x="26670" y="41910"/>
                    <a:pt x="38100" y="29210"/>
                  </a:cubicBezTo>
                  <a:cubicBezTo>
                    <a:pt x="50800" y="15240"/>
                    <a:pt x="82550" y="1270"/>
                    <a:pt x="102870" y="1270"/>
                  </a:cubicBezTo>
                  <a:cubicBezTo>
                    <a:pt x="118110" y="0"/>
                    <a:pt x="135890" y="7620"/>
                    <a:pt x="147320" y="19050"/>
                  </a:cubicBezTo>
                  <a:cubicBezTo>
                    <a:pt x="160020" y="33020"/>
                    <a:pt x="168910" y="57150"/>
                    <a:pt x="172720" y="85090"/>
                  </a:cubicBezTo>
                  <a:cubicBezTo>
                    <a:pt x="177800" y="125730"/>
                    <a:pt x="154940" y="177800"/>
                    <a:pt x="149860" y="245110"/>
                  </a:cubicBezTo>
                  <a:cubicBezTo>
                    <a:pt x="142240" y="359410"/>
                    <a:pt x="143510" y="535940"/>
                    <a:pt x="149860" y="704850"/>
                  </a:cubicBezTo>
                  <a:cubicBezTo>
                    <a:pt x="158750" y="911860"/>
                    <a:pt x="229870" y="1303020"/>
                    <a:pt x="208280" y="1394460"/>
                  </a:cubicBezTo>
                  <a:cubicBezTo>
                    <a:pt x="203200" y="1418590"/>
                    <a:pt x="195580" y="1427480"/>
                    <a:pt x="182880" y="1437640"/>
                  </a:cubicBezTo>
                  <a:cubicBezTo>
                    <a:pt x="171450" y="1447800"/>
                    <a:pt x="151130" y="1454150"/>
                    <a:pt x="135890" y="1454150"/>
                  </a:cubicBezTo>
                  <a:cubicBezTo>
                    <a:pt x="119380" y="1452880"/>
                    <a:pt x="100330" y="1443990"/>
                    <a:pt x="88900" y="1433830"/>
                  </a:cubicBezTo>
                  <a:cubicBezTo>
                    <a:pt x="77470" y="1422400"/>
                    <a:pt x="67310" y="1388110"/>
                    <a:pt x="67310" y="1388110"/>
                  </a:cubicBezTo>
                </a:path>
              </a:pathLst>
            </a:custGeom>
            <a:solidFill>
              <a:srgbClr val="F8EE00"/>
            </a:solidFill>
            <a:ln cap="sq">
              <a:noFill/>
              <a:prstDash val="solid"/>
              <a:miter/>
            </a:ln>
          </p:spPr>
        </p:sp>
      </p:grpSp>
      <p:grpSp>
        <p:nvGrpSpPr>
          <p:cNvPr name="Group 54" id="54"/>
          <p:cNvGrpSpPr/>
          <p:nvPr/>
        </p:nvGrpSpPr>
        <p:grpSpPr>
          <a:xfrm rot="0">
            <a:off x="7610475" y="5770245"/>
            <a:ext cx="798195" cy="582930"/>
            <a:chOff x="0" y="0"/>
            <a:chExt cx="1064260" cy="777240"/>
          </a:xfrm>
        </p:grpSpPr>
        <p:sp>
          <p:nvSpPr>
            <p:cNvPr name="Freeform 55" id="55"/>
            <p:cNvSpPr/>
            <p:nvPr/>
          </p:nvSpPr>
          <p:spPr>
            <a:xfrm flipH="false" flipV="false" rot="0">
              <a:off x="50800" y="46990"/>
              <a:ext cx="963930" cy="679450"/>
            </a:xfrm>
            <a:custGeom>
              <a:avLst/>
              <a:gdLst/>
              <a:ahLst/>
              <a:cxnLst/>
              <a:rect r="r" b="b" t="t" l="l"/>
              <a:pathLst>
                <a:path h="679450" w="963930">
                  <a:moveTo>
                    <a:pt x="22860" y="431800"/>
                  </a:moveTo>
                  <a:cubicBezTo>
                    <a:pt x="281940" y="176530"/>
                    <a:pt x="353060" y="60960"/>
                    <a:pt x="410210" y="25400"/>
                  </a:cubicBezTo>
                  <a:cubicBezTo>
                    <a:pt x="441960" y="6350"/>
                    <a:pt x="469900" y="0"/>
                    <a:pt x="499110" y="3810"/>
                  </a:cubicBezTo>
                  <a:cubicBezTo>
                    <a:pt x="533400" y="7620"/>
                    <a:pt x="570230" y="38100"/>
                    <a:pt x="600710" y="59690"/>
                  </a:cubicBezTo>
                  <a:cubicBezTo>
                    <a:pt x="631190" y="81280"/>
                    <a:pt x="655320" y="105410"/>
                    <a:pt x="680720" y="134620"/>
                  </a:cubicBezTo>
                  <a:cubicBezTo>
                    <a:pt x="711200" y="166370"/>
                    <a:pt x="734060" y="196850"/>
                    <a:pt x="767080" y="243840"/>
                  </a:cubicBezTo>
                  <a:cubicBezTo>
                    <a:pt x="819150" y="323850"/>
                    <a:pt x="932180" y="513080"/>
                    <a:pt x="953770" y="572770"/>
                  </a:cubicBezTo>
                  <a:cubicBezTo>
                    <a:pt x="961390" y="593090"/>
                    <a:pt x="963930" y="603250"/>
                    <a:pt x="961390" y="617220"/>
                  </a:cubicBezTo>
                  <a:cubicBezTo>
                    <a:pt x="960120" y="631190"/>
                    <a:pt x="953770" y="647700"/>
                    <a:pt x="941070" y="657860"/>
                  </a:cubicBezTo>
                  <a:cubicBezTo>
                    <a:pt x="927100" y="669290"/>
                    <a:pt x="896620" y="679450"/>
                    <a:pt x="877570" y="676910"/>
                  </a:cubicBezTo>
                  <a:cubicBezTo>
                    <a:pt x="863600" y="675640"/>
                    <a:pt x="848360" y="665480"/>
                    <a:pt x="838200" y="654050"/>
                  </a:cubicBezTo>
                  <a:cubicBezTo>
                    <a:pt x="829310" y="643890"/>
                    <a:pt x="820420" y="628650"/>
                    <a:pt x="820420" y="613410"/>
                  </a:cubicBezTo>
                  <a:cubicBezTo>
                    <a:pt x="821690" y="594360"/>
                    <a:pt x="834390" y="565150"/>
                    <a:pt x="847090" y="552450"/>
                  </a:cubicBezTo>
                  <a:cubicBezTo>
                    <a:pt x="858520" y="541020"/>
                    <a:pt x="875030" y="535940"/>
                    <a:pt x="890270" y="535940"/>
                  </a:cubicBezTo>
                  <a:cubicBezTo>
                    <a:pt x="908050" y="537210"/>
                    <a:pt x="938530" y="549910"/>
                    <a:pt x="949960" y="566420"/>
                  </a:cubicBezTo>
                  <a:cubicBezTo>
                    <a:pt x="961390" y="581660"/>
                    <a:pt x="962660" y="614680"/>
                    <a:pt x="957580" y="632460"/>
                  </a:cubicBezTo>
                  <a:cubicBezTo>
                    <a:pt x="953770" y="646430"/>
                    <a:pt x="942340" y="659130"/>
                    <a:pt x="929640" y="666750"/>
                  </a:cubicBezTo>
                  <a:cubicBezTo>
                    <a:pt x="918210" y="674370"/>
                    <a:pt x="900430" y="679450"/>
                    <a:pt x="885190" y="678180"/>
                  </a:cubicBezTo>
                  <a:cubicBezTo>
                    <a:pt x="871220" y="676910"/>
                    <a:pt x="859790" y="674370"/>
                    <a:pt x="844550" y="660400"/>
                  </a:cubicBezTo>
                  <a:cubicBezTo>
                    <a:pt x="797560" y="618490"/>
                    <a:pt x="706120" y="406400"/>
                    <a:pt x="654050" y="332740"/>
                  </a:cubicBezTo>
                  <a:cubicBezTo>
                    <a:pt x="626110" y="292100"/>
                    <a:pt x="604520" y="275590"/>
                    <a:pt x="581660" y="242570"/>
                  </a:cubicBezTo>
                  <a:cubicBezTo>
                    <a:pt x="557530" y="208280"/>
                    <a:pt x="551180" y="133350"/>
                    <a:pt x="515620" y="129540"/>
                  </a:cubicBezTo>
                  <a:cubicBezTo>
                    <a:pt x="441960" y="120650"/>
                    <a:pt x="189230" y="508000"/>
                    <a:pt x="114300" y="548640"/>
                  </a:cubicBezTo>
                  <a:cubicBezTo>
                    <a:pt x="91440" y="561340"/>
                    <a:pt x="77470" y="561340"/>
                    <a:pt x="62230" y="558800"/>
                  </a:cubicBezTo>
                  <a:cubicBezTo>
                    <a:pt x="45720" y="556260"/>
                    <a:pt x="26670" y="544830"/>
                    <a:pt x="16510" y="530860"/>
                  </a:cubicBezTo>
                  <a:cubicBezTo>
                    <a:pt x="6350" y="518160"/>
                    <a:pt x="0" y="496570"/>
                    <a:pt x="0" y="480060"/>
                  </a:cubicBezTo>
                  <a:cubicBezTo>
                    <a:pt x="1270" y="463550"/>
                    <a:pt x="22860" y="431800"/>
                    <a:pt x="22860" y="431800"/>
                  </a:cubicBezTo>
                </a:path>
              </a:pathLst>
            </a:custGeom>
            <a:solidFill>
              <a:srgbClr val="F8EE00"/>
            </a:solidFill>
            <a:ln cap="sq">
              <a:noFill/>
              <a:prstDash val="solid"/>
              <a:miter/>
            </a:ln>
          </p:spPr>
        </p:sp>
      </p:grpSp>
      <p:sp>
        <p:nvSpPr>
          <p:cNvPr name="TextBox 56" id="56"/>
          <p:cNvSpPr txBox="true"/>
          <p:nvPr/>
        </p:nvSpPr>
        <p:spPr>
          <a:xfrm rot="0">
            <a:off x="1436370" y="6129337"/>
            <a:ext cx="4232910" cy="547370"/>
          </a:xfrm>
          <a:prstGeom prst="rect">
            <a:avLst/>
          </a:prstGeom>
        </p:spPr>
        <p:txBody>
          <a:bodyPr anchor="t" rtlCol="false" tIns="0" lIns="0" bIns="0" rIns="0">
            <a:spAutoFit/>
          </a:bodyPr>
          <a:lstStyle/>
          <a:p>
            <a:pPr algn="ctr">
              <a:lnSpc>
                <a:spcPts val="4480"/>
              </a:lnSpc>
              <a:spcBef>
                <a:spcPct val="0"/>
              </a:spcBef>
            </a:pPr>
            <a:r>
              <a:rPr lang="en-US" sz="3200">
                <a:solidFill>
                  <a:srgbClr val="65BAFE"/>
                </a:solidFill>
                <a:latin typeface="Tex Gyre Termes"/>
                <a:ea typeface="Tex Gyre Termes"/>
                <a:cs typeface="Tex Gyre Termes"/>
                <a:sym typeface="Tex Gyre Termes"/>
              </a:rPr>
              <a:t>Motion</a:t>
            </a:r>
          </a:p>
        </p:txBody>
      </p:sp>
      <p:grpSp>
        <p:nvGrpSpPr>
          <p:cNvPr name="Group 57" id="57"/>
          <p:cNvGrpSpPr/>
          <p:nvPr/>
        </p:nvGrpSpPr>
        <p:grpSpPr>
          <a:xfrm rot="0">
            <a:off x="11901488" y="7043738"/>
            <a:ext cx="3926205" cy="752475"/>
            <a:chOff x="0" y="0"/>
            <a:chExt cx="5234940" cy="1003300"/>
          </a:xfrm>
        </p:grpSpPr>
        <p:sp>
          <p:nvSpPr>
            <p:cNvPr name="Freeform 58" id="58"/>
            <p:cNvSpPr/>
            <p:nvPr/>
          </p:nvSpPr>
          <p:spPr>
            <a:xfrm flipH="false" flipV="false" rot="0">
              <a:off x="50800" y="49530"/>
              <a:ext cx="5134610" cy="908050"/>
            </a:xfrm>
            <a:custGeom>
              <a:avLst/>
              <a:gdLst/>
              <a:ahLst/>
              <a:cxnLst/>
              <a:rect r="r" b="b" t="t" l="l"/>
              <a:pathLst>
                <a:path h="908050" w="5134610">
                  <a:moveTo>
                    <a:pt x="120650" y="24130"/>
                  </a:moveTo>
                  <a:cubicBezTo>
                    <a:pt x="278130" y="189230"/>
                    <a:pt x="400050" y="256540"/>
                    <a:pt x="497840" y="314960"/>
                  </a:cubicBezTo>
                  <a:cubicBezTo>
                    <a:pt x="596900" y="373380"/>
                    <a:pt x="697230" y="430530"/>
                    <a:pt x="803910" y="481330"/>
                  </a:cubicBezTo>
                  <a:cubicBezTo>
                    <a:pt x="914400" y="534670"/>
                    <a:pt x="1021080" y="588010"/>
                    <a:pt x="1149350" y="623570"/>
                  </a:cubicBezTo>
                  <a:cubicBezTo>
                    <a:pt x="1299210" y="666750"/>
                    <a:pt x="1496060" y="687070"/>
                    <a:pt x="1649730" y="708660"/>
                  </a:cubicBezTo>
                  <a:cubicBezTo>
                    <a:pt x="1781810" y="726440"/>
                    <a:pt x="1879600" y="735330"/>
                    <a:pt x="2018030" y="746760"/>
                  </a:cubicBezTo>
                  <a:cubicBezTo>
                    <a:pt x="2195830" y="762000"/>
                    <a:pt x="2456180" y="777240"/>
                    <a:pt x="2633980" y="783590"/>
                  </a:cubicBezTo>
                  <a:cubicBezTo>
                    <a:pt x="2768600" y="787400"/>
                    <a:pt x="2863850" y="793750"/>
                    <a:pt x="2989580" y="787400"/>
                  </a:cubicBezTo>
                  <a:cubicBezTo>
                    <a:pt x="3133090" y="781050"/>
                    <a:pt x="3345180" y="756920"/>
                    <a:pt x="3449320" y="739140"/>
                  </a:cubicBezTo>
                  <a:cubicBezTo>
                    <a:pt x="3503930" y="728980"/>
                    <a:pt x="3514090" y="723900"/>
                    <a:pt x="3572510" y="708660"/>
                  </a:cubicBezTo>
                  <a:cubicBezTo>
                    <a:pt x="3710940" y="671830"/>
                    <a:pt x="4105910" y="581660"/>
                    <a:pt x="4274820" y="508000"/>
                  </a:cubicBezTo>
                  <a:cubicBezTo>
                    <a:pt x="4380230" y="462280"/>
                    <a:pt x="4418330" y="415290"/>
                    <a:pt x="4516120" y="361950"/>
                  </a:cubicBezTo>
                  <a:cubicBezTo>
                    <a:pt x="4658360" y="287020"/>
                    <a:pt x="4975860" y="125730"/>
                    <a:pt x="5053330" y="111760"/>
                  </a:cubicBezTo>
                  <a:cubicBezTo>
                    <a:pt x="5073650" y="107950"/>
                    <a:pt x="5081270" y="109220"/>
                    <a:pt x="5093970" y="114300"/>
                  </a:cubicBezTo>
                  <a:cubicBezTo>
                    <a:pt x="5105400" y="118110"/>
                    <a:pt x="5118100" y="129540"/>
                    <a:pt x="5124450" y="140970"/>
                  </a:cubicBezTo>
                  <a:cubicBezTo>
                    <a:pt x="5130800" y="151130"/>
                    <a:pt x="5134610" y="166370"/>
                    <a:pt x="5132070" y="180340"/>
                  </a:cubicBezTo>
                  <a:cubicBezTo>
                    <a:pt x="5129530" y="195580"/>
                    <a:pt x="5113020" y="219710"/>
                    <a:pt x="5099050" y="228600"/>
                  </a:cubicBezTo>
                  <a:cubicBezTo>
                    <a:pt x="5087620" y="236220"/>
                    <a:pt x="5071110" y="236220"/>
                    <a:pt x="5058410" y="234950"/>
                  </a:cubicBezTo>
                  <a:cubicBezTo>
                    <a:pt x="5045710" y="232410"/>
                    <a:pt x="5031740" y="226060"/>
                    <a:pt x="5022850" y="215900"/>
                  </a:cubicBezTo>
                  <a:cubicBezTo>
                    <a:pt x="5012690" y="201930"/>
                    <a:pt x="5005070" y="173990"/>
                    <a:pt x="5007610" y="157480"/>
                  </a:cubicBezTo>
                  <a:cubicBezTo>
                    <a:pt x="5010150" y="144780"/>
                    <a:pt x="5019040" y="132080"/>
                    <a:pt x="5029200" y="123190"/>
                  </a:cubicBezTo>
                  <a:cubicBezTo>
                    <a:pt x="5039360" y="115570"/>
                    <a:pt x="5053330" y="109220"/>
                    <a:pt x="5067300" y="109220"/>
                  </a:cubicBezTo>
                  <a:cubicBezTo>
                    <a:pt x="5083810" y="109220"/>
                    <a:pt x="5109210" y="121920"/>
                    <a:pt x="5120640" y="134620"/>
                  </a:cubicBezTo>
                  <a:cubicBezTo>
                    <a:pt x="5129530" y="144780"/>
                    <a:pt x="5134610" y="160020"/>
                    <a:pt x="5133340" y="172720"/>
                  </a:cubicBezTo>
                  <a:cubicBezTo>
                    <a:pt x="5130800" y="189230"/>
                    <a:pt x="5118100" y="214630"/>
                    <a:pt x="5104130" y="224790"/>
                  </a:cubicBezTo>
                  <a:cubicBezTo>
                    <a:pt x="5091430" y="234950"/>
                    <a:pt x="5072380" y="229870"/>
                    <a:pt x="5054600" y="237490"/>
                  </a:cubicBezTo>
                  <a:cubicBezTo>
                    <a:pt x="5031740" y="246380"/>
                    <a:pt x="5015230" y="265430"/>
                    <a:pt x="4978400" y="285750"/>
                  </a:cubicBezTo>
                  <a:cubicBezTo>
                    <a:pt x="4898390" y="328930"/>
                    <a:pt x="4699000" y="403860"/>
                    <a:pt x="4580890" y="466090"/>
                  </a:cubicBezTo>
                  <a:cubicBezTo>
                    <a:pt x="4483100" y="518160"/>
                    <a:pt x="4387850" y="594360"/>
                    <a:pt x="4318000" y="627380"/>
                  </a:cubicBezTo>
                  <a:cubicBezTo>
                    <a:pt x="4273550" y="647700"/>
                    <a:pt x="4260850" y="648970"/>
                    <a:pt x="4206240" y="665480"/>
                  </a:cubicBezTo>
                  <a:cubicBezTo>
                    <a:pt x="4069080" y="706120"/>
                    <a:pt x="3684270" y="815340"/>
                    <a:pt x="3462020" y="853440"/>
                  </a:cubicBezTo>
                  <a:cubicBezTo>
                    <a:pt x="3288030" y="885190"/>
                    <a:pt x="3135630" y="895350"/>
                    <a:pt x="2988310" y="902970"/>
                  </a:cubicBezTo>
                  <a:cubicBezTo>
                    <a:pt x="2861310" y="908050"/>
                    <a:pt x="2766060" y="902970"/>
                    <a:pt x="2630170" y="897890"/>
                  </a:cubicBezTo>
                  <a:cubicBezTo>
                    <a:pt x="2449830" y="891540"/>
                    <a:pt x="2181860" y="877570"/>
                    <a:pt x="2001520" y="862330"/>
                  </a:cubicBezTo>
                  <a:cubicBezTo>
                    <a:pt x="1863090" y="852170"/>
                    <a:pt x="1757680" y="840740"/>
                    <a:pt x="1635760" y="826770"/>
                  </a:cubicBezTo>
                  <a:cubicBezTo>
                    <a:pt x="1513840" y="812800"/>
                    <a:pt x="1365250" y="795020"/>
                    <a:pt x="1268730" y="778510"/>
                  </a:cubicBezTo>
                  <a:cubicBezTo>
                    <a:pt x="1202690" y="767080"/>
                    <a:pt x="1169670" y="763270"/>
                    <a:pt x="1104900" y="742950"/>
                  </a:cubicBezTo>
                  <a:cubicBezTo>
                    <a:pt x="1005840" y="712470"/>
                    <a:pt x="854710" y="650240"/>
                    <a:pt x="739140" y="596900"/>
                  </a:cubicBezTo>
                  <a:cubicBezTo>
                    <a:pt x="629920" y="544830"/>
                    <a:pt x="530860" y="488950"/>
                    <a:pt x="429260" y="426720"/>
                  </a:cubicBezTo>
                  <a:cubicBezTo>
                    <a:pt x="322580" y="363220"/>
                    <a:pt x="185420" y="281940"/>
                    <a:pt x="113030" y="220980"/>
                  </a:cubicBezTo>
                  <a:cubicBezTo>
                    <a:pt x="68580" y="182880"/>
                    <a:pt x="35560" y="146050"/>
                    <a:pt x="17780" y="116840"/>
                  </a:cubicBezTo>
                  <a:cubicBezTo>
                    <a:pt x="6350" y="99060"/>
                    <a:pt x="0" y="85090"/>
                    <a:pt x="0" y="69850"/>
                  </a:cubicBezTo>
                  <a:cubicBezTo>
                    <a:pt x="0" y="54610"/>
                    <a:pt x="8890" y="35560"/>
                    <a:pt x="16510" y="24130"/>
                  </a:cubicBezTo>
                  <a:cubicBezTo>
                    <a:pt x="24130" y="15240"/>
                    <a:pt x="34290" y="8890"/>
                    <a:pt x="44450" y="5080"/>
                  </a:cubicBezTo>
                  <a:cubicBezTo>
                    <a:pt x="54610" y="1270"/>
                    <a:pt x="66040" y="0"/>
                    <a:pt x="77470" y="1270"/>
                  </a:cubicBezTo>
                  <a:cubicBezTo>
                    <a:pt x="91440" y="3810"/>
                    <a:pt x="120650" y="24130"/>
                    <a:pt x="120650" y="24130"/>
                  </a:cubicBezTo>
                </a:path>
              </a:pathLst>
            </a:custGeom>
            <a:solidFill>
              <a:srgbClr val="FF0000"/>
            </a:solidFill>
            <a:ln cap="sq">
              <a:noFill/>
              <a:prstDash val="solid"/>
              <a:miter/>
            </a:ln>
          </p:spPr>
        </p:sp>
      </p:grpSp>
      <p:grpSp>
        <p:nvGrpSpPr>
          <p:cNvPr name="Group 59" id="59"/>
          <p:cNvGrpSpPr/>
          <p:nvPr/>
        </p:nvGrpSpPr>
        <p:grpSpPr>
          <a:xfrm rot="0">
            <a:off x="11723370" y="6441758"/>
            <a:ext cx="4130992" cy="850582"/>
            <a:chOff x="0" y="0"/>
            <a:chExt cx="5507990" cy="1134110"/>
          </a:xfrm>
        </p:grpSpPr>
        <p:sp>
          <p:nvSpPr>
            <p:cNvPr name="Freeform 60" id="60"/>
            <p:cNvSpPr/>
            <p:nvPr/>
          </p:nvSpPr>
          <p:spPr>
            <a:xfrm flipH="false" flipV="false" rot="0">
              <a:off x="48260" y="49530"/>
              <a:ext cx="5411470" cy="1035050"/>
            </a:xfrm>
            <a:custGeom>
              <a:avLst/>
              <a:gdLst/>
              <a:ahLst/>
              <a:cxnLst/>
              <a:rect r="r" b="b" t="t" l="l"/>
              <a:pathLst>
                <a:path h="1035050" w="5411470">
                  <a:moveTo>
                    <a:pt x="22860" y="845820"/>
                  </a:moveTo>
                  <a:cubicBezTo>
                    <a:pt x="254000" y="652780"/>
                    <a:pt x="304800" y="617220"/>
                    <a:pt x="361950" y="580390"/>
                  </a:cubicBezTo>
                  <a:cubicBezTo>
                    <a:pt x="421640" y="542290"/>
                    <a:pt x="481330" y="510540"/>
                    <a:pt x="551180" y="471170"/>
                  </a:cubicBezTo>
                  <a:cubicBezTo>
                    <a:pt x="636270" y="425450"/>
                    <a:pt x="736600" y="367030"/>
                    <a:pt x="836930" y="321310"/>
                  </a:cubicBezTo>
                  <a:cubicBezTo>
                    <a:pt x="941070" y="273050"/>
                    <a:pt x="1040130" y="229870"/>
                    <a:pt x="1168400" y="191770"/>
                  </a:cubicBezTo>
                  <a:cubicBezTo>
                    <a:pt x="1334770" y="140970"/>
                    <a:pt x="1558290" y="93980"/>
                    <a:pt x="1760220" y="63500"/>
                  </a:cubicBezTo>
                  <a:cubicBezTo>
                    <a:pt x="1967230" y="33020"/>
                    <a:pt x="2216150" y="22860"/>
                    <a:pt x="2395220" y="12700"/>
                  </a:cubicBezTo>
                  <a:cubicBezTo>
                    <a:pt x="2527300" y="5080"/>
                    <a:pt x="2597150" y="0"/>
                    <a:pt x="2736850" y="1270"/>
                  </a:cubicBezTo>
                  <a:cubicBezTo>
                    <a:pt x="2955290" y="3810"/>
                    <a:pt x="3322320" y="20320"/>
                    <a:pt x="3583940" y="50800"/>
                  </a:cubicBezTo>
                  <a:cubicBezTo>
                    <a:pt x="3811270" y="77470"/>
                    <a:pt x="4052570" y="125730"/>
                    <a:pt x="4216400" y="163830"/>
                  </a:cubicBezTo>
                  <a:cubicBezTo>
                    <a:pt x="4323080" y="189230"/>
                    <a:pt x="4378960" y="203200"/>
                    <a:pt x="4478020" y="240030"/>
                  </a:cubicBezTo>
                  <a:cubicBezTo>
                    <a:pt x="4618990" y="293370"/>
                    <a:pt x="4856480" y="407670"/>
                    <a:pt x="4974590" y="472440"/>
                  </a:cubicBezTo>
                  <a:cubicBezTo>
                    <a:pt x="5044440" y="509270"/>
                    <a:pt x="5082540" y="527050"/>
                    <a:pt x="5134610" y="570230"/>
                  </a:cubicBezTo>
                  <a:cubicBezTo>
                    <a:pt x="5196840" y="624840"/>
                    <a:pt x="5280660" y="727710"/>
                    <a:pt x="5314950" y="781050"/>
                  </a:cubicBezTo>
                  <a:cubicBezTo>
                    <a:pt x="5332730" y="810260"/>
                    <a:pt x="5332730" y="829310"/>
                    <a:pt x="5346700" y="852170"/>
                  </a:cubicBezTo>
                  <a:cubicBezTo>
                    <a:pt x="5360670" y="876300"/>
                    <a:pt x="5393690" y="900430"/>
                    <a:pt x="5402580" y="923290"/>
                  </a:cubicBezTo>
                  <a:cubicBezTo>
                    <a:pt x="5410200" y="941070"/>
                    <a:pt x="5411470" y="957580"/>
                    <a:pt x="5407660" y="974090"/>
                  </a:cubicBezTo>
                  <a:cubicBezTo>
                    <a:pt x="5402580" y="989330"/>
                    <a:pt x="5392420" y="1005840"/>
                    <a:pt x="5379720" y="1016000"/>
                  </a:cubicBezTo>
                  <a:cubicBezTo>
                    <a:pt x="5367020" y="1026160"/>
                    <a:pt x="5347970" y="1033780"/>
                    <a:pt x="5332730" y="1033780"/>
                  </a:cubicBezTo>
                  <a:cubicBezTo>
                    <a:pt x="5316220" y="1033780"/>
                    <a:pt x="5297170" y="1029970"/>
                    <a:pt x="5283200" y="1018540"/>
                  </a:cubicBezTo>
                  <a:cubicBezTo>
                    <a:pt x="5267960" y="1005840"/>
                    <a:pt x="5251450" y="972820"/>
                    <a:pt x="5250180" y="952500"/>
                  </a:cubicBezTo>
                  <a:cubicBezTo>
                    <a:pt x="5250180" y="935990"/>
                    <a:pt x="5257800" y="916940"/>
                    <a:pt x="5267960" y="905510"/>
                  </a:cubicBezTo>
                  <a:cubicBezTo>
                    <a:pt x="5278120" y="892810"/>
                    <a:pt x="5294630" y="880110"/>
                    <a:pt x="5311140" y="877570"/>
                  </a:cubicBezTo>
                  <a:cubicBezTo>
                    <a:pt x="5331460" y="873760"/>
                    <a:pt x="5367020" y="882650"/>
                    <a:pt x="5383530" y="895350"/>
                  </a:cubicBezTo>
                  <a:cubicBezTo>
                    <a:pt x="5396230" y="905510"/>
                    <a:pt x="5405120" y="924560"/>
                    <a:pt x="5407660" y="939800"/>
                  </a:cubicBezTo>
                  <a:cubicBezTo>
                    <a:pt x="5411470" y="955040"/>
                    <a:pt x="5407660" y="975360"/>
                    <a:pt x="5401310" y="989330"/>
                  </a:cubicBezTo>
                  <a:cubicBezTo>
                    <a:pt x="5393690" y="1004570"/>
                    <a:pt x="5380990" y="1019810"/>
                    <a:pt x="5365750" y="1026160"/>
                  </a:cubicBezTo>
                  <a:cubicBezTo>
                    <a:pt x="5346700" y="1033780"/>
                    <a:pt x="5313680" y="1035050"/>
                    <a:pt x="5290820" y="1023620"/>
                  </a:cubicBezTo>
                  <a:cubicBezTo>
                    <a:pt x="5260340" y="1008380"/>
                    <a:pt x="5229860" y="956310"/>
                    <a:pt x="5208270" y="923290"/>
                  </a:cubicBezTo>
                  <a:cubicBezTo>
                    <a:pt x="5190490" y="895350"/>
                    <a:pt x="5189220" y="869950"/>
                    <a:pt x="5168900" y="839470"/>
                  </a:cubicBezTo>
                  <a:cubicBezTo>
                    <a:pt x="5135880" y="789940"/>
                    <a:pt x="5069840" y="717550"/>
                    <a:pt x="5016500" y="670560"/>
                  </a:cubicBezTo>
                  <a:cubicBezTo>
                    <a:pt x="4970780" y="628650"/>
                    <a:pt x="4936490" y="605790"/>
                    <a:pt x="4874260" y="568960"/>
                  </a:cubicBezTo>
                  <a:cubicBezTo>
                    <a:pt x="4772660" y="509270"/>
                    <a:pt x="4583430" y="422910"/>
                    <a:pt x="4447540" y="369570"/>
                  </a:cubicBezTo>
                  <a:cubicBezTo>
                    <a:pt x="4326890" y="323850"/>
                    <a:pt x="4227830" y="295910"/>
                    <a:pt x="4099560" y="264160"/>
                  </a:cubicBezTo>
                  <a:cubicBezTo>
                    <a:pt x="3943350" y="226060"/>
                    <a:pt x="3770630" y="189230"/>
                    <a:pt x="3575050" y="165100"/>
                  </a:cubicBezTo>
                  <a:cubicBezTo>
                    <a:pt x="3328670" y="134620"/>
                    <a:pt x="2954020" y="119380"/>
                    <a:pt x="2738120" y="116840"/>
                  </a:cubicBezTo>
                  <a:cubicBezTo>
                    <a:pt x="2603500" y="114300"/>
                    <a:pt x="2534920" y="119380"/>
                    <a:pt x="2406650" y="127000"/>
                  </a:cubicBezTo>
                  <a:cubicBezTo>
                    <a:pt x="2231390" y="137160"/>
                    <a:pt x="1983740" y="147320"/>
                    <a:pt x="1780540" y="176530"/>
                  </a:cubicBezTo>
                  <a:cubicBezTo>
                    <a:pt x="1584960" y="205740"/>
                    <a:pt x="1370330" y="251460"/>
                    <a:pt x="1209040" y="299720"/>
                  </a:cubicBezTo>
                  <a:cubicBezTo>
                    <a:pt x="1085850" y="336550"/>
                    <a:pt x="1004570" y="370840"/>
                    <a:pt x="890270" y="425450"/>
                  </a:cubicBezTo>
                  <a:cubicBezTo>
                    <a:pt x="749300" y="491490"/>
                    <a:pt x="542290" y="608330"/>
                    <a:pt x="431800" y="678180"/>
                  </a:cubicBezTo>
                  <a:cubicBezTo>
                    <a:pt x="365760" y="718820"/>
                    <a:pt x="332740" y="745490"/>
                    <a:pt x="279400" y="786130"/>
                  </a:cubicBezTo>
                  <a:cubicBezTo>
                    <a:pt x="219710" y="834390"/>
                    <a:pt x="135890" y="929640"/>
                    <a:pt x="92710" y="948690"/>
                  </a:cubicBezTo>
                  <a:cubicBezTo>
                    <a:pt x="73660" y="956310"/>
                    <a:pt x="62230" y="957580"/>
                    <a:pt x="48260" y="953770"/>
                  </a:cubicBezTo>
                  <a:cubicBezTo>
                    <a:pt x="35560" y="949960"/>
                    <a:pt x="20320" y="939800"/>
                    <a:pt x="12700" y="928370"/>
                  </a:cubicBezTo>
                  <a:cubicBezTo>
                    <a:pt x="5080" y="916940"/>
                    <a:pt x="0" y="899160"/>
                    <a:pt x="2540" y="885190"/>
                  </a:cubicBezTo>
                  <a:cubicBezTo>
                    <a:pt x="3810" y="871220"/>
                    <a:pt x="22860" y="845820"/>
                    <a:pt x="22860" y="845820"/>
                  </a:cubicBezTo>
                </a:path>
              </a:pathLst>
            </a:custGeom>
            <a:solidFill>
              <a:srgbClr val="FF0000"/>
            </a:solidFill>
            <a:ln cap="sq">
              <a:noFill/>
              <a:prstDash val="solid"/>
              <a:miter/>
            </a:ln>
          </p:spPr>
        </p:sp>
      </p:grpSp>
      <p:grpSp>
        <p:nvGrpSpPr>
          <p:cNvPr name="Group 61" id="61"/>
          <p:cNvGrpSpPr/>
          <p:nvPr/>
        </p:nvGrpSpPr>
        <p:grpSpPr>
          <a:xfrm rot="0">
            <a:off x="15566707" y="7024688"/>
            <a:ext cx="1463040" cy="1033462"/>
            <a:chOff x="0" y="0"/>
            <a:chExt cx="1950720" cy="1377950"/>
          </a:xfrm>
        </p:grpSpPr>
        <p:sp>
          <p:nvSpPr>
            <p:cNvPr name="Freeform 62" id="62"/>
            <p:cNvSpPr/>
            <p:nvPr/>
          </p:nvSpPr>
          <p:spPr>
            <a:xfrm flipH="false" flipV="false" rot="0">
              <a:off x="49530" y="46990"/>
              <a:ext cx="1856740" cy="1281430"/>
            </a:xfrm>
            <a:custGeom>
              <a:avLst/>
              <a:gdLst/>
              <a:ahLst/>
              <a:cxnLst/>
              <a:rect r="r" b="b" t="t" l="l"/>
              <a:pathLst>
                <a:path h="1281430" w="1856740">
                  <a:moveTo>
                    <a:pt x="325120" y="12700"/>
                  </a:moveTo>
                  <a:cubicBezTo>
                    <a:pt x="703580" y="243840"/>
                    <a:pt x="890270" y="309880"/>
                    <a:pt x="1035050" y="389890"/>
                  </a:cubicBezTo>
                  <a:cubicBezTo>
                    <a:pt x="1170940" y="466090"/>
                    <a:pt x="1336040" y="574040"/>
                    <a:pt x="1421130" y="637540"/>
                  </a:cubicBezTo>
                  <a:cubicBezTo>
                    <a:pt x="1465580" y="671830"/>
                    <a:pt x="1480820" y="684530"/>
                    <a:pt x="1518920" y="722630"/>
                  </a:cubicBezTo>
                  <a:cubicBezTo>
                    <a:pt x="1584960" y="784860"/>
                    <a:pt x="1711960" y="906780"/>
                    <a:pt x="1767840" y="989330"/>
                  </a:cubicBezTo>
                  <a:cubicBezTo>
                    <a:pt x="1807210" y="1047750"/>
                    <a:pt x="1835150" y="1107440"/>
                    <a:pt x="1845310" y="1154430"/>
                  </a:cubicBezTo>
                  <a:cubicBezTo>
                    <a:pt x="1851660" y="1186180"/>
                    <a:pt x="1854200" y="1216660"/>
                    <a:pt x="1842770" y="1236980"/>
                  </a:cubicBezTo>
                  <a:cubicBezTo>
                    <a:pt x="1831340" y="1257300"/>
                    <a:pt x="1802130" y="1275080"/>
                    <a:pt x="1781810" y="1278890"/>
                  </a:cubicBezTo>
                  <a:cubicBezTo>
                    <a:pt x="1764030" y="1281430"/>
                    <a:pt x="1742440" y="1275080"/>
                    <a:pt x="1728470" y="1264920"/>
                  </a:cubicBezTo>
                  <a:cubicBezTo>
                    <a:pt x="1713230" y="1254760"/>
                    <a:pt x="1715770" y="1228090"/>
                    <a:pt x="1696720" y="1217930"/>
                  </a:cubicBezTo>
                  <a:cubicBezTo>
                    <a:pt x="1662430" y="1200150"/>
                    <a:pt x="1577340" y="1226820"/>
                    <a:pt x="1516380" y="1215390"/>
                  </a:cubicBezTo>
                  <a:cubicBezTo>
                    <a:pt x="1449070" y="1203960"/>
                    <a:pt x="1367790" y="1170940"/>
                    <a:pt x="1311910" y="1143000"/>
                  </a:cubicBezTo>
                  <a:cubicBezTo>
                    <a:pt x="1267460" y="1120140"/>
                    <a:pt x="1250950" y="1093470"/>
                    <a:pt x="1202690" y="1066800"/>
                  </a:cubicBezTo>
                  <a:cubicBezTo>
                    <a:pt x="1122680" y="1023620"/>
                    <a:pt x="971550" y="979170"/>
                    <a:pt x="868680" y="929640"/>
                  </a:cubicBezTo>
                  <a:cubicBezTo>
                    <a:pt x="774700" y="883920"/>
                    <a:pt x="674370" y="816610"/>
                    <a:pt x="604520" y="783590"/>
                  </a:cubicBezTo>
                  <a:cubicBezTo>
                    <a:pt x="562610" y="763270"/>
                    <a:pt x="534670" y="762000"/>
                    <a:pt x="497840" y="741680"/>
                  </a:cubicBezTo>
                  <a:cubicBezTo>
                    <a:pt x="452120" y="715010"/>
                    <a:pt x="403860" y="680720"/>
                    <a:pt x="356870" y="631190"/>
                  </a:cubicBezTo>
                  <a:cubicBezTo>
                    <a:pt x="290830" y="562610"/>
                    <a:pt x="198120" y="425450"/>
                    <a:pt x="157480" y="354330"/>
                  </a:cubicBezTo>
                  <a:cubicBezTo>
                    <a:pt x="134620" y="314960"/>
                    <a:pt x="134620" y="288290"/>
                    <a:pt x="113030" y="257810"/>
                  </a:cubicBezTo>
                  <a:cubicBezTo>
                    <a:pt x="88900" y="223520"/>
                    <a:pt x="33020" y="193040"/>
                    <a:pt x="16510" y="163830"/>
                  </a:cubicBezTo>
                  <a:cubicBezTo>
                    <a:pt x="5080" y="147320"/>
                    <a:pt x="1270" y="130810"/>
                    <a:pt x="1270" y="115570"/>
                  </a:cubicBezTo>
                  <a:cubicBezTo>
                    <a:pt x="2540" y="99060"/>
                    <a:pt x="8890" y="80010"/>
                    <a:pt x="20320" y="67310"/>
                  </a:cubicBezTo>
                  <a:cubicBezTo>
                    <a:pt x="34290" y="52070"/>
                    <a:pt x="67310" y="36830"/>
                    <a:pt x="90170" y="39370"/>
                  </a:cubicBezTo>
                  <a:cubicBezTo>
                    <a:pt x="111760" y="40640"/>
                    <a:pt x="142240" y="60960"/>
                    <a:pt x="152400" y="80010"/>
                  </a:cubicBezTo>
                  <a:cubicBezTo>
                    <a:pt x="162560" y="100330"/>
                    <a:pt x="161290" y="135890"/>
                    <a:pt x="153670" y="154940"/>
                  </a:cubicBezTo>
                  <a:cubicBezTo>
                    <a:pt x="146050" y="171450"/>
                    <a:pt x="130810" y="184150"/>
                    <a:pt x="116840" y="190500"/>
                  </a:cubicBezTo>
                  <a:cubicBezTo>
                    <a:pt x="101600" y="198120"/>
                    <a:pt x="81280" y="201930"/>
                    <a:pt x="66040" y="196850"/>
                  </a:cubicBezTo>
                  <a:cubicBezTo>
                    <a:pt x="45720" y="191770"/>
                    <a:pt x="16510" y="168910"/>
                    <a:pt x="7620" y="148590"/>
                  </a:cubicBezTo>
                  <a:cubicBezTo>
                    <a:pt x="0" y="128270"/>
                    <a:pt x="5080" y="92710"/>
                    <a:pt x="15240" y="74930"/>
                  </a:cubicBezTo>
                  <a:cubicBezTo>
                    <a:pt x="22860" y="59690"/>
                    <a:pt x="40640" y="48260"/>
                    <a:pt x="55880" y="43180"/>
                  </a:cubicBezTo>
                  <a:cubicBezTo>
                    <a:pt x="71120" y="38100"/>
                    <a:pt x="87630" y="38100"/>
                    <a:pt x="106680" y="41910"/>
                  </a:cubicBezTo>
                  <a:cubicBezTo>
                    <a:pt x="135890" y="49530"/>
                    <a:pt x="184150" y="64770"/>
                    <a:pt x="213360" y="95250"/>
                  </a:cubicBezTo>
                  <a:cubicBezTo>
                    <a:pt x="250190" y="133350"/>
                    <a:pt x="259080" y="217170"/>
                    <a:pt x="290830" y="273050"/>
                  </a:cubicBezTo>
                  <a:cubicBezTo>
                    <a:pt x="322580" y="328930"/>
                    <a:pt x="360680" y="382270"/>
                    <a:pt x="400050" y="431800"/>
                  </a:cubicBezTo>
                  <a:cubicBezTo>
                    <a:pt x="440690" y="481330"/>
                    <a:pt x="491490" y="538480"/>
                    <a:pt x="532130" y="572770"/>
                  </a:cubicBezTo>
                  <a:cubicBezTo>
                    <a:pt x="562610" y="598170"/>
                    <a:pt x="581660" y="608330"/>
                    <a:pt x="618490" y="629920"/>
                  </a:cubicBezTo>
                  <a:cubicBezTo>
                    <a:pt x="675640" y="664210"/>
                    <a:pt x="768350" y="715010"/>
                    <a:pt x="848360" y="751840"/>
                  </a:cubicBezTo>
                  <a:cubicBezTo>
                    <a:pt x="929640" y="788670"/>
                    <a:pt x="1036320" y="816610"/>
                    <a:pt x="1101090" y="848360"/>
                  </a:cubicBezTo>
                  <a:cubicBezTo>
                    <a:pt x="1145540" y="871220"/>
                    <a:pt x="1173480" y="897890"/>
                    <a:pt x="1206500" y="913130"/>
                  </a:cubicBezTo>
                  <a:cubicBezTo>
                    <a:pt x="1234440" y="925830"/>
                    <a:pt x="1261110" y="925830"/>
                    <a:pt x="1286510" y="939800"/>
                  </a:cubicBezTo>
                  <a:cubicBezTo>
                    <a:pt x="1315720" y="955040"/>
                    <a:pt x="1342390" y="986790"/>
                    <a:pt x="1372870" y="1004570"/>
                  </a:cubicBezTo>
                  <a:cubicBezTo>
                    <a:pt x="1404620" y="1022350"/>
                    <a:pt x="1431290" y="1031240"/>
                    <a:pt x="1473200" y="1046480"/>
                  </a:cubicBezTo>
                  <a:cubicBezTo>
                    <a:pt x="1540510" y="1069340"/>
                    <a:pt x="1671320" y="1093470"/>
                    <a:pt x="1739900" y="1121410"/>
                  </a:cubicBezTo>
                  <a:cubicBezTo>
                    <a:pt x="1785620" y="1140460"/>
                    <a:pt x="1836420" y="1159510"/>
                    <a:pt x="1850390" y="1182370"/>
                  </a:cubicBezTo>
                  <a:cubicBezTo>
                    <a:pt x="1856740" y="1193800"/>
                    <a:pt x="1852930" y="1206500"/>
                    <a:pt x="1849120" y="1219200"/>
                  </a:cubicBezTo>
                  <a:cubicBezTo>
                    <a:pt x="1844040" y="1234440"/>
                    <a:pt x="1830070" y="1256030"/>
                    <a:pt x="1817370" y="1264920"/>
                  </a:cubicBezTo>
                  <a:cubicBezTo>
                    <a:pt x="1807210" y="1273810"/>
                    <a:pt x="1795780" y="1277620"/>
                    <a:pt x="1781810" y="1278890"/>
                  </a:cubicBezTo>
                  <a:cubicBezTo>
                    <a:pt x="1766570" y="1278890"/>
                    <a:pt x="1741170" y="1272540"/>
                    <a:pt x="1728470" y="1264920"/>
                  </a:cubicBezTo>
                  <a:cubicBezTo>
                    <a:pt x="1717040" y="1257300"/>
                    <a:pt x="1710690" y="1250950"/>
                    <a:pt x="1703070" y="1235710"/>
                  </a:cubicBezTo>
                  <a:cubicBezTo>
                    <a:pt x="1687830" y="1209040"/>
                    <a:pt x="1690370" y="1148080"/>
                    <a:pt x="1664970" y="1101090"/>
                  </a:cubicBezTo>
                  <a:cubicBezTo>
                    <a:pt x="1626870" y="1031240"/>
                    <a:pt x="1534160" y="944880"/>
                    <a:pt x="1466850" y="880110"/>
                  </a:cubicBezTo>
                  <a:cubicBezTo>
                    <a:pt x="1405890" y="822960"/>
                    <a:pt x="1352550" y="781050"/>
                    <a:pt x="1281430" y="730250"/>
                  </a:cubicBezTo>
                  <a:cubicBezTo>
                    <a:pt x="1192530" y="664210"/>
                    <a:pt x="1084580" y="591820"/>
                    <a:pt x="970280" y="527050"/>
                  </a:cubicBezTo>
                  <a:cubicBezTo>
                    <a:pt x="840740" y="454660"/>
                    <a:pt x="666750" y="392430"/>
                    <a:pt x="538480" y="322580"/>
                  </a:cubicBezTo>
                  <a:cubicBezTo>
                    <a:pt x="430530" y="264160"/>
                    <a:pt x="294640" y="185420"/>
                    <a:pt x="246380" y="142240"/>
                  </a:cubicBezTo>
                  <a:cubicBezTo>
                    <a:pt x="228600" y="125730"/>
                    <a:pt x="218440" y="118110"/>
                    <a:pt x="213360" y="100330"/>
                  </a:cubicBezTo>
                  <a:cubicBezTo>
                    <a:pt x="208280" y="81280"/>
                    <a:pt x="214630" y="48260"/>
                    <a:pt x="226060" y="31750"/>
                  </a:cubicBezTo>
                  <a:cubicBezTo>
                    <a:pt x="236220" y="16510"/>
                    <a:pt x="255270" y="6350"/>
                    <a:pt x="271780" y="3810"/>
                  </a:cubicBezTo>
                  <a:cubicBezTo>
                    <a:pt x="288290" y="0"/>
                    <a:pt x="325120" y="12700"/>
                    <a:pt x="325120" y="12700"/>
                  </a:cubicBezTo>
                </a:path>
              </a:pathLst>
            </a:custGeom>
            <a:solidFill>
              <a:srgbClr val="FF0000"/>
            </a:solidFill>
            <a:ln cap="sq">
              <a:noFill/>
              <a:prstDash val="solid"/>
              <a:miter/>
            </a:ln>
          </p:spPr>
        </p:sp>
      </p:grpSp>
      <p:grpSp>
        <p:nvGrpSpPr>
          <p:cNvPr name="Group 63" id="63"/>
          <p:cNvGrpSpPr/>
          <p:nvPr/>
        </p:nvGrpSpPr>
        <p:grpSpPr>
          <a:xfrm rot="0">
            <a:off x="10797540" y="6995160"/>
            <a:ext cx="1458277" cy="784860"/>
            <a:chOff x="0" y="0"/>
            <a:chExt cx="1944370" cy="1046480"/>
          </a:xfrm>
        </p:grpSpPr>
        <p:sp>
          <p:nvSpPr>
            <p:cNvPr name="Freeform 64" id="64"/>
            <p:cNvSpPr/>
            <p:nvPr/>
          </p:nvSpPr>
          <p:spPr>
            <a:xfrm flipH="false" flipV="false" rot="0">
              <a:off x="46990" y="46990"/>
              <a:ext cx="1851660" cy="953770"/>
            </a:xfrm>
            <a:custGeom>
              <a:avLst/>
              <a:gdLst/>
              <a:ahLst/>
              <a:cxnLst/>
              <a:rect r="r" b="b" t="t" l="l"/>
              <a:pathLst>
                <a:path h="953770" w="1851660">
                  <a:moveTo>
                    <a:pt x="1418590" y="142240"/>
                  </a:moveTo>
                  <a:cubicBezTo>
                    <a:pt x="1120140" y="267970"/>
                    <a:pt x="976630" y="281940"/>
                    <a:pt x="855980" y="316230"/>
                  </a:cubicBezTo>
                  <a:cubicBezTo>
                    <a:pt x="734060" y="349250"/>
                    <a:pt x="600710" y="387350"/>
                    <a:pt x="492760" y="435610"/>
                  </a:cubicBezTo>
                  <a:cubicBezTo>
                    <a:pt x="397510" y="478790"/>
                    <a:pt x="287020" y="537210"/>
                    <a:pt x="236220" y="585470"/>
                  </a:cubicBezTo>
                  <a:cubicBezTo>
                    <a:pt x="207010" y="612140"/>
                    <a:pt x="177800" y="640080"/>
                    <a:pt x="182880" y="662940"/>
                  </a:cubicBezTo>
                  <a:cubicBezTo>
                    <a:pt x="187960" y="689610"/>
                    <a:pt x="245110" y="713740"/>
                    <a:pt x="287020" y="731520"/>
                  </a:cubicBezTo>
                  <a:cubicBezTo>
                    <a:pt x="340360" y="755650"/>
                    <a:pt x="411480" y="767080"/>
                    <a:pt x="483870" y="778510"/>
                  </a:cubicBezTo>
                  <a:cubicBezTo>
                    <a:pt x="570230" y="791210"/>
                    <a:pt x="683260" y="796290"/>
                    <a:pt x="773430" y="796290"/>
                  </a:cubicBezTo>
                  <a:cubicBezTo>
                    <a:pt x="852170" y="796290"/>
                    <a:pt x="930910" y="811530"/>
                    <a:pt x="994410" y="784860"/>
                  </a:cubicBezTo>
                  <a:cubicBezTo>
                    <a:pt x="1055370" y="759460"/>
                    <a:pt x="1109980" y="688340"/>
                    <a:pt x="1148080" y="642620"/>
                  </a:cubicBezTo>
                  <a:cubicBezTo>
                    <a:pt x="1176020" y="608330"/>
                    <a:pt x="1186180" y="575310"/>
                    <a:pt x="1211580" y="541020"/>
                  </a:cubicBezTo>
                  <a:cubicBezTo>
                    <a:pt x="1239520" y="504190"/>
                    <a:pt x="1276350" y="457200"/>
                    <a:pt x="1308100" y="429260"/>
                  </a:cubicBezTo>
                  <a:cubicBezTo>
                    <a:pt x="1332230" y="408940"/>
                    <a:pt x="1357630" y="402590"/>
                    <a:pt x="1377950" y="383540"/>
                  </a:cubicBezTo>
                  <a:cubicBezTo>
                    <a:pt x="1399540" y="364490"/>
                    <a:pt x="1404620" y="339090"/>
                    <a:pt x="1435100" y="314960"/>
                  </a:cubicBezTo>
                  <a:cubicBezTo>
                    <a:pt x="1494790" y="269240"/>
                    <a:pt x="1684020" y="177800"/>
                    <a:pt x="1743710" y="163830"/>
                  </a:cubicBezTo>
                  <a:cubicBezTo>
                    <a:pt x="1767840" y="158750"/>
                    <a:pt x="1779270" y="157480"/>
                    <a:pt x="1794510" y="165100"/>
                  </a:cubicBezTo>
                  <a:cubicBezTo>
                    <a:pt x="1813560" y="172720"/>
                    <a:pt x="1840230" y="198120"/>
                    <a:pt x="1845310" y="218440"/>
                  </a:cubicBezTo>
                  <a:cubicBezTo>
                    <a:pt x="1851660" y="240030"/>
                    <a:pt x="1841500" y="274320"/>
                    <a:pt x="1830070" y="290830"/>
                  </a:cubicBezTo>
                  <a:cubicBezTo>
                    <a:pt x="1819910" y="304800"/>
                    <a:pt x="1803400" y="314960"/>
                    <a:pt x="1785620" y="317500"/>
                  </a:cubicBezTo>
                  <a:cubicBezTo>
                    <a:pt x="1765300" y="320040"/>
                    <a:pt x="1731010" y="309880"/>
                    <a:pt x="1714500" y="297180"/>
                  </a:cubicBezTo>
                  <a:cubicBezTo>
                    <a:pt x="1701800" y="287020"/>
                    <a:pt x="1692910" y="269240"/>
                    <a:pt x="1690370" y="252730"/>
                  </a:cubicBezTo>
                  <a:cubicBezTo>
                    <a:pt x="1689100" y="232410"/>
                    <a:pt x="1700530" y="196850"/>
                    <a:pt x="1714500" y="181610"/>
                  </a:cubicBezTo>
                  <a:cubicBezTo>
                    <a:pt x="1725930" y="168910"/>
                    <a:pt x="1744980" y="162560"/>
                    <a:pt x="1761490" y="161290"/>
                  </a:cubicBezTo>
                  <a:cubicBezTo>
                    <a:pt x="1776730" y="158750"/>
                    <a:pt x="1797050" y="163830"/>
                    <a:pt x="1809750" y="171450"/>
                  </a:cubicBezTo>
                  <a:cubicBezTo>
                    <a:pt x="1823720" y="180340"/>
                    <a:pt x="1837690" y="194310"/>
                    <a:pt x="1842770" y="210820"/>
                  </a:cubicBezTo>
                  <a:cubicBezTo>
                    <a:pt x="1849120" y="229870"/>
                    <a:pt x="1851660" y="259080"/>
                    <a:pt x="1835150" y="284480"/>
                  </a:cubicBezTo>
                  <a:cubicBezTo>
                    <a:pt x="1798320" y="337820"/>
                    <a:pt x="1605280" y="382270"/>
                    <a:pt x="1520190" y="445770"/>
                  </a:cubicBezTo>
                  <a:cubicBezTo>
                    <a:pt x="1449070" y="497840"/>
                    <a:pt x="1397000" y="560070"/>
                    <a:pt x="1346200" y="621030"/>
                  </a:cubicBezTo>
                  <a:cubicBezTo>
                    <a:pt x="1299210" y="678180"/>
                    <a:pt x="1275080" y="749300"/>
                    <a:pt x="1223010" y="801370"/>
                  </a:cubicBezTo>
                  <a:cubicBezTo>
                    <a:pt x="1169670" y="854710"/>
                    <a:pt x="1092200" y="913130"/>
                    <a:pt x="1028700" y="935990"/>
                  </a:cubicBezTo>
                  <a:cubicBezTo>
                    <a:pt x="977900" y="953770"/>
                    <a:pt x="941070" y="947420"/>
                    <a:pt x="881380" y="948690"/>
                  </a:cubicBezTo>
                  <a:cubicBezTo>
                    <a:pt x="787400" y="951230"/>
                    <a:pt x="642620" y="952500"/>
                    <a:pt x="520700" y="937260"/>
                  </a:cubicBezTo>
                  <a:cubicBezTo>
                    <a:pt x="392430" y="920750"/>
                    <a:pt x="218440" y="877570"/>
                    <a:pt x="133350" y="848360"/>
                  </a:cubicBezTo>
                  <a:cubicBezTo>
                    <a:pt x="88900" y="833120"/>
                    <a:pt x="58420" y="829310"/>
                    <a:pt x="36830" y="802640"/>
                  </a:cubicBezTo>
                  <a:cubicBezTo>
                    <a:pt x="11430" y="772160"/>
                    <a:pt x="0" y="708660"/>
                    <a:pt x="3810" y="666750"/>
                  </a:cubicBezTo>
                  <a:cubicBezTo>
                    <a:pt x="7620" y="627380"/>
                    <a:pt x="33020" y="588010"/>
                    <a:pt x="52070" y="556260"/>
                  </a:cubicBezTo>
                  <a:cubicBezTo>
                    <a:pt x="68580" y="529590"/>
                    <a:pt x="85090" y="508000"/>
                    <a:pt x="107950" y="486410"/>
                  </a:cubicBezTo>
                  <a:cubicBezTo>
                    <a:pt x="134620" y="462280"/>
                    <a:pt x="163830" y="441960"/>
                    <a:pt x="201930" y="417830"/>
                  </a:cubicBezTo>
                  <a:cubicBezTo>
                    <a:pt x="251460" y="386080"/>
                    <a:pt x="312420" y="349250"/>
                    <a:pt x="384810" y="317500"/>
                  </a:cubicBezTo>
                  <a:cubicBezTo>
                    <a:pt x="483870" y="274320"/>
                    <a:pt x="618490" y="229870"/>
                    <a:pt x="744220" y="194310"/>
                  </a:cubicBezTo>
                  <a:cubicBezTo>
                    <a:pt x="877570" y="154940"/>
                    <a:pt x="1051560" y="132080"/>
                    <a:pt x="1164590" y="92710"/>
                  </a:cubicBezTo>
                  <a:cubicBezTo>
                    <a:pt x="1243330" y="66040"/>
                    <a:pt x="1315720" y="11430"/>
                    <a:pt x="1361440" y="3810"/>
                  </a:cubicBezTo>
                  <a:cubicBezTo>
                    <a:pt x="1383030" y="0"/>
                    <a:pt x="1399540" y="1270"/>
                    <a:pt x="1413510" y="8890"/>
                  </a:cubicBezTo>
                  <a:cubicBezTo>
                    <a:pt x="1428750" y="15240"/>
                    <a:pt x="1443990" y="31750"/>
                    <a:pt x="1450340" y="46990"/>
                  </a:cubicBezTo>
                  <a:cubicBezTo>
                    <a:pt x="1456690" y="62230"/>
                    <a:pt x="1457960" y="85090"/>
                    <a:pt x="1452880" y="100330"/>
                  </a:cubicBezTo>
                  <a:cubicBezTo>
                    <a:pt x="1447800" y="116840"/>
                    <a:pt x="1418590" y="142240"/>
                    <a:pt x="1418590" y="142240"/>
                  </a:cubicBezTo>
                </a:path>
              </a:pathLst>
            </a:custGeom>
            <a:solidFill>
              <a:srgbClr val="FF0000"/>
            </a:solidFill>
            <a:ln cap="sq">
              <a:noFill/>
              <a:prstDash val="solid"/>
              <a:miter/>
            </a:ln>
          </p:spPr>
        </p:sp>
      </p:grpSp>
      <p:grpSp>
        <p:nvGrpSpPr>
          <p:cNvPr name="Group 65" id="65"/>
          <p:cNvGrpSpPr/>
          <p:nvPr/>
        </p:nvGrpSpPr>
        <p:grpSpPr>
          <a:xfrm rot="0">
            <a:off x="16344900" y="6479858"/>
            <a:ext cx="923925" cy="983932"/>
            <a:chOff x="0" y="0"/>
            <a:chExt cx="1231900" cy="1311910"/>
          </a:xfrm>
        </p:grpSpPr>
        <p:sp>
          <p:nvSpPr>
            <p:cNvPr name="Freeform 66" id="66"/>
            <p:cNvSpPr/>
            <p:nvPr/>
          </p:nvSpPr>
          <p:spPr>
            <a:xfrm flipH="false" flipV="false" rot="0">
              <a:off x="49530" y="49530"/>
              <a:ext cx="1131570" cy="1219200"/>
            </a:xfrm>
            <a:custGeom>
              <a:avLst/>
              <a:gdLst/>
              <a:ahLst/>
              <a:cxnLst/>
              <a:rect r="r" b="b" t="t" l="l"/>
              <a:pathLst>
                <a:path h="1219200" w="1131570">
                  <a:moveTo>
                    <a:pt x="1106170" y="1132840"/>
                  </a:moveTo>
                  <a:cubicBezTo>
                    <a:pt x="132080" y="1183640"/>
                    <a:pt x="62230" y="1219200"/>
                    <a:pt x="27940" y="1210310"/>
                  </a:cubicBezTo>
                  <a:cubicBezTo>
                    <a:pt x="13970" y="1206500"/>
                    <a:pt x="2540" y="1197610"/>
                    <a:pt x="1270" y="1189990"/>
                  </a:cubicBezTo>
                  <a:cubicBezTo>
                    <a:pt x="0" y="1181100"/>
                    <a:pt x="15240" y="1173480"/>
                    <a:pt x="19050" y="1160780"/>
                  </a:cubicBezTo>
                  <a:cubicBezTo>
                    <a:pt x="25400" y="1140460"/>
                    <a:pt x="13970" y="1106170"/>
                    <a:pt x="24130" y="1075690"/>
                  </a:cubicBezTo>
                  <a:cubicBezTo>
                    <a:pt x="38100" y="1032510"/>
                    <a:pt x="76200" y="990600"/>
                    <a:pt x="119380" y="929640"/>
                  </a:cubicBezTo>
                  <a:cubicBezTo>
                    <a:pt x="196850" y="820420"/>
                    <a:pt x="350520" y="617220"/>
                    <a:pt x="467360" y="478790"/>
                  </a:cubicBezTo>
                  <a:cubicBezTo>
                    <a:pt x="576580" y="351790"/>
                    <a:pt x="708660" y="213360"/>
                    <a:pt x="797560" y="127000"/>
                  </a:cubicBezTo>
                  <a:cubicBezTo>
                    <a:pt x="853440" y="72390"/>
                    <a:pt x="910590" y="3810"/>
                    <a:pt x="939800" y="1270"/>
                  </a:cubicBezTo>
                  <a:cubicBezTo>
                    <a:pt x="951230" y="0"/>
                    <a:pt x="962660" y="10160"/>
                    <a:pt x="966470" y="16510"/>
                  </a:cubicBezTo>
                  <a:cubicBezTo>
                    <a:pt x="969010" y="22860"/>
                    <a:pt x="967740" y="35560"/>
                    <a:pt x="963930" y="40640"/>
                  </a:cubicBezTo>
                  <a:cubicBezTo>
                    <a:pt x="957580" y="46990"/>
                    <a:pt x="933450" y="50800"/>
                    <a:pt x="927100" y="45720"/>
                  </a:cubicBezTo>
                  <a:cubicBezTo>
                    <a:pt x="920750" y="40640"/>
                    <a:pt x="918210" y="16510"/>
                    <a:pt x="923290" y="8890"/>
                  </a:cubicBezTo>
                  <a:cubicBezTo>
                    <a:pt x="928370" y="2540"/>
                    <a:pt x="953770" y="2540"/>
                    <a:pt x="960120" y="7620"/>
                  </a:cubicBezTo>
                  <a:cubicBezTo>
                    <a:pt x="966470" y="13970"/>
                    <a:pt x="966470" y="27940"/>
                    <a:pt x="960120" y="44450"/>
                  </a:cubicBezTo>
                  <a:cubicBezTo>
                    <a:pt x="930910" y="115570"/>
                    <a:pt x="652780" y="340360"/>
                    <a:pt x="509270" y="508000"/>
                  </a:cubicBezTo>
                  <a:cubicBezTo>
                    <a:pt x="356870" y="687070"/>
                    <a:pt x="138430" y="962660"/>
                    <a:pt x="73660" y="1088390"/>
                  </a:cubicBezTo>
                  <a:cubicBezTo>
                    <a:pt x="45720" y="1140460"/>
                    <a:pt x="50800" y="1202690"/>
                    <a:pt x="34290" y="1209040"/>
                  </a:cubicBezTo>
                  <a:cubicBezTo>
                    <a:pt x="24130" y="1212850"/>
                    <a:pt x="3810" y="1197610"/>
                    <a:pt x="1270" y="1189990"/>
                  </a:cubicBezTo>
                  <a:cubicBezTo>
                    <a:pt x="0" y="1181100"/>
                    <a:pt x="7620" y="1169670"/>
                    <a:pt x="19050" y="1160780"/>
                  </a:cubicBezTo>
                  <a:cubicBezTo>
                    <a:pt x="48260" y="1140460"/>
                    <a:pt x="140970" y="1131570"/>
                    <a:pt x="219710" y="1122680"/>
                  </a:cubicBezTo>
                  <a:cubicBezTo>
                    <a:pt x="328930" y="1111250"/>
                    <a:pt x="485140" y="1120140"/>
                    <a:pt x="610870" y="1113790"/>
                  </a:cubicBezTo>
                  <a:cubicBezTo>
                    <a:pt x="728980" y="1106170"/>
                    <a:pt x="859790" y="1085850"/>
                    <a:pt x="951230" y="1082040"/>
                  </a:cubicBezTo>
                  <a:cubicBezTo>
                    <a:pt x="1014730" y="1079500"/>
                    <a:pt x="1085850" y="1069340"/>
                    <a:pt x="1112520" y="1083310"/>
                  </a:cubicBezTo>
                  <a:cubicBezTo>
                    <a:pt x="1123950" y="1089660"/>
                    <a:pt x="1131570" y="1102360"/>
                    <a:pt x="1131570" y="1111250"/>
                  </a:cubicBezTo>
                  <a:cubicBezTo>
                    <a:pt x="1130300" y="1118870"/>
                    <a:pt x="1106170" y="1132840"/>
                    <a:pt x="1106170" y="1132840"/>
                  </a:cubicBezTo>
                </a:path>
              </a:pathLst>
            </a:custGeom>
            <a:solidFill>
              <a:srgbClr val="45A3E4"/>
            </a:solidFill>
            <a:ln cap="sq">
              <a:noFill/>
              <a:prstDash val="solid"/>
              <a:miter/>
            </a:ln>
          </p:spPr>
        </p:sp>
      </p:grpSp>
      <p:grpSp>
        <p:nvGrpSpPr>
          <p:cNvPr name="Group 67" id="67"/>
          <p:cNvGrpSpPr/>
          <p:nvPr/>
        </p:nvGrpSpPr>
        <p:grpSpPr>
          <a:xfrm rot="0">
            <a:off x="16526827" y="6389370"/>
            <a:ext cx="632460" cy="678180"/>
            <a:chOff x="0" y="0"/>
            <a:chExt cx="843280" cy="904240"/>
          </a:xfrm>
        </p:grpSpPr>
        <p:sp>
          <p:nvSpPr>
            <p:cNvPr name="Freeform 68" id="68"/>
            <p:cNvSpPr/>
            <p:nvPr/>
          </p:nvSpPr>
          <p:spPr>
            <a:xfrm flipH="false" flipV="false" rot="0">
              <a:off x="49530" y="40640"/>
              <a:ext cx="753110" cy="815340"/>
            </a:xfrm>
            <a:custGeom>
              <a:avLst/>
              <a:gdLst/>
              <a:ahLst/>
              <a:cxnLst/>
              <a:rect r="r" b="b" t="t" l="l"/>
              <a:pathLst>
                <a:path h="815340" w="753110">
                  <a:moveTo>
                    <a:pt x="13970" y="113030"/>
                  </a:moveTo>
                  <a:cubicBezTo>
                    <a:pt x="196850" y="29210"/>
                    <a:pt x="251460" y="27940"/>
                    <a:pt x="312420" y="22860"/>
                  </a:cubicBezTo>
                  <a:cubicBezTo>
                    <a:pt x="384810" y="16510"/>
                    <a:pt x="483870" y="0"/>
                    <a:pt x="548640" y="10160"/>
                  </a:cubicBezTo>
                  <a:cubicBezTo>
                    <a:pt x="595630" y="19050"/>
                    <a:pt x="636270" y="29210"/>
                    <a:pt x="665480" y="58420"/>
                  </a:cubicBezTo>
                  <a:cubicBezTo>
                    <a:pt x="698500" y="91440"/>
                    <a:pt x="713740" y="149860"/>
                    <a:pt x="727710" y="210820"/>
                  </a:cubicBezTo>
                  <a:cubicBezTo>
                    <a:pt x="745490" y="294640"/>
                    <a:pt x="753110" y="438150"/>
                    <a:pt x="742950" y="523240"/>
                  </a:cubicBezTo>
                  <a:cubicBezTo>
                    <a:pt x="735330" y="582930"/>
                    <a:pt x="713740" y="631190"/>
                    <a:pt x="695960" y="671830"/>
                  </a:cubicBezTo>
                  <a:cubicBezTo>
                    <a:pt x="681990" y="702310"/>
                    <a:pt x="669290" y="725170"/>
                    <a:pt x="651510" y="748030"/>
                  </a:cubicBezTo>
                  <a:cubicBezTo>
                    <a:pt x="633730" y="772160"/>
                    <a:pt x="605790" y="803910"/>
                    <a:pt x="589280" y="811530"/>
                  </a:cubicBezTo>
                  <a:cubicBezTo>
                    <a:pt x="580390" y="814070"/>
                    <a:pt x="571500" y="814070"/>
                    <a:pt x="565150" y="810260"/>
                  </a:cubicBezTo>
                  <a:cubicBezTo>
                    <a:pt x="558800" y="807720"/>
                    <a:pt x="552450" y="797560"/>
                    <a:pt x="552450" y="791210"/>
                  </a:cubicBezTo>
                  <a:cubicBezTo>
                    <a:pt x="552450" y="782320"/>
                    <a:pt x="561340" y="768350"/>
                    <a:pt x="568960" y="764540"/>
                  </a:cubicBezTo>
                  <a:cubicBezTo>
                    <a:pt x="575310" y="762000"/>
                    <a:pt x="586740" y="763270"/>
                    <a:pt x="591820" y="767080"/>
                  </a:cubicBezTo>
                  <a:cubicBezTo>
                    <a:pt x="598170" y="772160"/>
                    <a:pt x="603250" y="782320"/>
                    <a:pt x="603250" y="788670"/>
                  </a:cubicBezTo>
                  <a:cubicBezTo>
                    <a:pt x="601980" y="796290"/>
                    <a:pt x="591820" y="810260"/>
                    <a:pt x="584200" y="812800"/>
                  </a:cubicBezTo>
                  <a:cubicBezTo>
                    <a:pt x="576580" y="815340"/>
                    <a:pt x="565150" y="812800"/>
                    <a:pt x="560070" y="807720"/>
                  </a:cubicBezTo>
                  <a:cubicBezTo>
                    <a:pt x="554990" y="801370"/>
                    <a:pt x="551180" y="789940"/>
                    <a:pt x="554990" y="777240"/>
                  </a:cubicBezTo>
                  <a:cubicBezTo>
                    <a:pt x="561340" y="749300"/>
                    <a:pt x="624840" y="699770"/>
                    <a:pt x="647700" y="656590"/>
                  </a:cubicBezTo>
                  <a:cubicBezTo>
                    <a:pt x="670560" y="614680"/>
                    <a:pt x="684530" y="577850"/>
                    <a:pt x="692150" y="523240"/>
                  </a:cubicBezTo>
                  <a:cubicBezTo>
                    <a:pt x="702310" y="444500"/>
                    <a:pt x="692150" y="302260"/>
                    <a:pt x="678180" y="223520"/>
                  </a:cubicBezTo>
                  <a:cubicBezTo>
                    <a:pt x="669290" y="172720"/>
                    <a:pt x="661670" y="127000"/>
                    <a:pt x="637540" y="99060"/>
                  </a:cubicBezTo>
                  <a:cubicBezTo>
                    <a:pt x="615950" y="76200"/>
                    <a:pt x="586740" y="67310"/>
                    <a:pt x="548640" y="60960"/>
                  </a:cubicBezTo>
                  <a:cubicBezTo>
                    <a:pt x="491490" y="50800"/>
                    <a:pt x="387350" y="67310"/>
                    <a:pt x="318770" y="73660"/>
                  </a:cubicBezTo>
                  <a:cubicBezTo>
                    <a:pt x="262890" y="78740"/>
                    <a:pt x="213360" y="77470"/>
                    <a:pt x="165100" y="91440"/>
                  </a:cubicBezTo>
                  <a:cubicBezTo>
                    <a:pt x="116840" y="106680"/>
                    <a:pt x="54610" y="163830"/>
                    <a:pt x="26670" y="160020"/>
                  </a:cubicBezTo>
                  <a:cubicBezTo>
                    <a:pt x="13970" y="158750"/>
                    <a:pt x="2540" y="147320"/>
                    <a:pt x="1270" y="139700"/>
                  </a:cubicBezTo>
                  <a:cubicBezTo>
                    <a:pt x="0" y="132080"/>
                    <a:pt x="13970" y="113030"/>
                    <a:pt x="13970" y="113030"/>
                  </a:cubicBezTo>
                </a:path>
              </a:pathLst>
            </a:custGeom>
            <a:solidFill>
              <a:srgbClr val="45A3E4"/>
            </a:solidFill>
            <a:ln cap="sq">
              <a:noFill/>
              <a:prstDash val="solid"/>
              <a:miter/>
            </a:ln>
          </p:spPr>
        </p:sp>
      </p:grpSp>
      <p:grpSp>
        <p:nvGrpSpPr>
          <p:cNvPr name="Group 69" id="69"/>
          <p:cNvGrpSpPr/>
          <p:nvPr/>
        </p:nvGrpSpPr>
        <p:grpSpPr>
          <a:xfrm rot="0">
            <a:off x="15937230" y="6327458"/>
            <a:ext cx="1239202" cy="1022032"/>
            <a:chOff x="0" y="0"/>
            <a:chExt cx="1652270" cy="1362710"/>
          </a:xfrm>
        </p:grpSpPr>
        <p:sp>
          <p:nvSpPr>
            <p:cNvPr name="Freeform 70" id="70"/>
            <p:cNvSpPr/>
            <p:nvPr/>
          </p:nvSpPr>
          <p:spPr>
            <a:xfrm flipH="false" flipV="false" rot="0">
              <a:off x="48260" y="45720"/>
              <a:ext cx="1554480" cy="1267460"/>
            </a:xfrm>
            <a:custGeom>
              <a:avLst/>
              <a:gdLst/>
              <a:ahLst/>
              <a:cxnLst/>
              <a:rect r="r" b="b" t="t" l="l"/>
              <a:pathLst>
                <a:path h="1267460" w="1554480">
                  <a:moveTo>
                    <a:pt x="1537970" y="623570"/>
                  </a:moveTo>
                  <a:cubicBezTo>
                    <a:pt x="1287780" y="721360"/>
                    <a:pt x="1046480" y="783590"/>
                    <a:pt x="929640" y="822960"/>
                  </a:cubicBezTo>
                  <a:cubicBezTo>
                    <a:pt x="857250" y="848360"/>
                    <a:pt x="828040" y="859790"/>
                    <a:pt x="756920" y="889000"/>
                  </a:cubicBezTo>
                  <a:cubicBezTo>
                    <a:pt x="638810" y="938530"/>
                    <a:pt x="416560" y="1032510"/>
                    <a:pt x="293370" y="1101090"/>
                  </a:cubicBezTo>
                  <a:cubicBezTo>
                    <a:pt x="205740" y="1149350"/>
                    <a:pt x="124460" y="1216660"/>
                    <a:pt x="77470" y="1243330"/>
                  </a:cubicBezTo>
                  <a:cubicBezTo>
                    <a:pt x="55880" y="1254760"/>
                    <a:pt x="41910" y="1264920"/>
                    <a:pt x="29210" y="1264920"/>
                  </a:cubicBezTo>
                  <a:cubicBezTo>
                    <a:pt x="20320" y="1266190"/>
                    <a:pt x="11430" y="1262380"/>
                    <a:pt x="6350" y="1257300"/>
                  </a:cubicBezTo>
                  <a:cubicBezTo>
                    <a:pt x="1270" y="1250950"/>
                    <a:pt x="0" y="1242060"/>
                    <a:pt x="2540" y="1228090"/>
                  </a:cubicBezTo>
                  <a:cubicBezTo>
                    <a:pt x="12700" y="1178560"/>
                    <a:pt x="90170" y="1038860"/>
                    <a:pt x="172720" y="910590"/>
                  </a:cubicBezTo>
                  <a:cubicBezTo>
                    <a:pt x="320040" y="680720"/>
                    <a:pt x="789940" y="36830"/>
                    <a:pt x="866140" y="5080"/>
                  </a:cubicBezTo>
                  <a:cubicBezTo>
                    <a:pt x="877570" y="0"/>
                    <a:pt x="885190" y="3810"/>
                    <a:pt x="890270" y="8890"/>
                  </a:cubicBezTo>
                  <a:cubicBezTo>
                    <a:pt x="896620" y="13970"/>
                    <a:pt x="900430" y="30480"/>
                    <a:pt x="899160" y="38100"/>
                  </a:cubicBezTo>
                  <a:cubicBezTo>
                    <a:pt x="896620" y="44450"/>
                    <a:pt x="887730" y="52070"/>
                    <a:pt x="881380" y="53340"/>
                  </a:cubicBezTo>
                  <a:cubicBezTo>
                    <a:pt x="873760" y="55880"/>
                    <a:pt x="863600" y="52070"/>
                    <a:pt x="858520" y="48260"/>
                  </a:cubicBezTo>
                  <a:cubicBezTo>
                    <a:pt x="852170" y="43180"/>
                    <a:pt x="848360" y="31750"/>
                    <a:pt x="849630" y="25400"/>
                  </a:cubicBezTo>
                  <a:cubicBezTo>
                    <a:pt x="850900" y="19050"/>
                    <a:pt x="857250" y="8890"/>
                    <a:pt x="863600" y="6350"/>
                  </a:cubicBezTo>
                  <a:cubicBezTo>
                    <a:pt x="869950" y="2540"/>
                    <a:pt x="881380" y="2540"/>
                    <a:pt x="887730" y="7620"/>
                  </a:cubicBezTo>
                  <a:cubicBezTo>
                    <a:pt x="894080" y="11430"/>
                    <a:pt x="900430" y="22860"/>
                    <a:pt x="899160" y="35560"/>
                  </a:cubicBezTo>
                  <a:cubicBezTo>
                    <a:pt x="897890" y="62230"/>
                    <a:pt x="863600" y="97790"/>
                    <a:pt x="824230" y="153670"/>
                  </a:cubicBezTo>
                  <a:cubicBezTo>
                    <a:pt x="720090" y="300990"/>
                    <a:pt x="353060" y="726440"/>
                    <a:pt x="217170" y="935990"/>
                  </a:cubicBezTo>
                  <a:cubicBezTo>
                    <a:pt x="133350" y="1062990"/>
                    <a:pt x="82550" y="1239520"/>
                    <a:pt x="39370" y="1261110"/>
                  </a:cubicBezTo>
                  <a:cubicBezTo>
                    <a:pt x="26670" y="1267460"/>
                    <a:pt x="11430" y="1263650"/>
                    <a:pt x="6350" y="1257300"/>
                  </a:cubicBezTo>
                  <a:cubicBezTo>
                    <a:pt x="1270" y="1249680"/>
                    <a:pt x="2540" y="1233170"/>
                    <a:pt x="11430" y="1219200"/>
                  </a:cubicBezTo>
                  <a:cubicBezTo>
                    <a:pt x="33020" y="1183640"/>
                    <a:pt x="127000" y="1132840"/>
                    <a:pt x="213360" y="1085850"/>
                  </a:cubicBezTo>
                  <a:cubicBezTo>
                    <a:pt x="345440" y="1012190"/>
                    <a:pt x="609600" y="896620"/>
                    <a:pt x="739140" y="842010"/>
                  </a:cubicBezTo>
                  <a:cubicBezTo>
                    <a:pt x="812800" y="810260"/>
                    <a:pt x="842010" y="798830"/>
                    <a:pt x="914400" y="774700"/>
                  </a:cubicBezTo>
                  <a:cubicBezTo>
                    <a:pt x="1031240" y="734060"/>
                    <a:pt x="1267460" y="674370"/>
                    <a:pt x="1377950" y="636270"/>
                  </a:cubicBezTo>
                  <a:cubicBezTo>
                    <a:pt x="1441450" y="613410"/>
                    <a:pt x="1494790" y="572770"/>
                    <a:pt x="1524000" y="575310"/>
                  </a:cubicBezTo>
                  <a:cubicBezTo>
                    <a:pt x="1537970" y="576580"/>
                    <a:pt x="1550670" y="585470"/>
                    <a:pt x="1553210" y="593090"/>
                  </a:cubicBezTo>
                  <a:cubicBezTo>
                    <a:pt x="1554480" y="601980"/>
                    <a:pt x="1537970" y="623570"/>
                    <a:pt x="1537970" y="623570"/>
                  </a:cubicBezTo>
                </a:path>
              </a:pathLst>
            </a:custGeom>
            <a:solidFill>
              <a:srgbClr val="45A3E4"/>
            </a:solidFill>
            <a:ln cap="sq">
              <a:noFill/>
              <a:prstDash val="solid"/>
              <a:miter/>
            </a:ln>
          </p:spPr>
        </p:sp>
      </p:grpSp>
      <p:grpSp>
        <p:nvGrpSpPr>
          <p:cNvPr name="Group 71" id="71"/>
          <p:cNvGrpSpPr/>
          <p:nvPr/>
        </p:nvGrpSpPr>
        <p:grpSpPr>
          <a:xfrm rot="0">
            <a:off x="16236315" y="6194108"/>
            <a:ext cx="672465" cy="690562"/>
            <a:chOff x="0" y="0"/>
            <a:chExt cx="896620" cy="920750"/>
          </a:xfrm>
        </p:grpSpPr>
        <p:sp>
          <p:nvSpPr>
            <p:cNvPr name="Freeform 72" id="72"/>
            <p:cNvSpPr/>
            <p:nvPr/>
          </p:nvSpPr>
          <p:spPr>
            <a:xfrm flipH="false" flipV="false" rot="0">
              <a:off x="48260" y="40640"/>
              <a:ext cx="798830" cy="830580"/>
            </a:xfrm>
            <a:custGeom>
              <a:avLst/>
              <a:gdLst/>
              <a:ahLst/>
              <a:cxnLst/>
              <a:rect r="r" b="b" t="t" l="l"/>
              <a:pathLst>
                <a:path h="830580" w="798830">
                  <a:moveTo>
                    <a:pt x="21590" y="166370"/>
                  </a:moveTo>
                  <a:cubicBezTo>
                    <a:pt x="579120" y="21590"/>
                    <a:pt x="671830" y="0"/>
                    <a:pt x="721360" y="10160"/>
                  </a:cubicBezTo>
                  <a:cubicBezTo>
                    <a:pt x="745490" y="15240"/>
                    <a:pt x="760730" y="21590"/>
                    <a:pt x="773430" y="39370"/>
                  </a:cubicBezTo>
                  <a:cubicBezTo>
                    <a:pt x="791210" y="63500"/>
                    <a:pt x="798830" y="111760"/>
                    <a:pt x="796290" y="154940"/>
                  </a:cubicBezTo>
                  <a:cubicBezTo>
                    <a:pt x="792480" y="210820"/>
                    <a:pt x="764540" y="271780"/>
                    <a:pt x="731520" y="349250"/>
                  </a:cubicBezTo>
                  <a:cubicBezTo>
                    <a:pt x="676910" y="473710"/>
                    <a:pt x="530860" y="775970"/>
                    <a:pt x="477520" y="816610"/>
                  </a:cubicBezTo>
                  <a:cubicBezTo>
                    <a:pt x="463550" y="826770"/>
                    <a:pt x="448310" y="829310"/>
                    <a:pt x="441960" y="825500"/>
                  </a:cubicBezTo>
                  <a:cubicBezTo>
                    <a:pt x="434340" y="820420"/>
                    <a:pt x="431800" y="796290"/>
                    <a:pt x="435610" y="788670"/>
                  </a:cubicBezTo>
                  <a:cubicBezTo>
                    <a:pt x="438150" y="782320"/>
                    <a:pt x="449580" y="778510"/>
                    <a:pt x="457200" y="778510"/>
                  </a:cubicBezTo>
                  <a:cubicBezTo>
                    <a:pt x="463550" y="778510"/>
                    <a:pt x="473710" y="784860"/>
                    <a:pt x="477520" y="789940"/>
                  </a:cubicBezTo>
                  <a:cubicBezTo>
                    <a:pt x="481330" y="796290"/>
                    <a:pt x="481330" y="807720"/>
                    <a:pt x="478790" y="814070"/>
                  </a:cubicBezTo>
                  <a:cubicBezTo>
                    <a:pt x="476250" y="820420"/>
                    <a:pt x="467360" y="828040"/>
                    <a:pt x="459740" y="829310"/>
                  </a:cubicBezTo>
                  <a:cubicBezTo>
                    <a:pt x="453390" y="830580"/>
                    <a:pt x="441960" y="826770"/>
                    <a:pt x="438150" y="821690"/>
                  </a:cubicBezTo>
                  <a:cubicBezTo>
                    <a:pt x="433070" y="815340"/>
                    <a:pt x="430530" y="806450"/>
                    <a:pt x="434340" y="791210"/>
                  </a:cubicBezTo>
                  <a:cubicBezTo>
                    <a:pt x="445770" y="727710"/>
                    <a:pt x="629920" y="450850"/>
                    <a:pt x="683260" y="332740"/>
                  </a:cubicBezTo>
                  <a:cubicBezTo>
                    <a:pt x="715010" y="262890"/>
                    <a:pt x="744220" y="209550"/>
                    <a:pt x="746760" y="158750"/>
                  </a:cubicBezTo>
                  <a:cubicBezTo>
                    <a:pt x="748030" y="121920"/>
                    <a:pt x="745490" y="76200"/>
                    <a:pt x="720090" y="59690"/>
                  </a:cubicBezTo>
                  <a:cubicBezTo>
                    <a:pt x="683260" y="34290"/>
                    <a:pt x="588010" y="71120"/>
                    <a:pt x="501650" y="87630"/>
                  </a:cubicBezTo>
                  <a:cubicBezTo>
                    <a:pt x="374650" y="114300"/>
                    <a:pt x="96520" y="227330"/>
                    <a:pt x="33020" y="215900"/>
                  </a:cubicBezTo>
                  <a:cubicBezTo>
                    <a:pt x="15240" y="213360"/>
                    <a:pt x="3810" y="203200"/>
                    <a:pt x="2540" y="194310"/>
                  </a:cubicBezTo>
                  <a:cubicBezTo>
                    <a:pt x="0" y="186690"/>
                    <a:pt x="21590" y="166370"/>
                    <a:pt x="21590" y="166370"/>
                  </a:cubicBezTo>
                </a:path>
              </a:pathLst>
            </a:custGeom>
            <a:solidFill>
              <a:srgbClr val="45A3E4"/>
            </a:solidFill>
            <a:ln cap="sq">
              <a:noFill/>
              <a:prstDash val="solid"/>
              <a:miter/>
            </a:ln>
          </p:spPr>
        </p:sp>
      </p:grpSp>
      <p:grpSp>
        <p:nvGrpSpPr>
          <p:cNvPr name="Group 73" id="73"/>
          <p:cNvGrpSpPr/>
          <p:nvPr/>
        </p:nvGrpSpPr>
        <p:grpSpPr>
          <a:xfrm rot="0">
            <a:off x="15798165" y="5792153"/>
            <a:ext cx="1252538" cy="1415415"/>
            <a:chOff x="0" y="0"/>
            <a:chExt cx="1670050" cy="1887220"/>
          </a:xfrm>
        </p:grpSpPr>
        <p:sp>
          <p:nvSpPr>
            <p:cNvPr name="Freeform 74" id="74"/>
            <p:cNvSpPr/>
            <p:nvPr/>
          </p:nvSpPr>
          <p:spPr>
            <a:xfrm flipH="false" flipV="false" rot="0">
              <a:off x="48260" y="46990"/>
              <a:ext cx="1576070" cy="1795780"/>
            </a:xfrm>
            <a:custGeom>
              <a:avLst/>
              <a:gdLst/>
              <a:ahLst/>
              <a:cxnLst/>
              <a:rect r="r" b="b" t="t" l="l"/>
              <a:pathLst>
                <a:path h="1795780" w="1576070">
                  <a:moveTo>
                    <a:pt x="1562100" y="1212850"/>
                  </a:moveTo>
                  <a:cubicBezTo>
                    <a:pt x="554990" y="1601470"/>
                    <a:pt x="434340" y="1678940"/>
                    <a:pt x="320040" y="1723390"/>
                  </a:cubicBezTo>
                  <a:cubicBezTo>
                    <a:pt x="237490" y="1755140"/>
                    <a:pt x="154940" y="1781810"/>
                    <a:pt x="99060" y="1788160"/>
                  </a:cubicBezTo>
                  <a:cubicBezTo>
                    <a:pt x="66040" y="1793240"/>
                    <a:pt x="33020" y="1795780"/>
                    <a:pt x="17780" y="1785620"/>
                  </a:cubicBezTo>
                  <a:cubicBezTo>
                    <a:pt x="7620" y="1778000"/>
                    <a:pt x="5080" y="1765300"/>
                    <a:pt x="2540" y="1750060"/>
                  </a:cubicBezTo>
                  <a:cubicBezTo>
                    <a:pt x="0" y="1724660"/>
                    <a:pt x="8890" y="1694180"/>
                    <a:pt x="21590" y="1643380"/>
                  </a:cubicBezTo>
                  <a:cubicBezTo>
                    <a:pt x="54610" y="1515110"/>
                    <a:pt x="199390" y="1126490"/>
                    <a:pt x="260350" y="970280"/>
                  </a:cubicBezTo>
                  <a:cubicBezTo>
                    <a:pt x="293370" y="883920"/>
                    <a:pt x="309880" y="839470"/>
                    <a:pt x="342900" y="773430"/>
                  </a:cubicBezTo>
                  <a:cubicBezTo>
                    <a:pt x="379730" y="702310"/>
                    <a:pt x="416560" y="642620"/>
                    <a:pt x="473710" y="558800"/>
                  </a:cubicBezTo>
                  <a:cubicBezTo>
                    <a:pt x="563880" y="426720"/>
                    <a:pt x="807720" y="165100"/>
                    <a:pt x="850900" y="73660"/>
                  </a:cubicBezTo>
                  <a:cubicBezTo>
                    <a:pt x="864870" y="43180"/>
                    <a:pt x="854710" y="13970"/>
                    <a:pt x="864870" y="5080"/>
                  </a:cubicBezTo>
                  <a:cubicBezTo>
                    <a:pt x="869950" y="0"/>
                    <a:pt x="882650" y="1270"/>
                    <a:pt x="887730" y="5080"/>
                  </a:cubicBezTo>
                  <a:cubicBezTo>
                    <a:pt x="894080" y="7620"/>
                    <a:pt x="901700" y="16510"/>
                    <a:pt x="901700" y="24130"/>
                  </a:cubicBezTo>
                  <a:cubicBezTo>
                    <a:pt x="902970" y="30480"/>
                    <a:pt x="899160" y="41910"/>
                    <a:pt x="894080" y="45720"/>
                  </a:cubicBezTo>
                  <a:cubicBezTo>
                    <a:pt x="887730" y="50800"/>
                    <a:pt x="877570" y="53340"/>
                    <a:pt x="869950" y="52070"/>
                  </a:cubicBezTo>
                  <a:cubicBezTo>
                    <a:pt x="863600" y="49530"/>
                    <a:pt x="854710" y="41910"/>
                    <a:pt x="853440" y="35560"/>
                  </a:cubicBezTo>
                  <a:cubicBezTo>
                    <a:pt x="850900" y="27940"/>
                    <a:pt x="855980" y="11430"/>
                    <a:pt x="862330" y="6350"/>
                  </a:cubicBezTo>
                  <a:cubicBezTo>
                    <a:pt x="867410" y="1270"/>
                    <a:pt x="878840" y="1270"/>
                    <a:pt x="885190" y="3810"/>
                  </a:cubicBezTo>
                  <a:cubicBezTo>
                    <a:pt x="892810" y="6350"/>
                    <a:pt x="899160" y="12700"/>
                    <a:pt x="901700" y="21590"/>
                  </a:cubicBezTo>
                  <a:cubicBezTo>
                    <a:pt x="906780" y="38100"/>
                    <a:pt x="906780" y="66040"/>
                    <a:pt x="891540" y="100330"/>
                  </a:cubicBezTo>
                  <a:cubicBezTo>
                    <a:pt x="852170" y="196850"/>
                    <a:pt x="607060" y="454660"/>
                    <a:pt x="516890" y="584200"/>
                  </a:cubicBezTo>
                  <a:cubicBezTo>
                    <a:pt x="461010" y="666750"/>
                    <a:pt x="435610" y="702310"/>
                    <a:pt x="389890" y="793750"/>
                  </a:cubicBezTo>
                  <a:cubicBezTo>
                    <a:pt x="313690" y="948690"/>
                    <a:pt x="193040" y="1295400"/>
                    <a:pt x="137160" y="1451610"/>
                  </a:cubicBezTo>
                  <a:cubicBezTo>
                    <a:pt x="106680" y="1537970"/>
                    <a:pt x="86360" y="1600200"/>
                    <a:pt x="71120" y="1653540"/>
                  </a:cubicBezTo>
                  <a:cubicBezTo>
                    <a:pt x="62230" y="1687830"/>
                    <a:pt x="50800" y="1717040"/>
                    <a:pt x="52070" y="1737360"/>
                  </a:cubicBezTo>
                  <a:cubicBezTo>
                    <a:pt x="52070" y="1748790"/>
                    <a:pt x="53340" y="1762760"/>
                    <a:pt x="58420" y="1764030"/>
                  </a:cubicBezTo>
                  <a:cubicBezTo>
                    <a:pt x="63500" y="1765300"/>
                    <a:pt x="68580" y="1748790"/>
                    <a:pt x="82550" y="1741170"/>
                  </a:cubicBezTo>
                  <a:cubicBezTo>
                    <a:pt x="116840" y="1719580"/>
                    <a:pt x="217170" y="1708150"/>
                    <a:pt x="299720" y="1676400"/>
                  </a:cubicBezTo>
                  <a:cubicBezTo>
                    <a:pt x="412750" y="1633220"/>
                    <a:pt x="535940" y="1554480"/>
                    <a:pt x="693420" y="1487170"/>
                  </a:cubicBezTo>
                  <a:cubicBezTo>
                    <a:pt x="920750" y="1389380"/>
                    <a:pt x="1446530" y="1172210"/>
                    <a:pt x="1539240" y="1168400"/>
                  </a:cubicBezTo>
                  <a:cubicBezTo>
                    <a:pt x="1557020" y="1167130"/>
                    <a:pt x="1567180" y="1169670"/>
                    <a:pt x="1570990" y="1176020"/>
                  </a:cubicBezTo>
                  <a:cubicBezTo>
                    <a:pt x="1576070" y="1183640"/>
                    <a:pt x="1562100" y="1212850"/>
                    <a:pt x="1562100" y="1212850"/>
                  </a:cubicBezTo>
                </a:path>
              </a:pathLst>
            </a:custGeom>
            <a:solidFill>
              <a:srgbClr val="45A3E4"/>
            </a:solidFill>
            <a:ln cap="sq">
              <a:noFill/>
              <a:prstDash val="solid"/>
              <a:miter/>
            </a:ln>
          </p:spPr>
        </p:sp>
      </p:grpSp>
      <p:grpSp>
        <p:nvGrpSpPr>
          <p:cNvPr name="Group 75" id="75"/>
          <p:cNvGrpSpPr/>
          <p:nvPr/>
        </p:nvGrpSpPr>
        <p:grpSpPr>
          <a:xfrm rot="0">
            <a:off x="15962948" y="5703570"/>
            <a:ext cx="750570" cy="719138"/>
            <a:chOff x="0" y="0"/>
            <a:chExt cx="1000760" cy="958850"/>
          </a:xfrm>
        </p:grpSpPr>
        <p:sp>
          <p:nvSpPr>
            <p:cNvPr name="Freeform 76" id="76"/>
            <p:cNvSpPr/>
            <p:nvPr/>
          </p:nvSpPr>
          <p:spPr>
            <a:xfrm flipH="false" flipV="false" rot="0">
              <a:off x="46990" y="46990"/>
              <a:ext cx="904240" cy="864870"/>
            </a:xfrm>
            <a:custGeom>
              <a:avLst/>
              <a:gdLst/>
              <a:ahLst/>
              <a:cxnLst/>
              <a:rect r="r" b="b" t="t" l="l"/>
              <a:pathLst>
                <a:path h="864870" w="904240">
                  <a:moveTo>
                    <a:pt x="10160" y="328930"/>
                  </a:moveTo>
                  <a:cubicBezTo>
                    <a:pt x="214630" y="177800"/>
                    <a:pt x="259080" y="153670"/>
                    <a:pt x="325120" y="124460"/>
                  </a:cubicBezTo>
                  <a:cubicBezTo>
                    <a:pt x="419100" y="83820"/>
                    <a:pt x="603250" y="11430"/>
                    <a:pt x="679450" y="3810"/>
                  </a:cubicBezTo>
                  <a:cubicBezTo>
                    <a:pt x="715010" y="0"/>
                    <a:pt x="735330" y="2540"/>
                    <a:pt x="758190" y="12700"/>
                  </a:cubicBezTo>
                  <a:cubicBezTo>
                    <a:pt x="782320" y="24130"/>
                    <a:pt x="803910" y="45720"/>
                    <a:pt x="821690" y="69850"/>
                  </a:cubicBezTo>
                  <a:cubicBezTo>
                    <a:pt x="842010" y="96520"/>
                    <a:pt x="859790" y="127000"/>
                    <a:pt x="872490" y="168910"/>
                  </a:cubicBezTo>
                  <a:cubicBezTo>
                    <a:pt x="890270" y="227330"/>
                    <a:pt x="899160" y="331470"/>
                    <a:pt x="901700" y="398780"/>
                  </a:cubicBezTo>
                  <a:cubicBezTo>
                    <a:pt x="904240" y="450850"/>
                    <a:pt x="901700" y="492760"/>
                    <a:pt x="894080" y="537210"/>
                  </a:cubicBezTo>
                  <a:cubicBezTo>
                    <a:pt x="885190" y="580390"/>
                    <a:pt x="876300" y="624840"/>
                    <a:pt x="853440" y="661670"/>
                  </a:cubicBezTo>
                  <a:cubicBezTo>
                    <a:pt x="828040" y="698500"/>
                    <a:pt x="778510" y="721360"/>
                    <a:pt x="748030" y="755650"/>
                  </a:cubicBezTo>
                  <a:cubicBezTo>
                    <a:pt x="718820" y="787400"/>
                    <a:pt x="695960" y="848360"/>
                    <a:pt x="673100" y="859790"/>
                  </a:cubicBezTo>
                  <a:cubicBezTo>
                    <a:pt x="662940" y="864870"/>
                    <a:pt x="648970" y="863600"/>
                    <a:pt x="642620" y="858520"/>
                  </a:cubicBezTo>
                  <a:cubicBezTo>
                    <a:pt x="636270" y="853440"/>
                    <a:pt x="631190" y="836930"/>
                    <a:pt x="635000" y="829310"/>
                  </a:cubicBezTo>
                  <a:cubicBezTo>
                    <a:pt x="638810" y="821690"/>
                    <a:pt x="661670" y="812800"/>
                    <a:pt x="669290" y="816610"/>
                  </a:cubicBezTo>
                  <a:cubicBezTo>
                    <a:pt x="676910" y="820420"/>
                    <a:pt x="684530" y="844550"/>
                    <a:pt x="680720" y="850900"/>
                  </a:cubicBezTo>
                  <a:cubicBezTo>
                    <a:pt x="676910" y="858520"/>
                    <a:pt x="651510" y="864870"/>
                    <a:pt x="645160" y="861060"/>
                  </a:cubicBezTo>
                  <a:cubicBezTo>
                    <a:pt x="637540" y="855980"/>
                    <a:pt x="635000" y="839470"/>
                    <a:pt x="637540" y="824230"/>
                  </a:cubicBezTo>
                  <a:cubicBezTo>
                    <a:pt x="643890" y="797560"/>
                    <a:pt x="685800" y="748030"/>
                    <a:pt x="715010" y="716280"/>
                  </a:cubicBezTo>
                  <a:cubicBezTo>
                    <a:pt x="741680" y="687070"/>
                    <a:pt x="784860" y="673100"/>
                    <a:pt x="806450" y="641350"/>
                  </a:cubicBezTo>
                  <a:cubicBezTo>
                    <a:pt x="828040" y="610870"/>
                    <a:pt x="835660" y="571500"/>
                    <a:pt x="843280" y="533400"/>
                  </a:cubicBezTo>
                  <a:cubicBezTo>
                    <a:pt x="850900" y="492760"/>
                    <a:pt x="852170" y="450850"/>
                    <a:pt x="850900" y="402590"/>
                  </a:cubicBezTo>
                  <a:cubicBezTo>
                    <a:pt x="849630" y="340360"/>
                    <a:pt x="842010" y="243840"/>
                    <a:pt x="826770" y="190500"/>
                  </a:cubicBezTo>
                  <a:cubicBezTo>
                    <a:pt x="816610" y="154940"/>
                    <a:pt x="801370" y="128270"/>
                    <a:pt x="786130" y="105410"/>
                  </a:cubicBezTo>
                  <a:cubicBezTo>
                    <a:pt x="773430" y="86360"/>
                    <a:pt x="762000" y="69850"/>
                    <a:pt x="745490" y="60960"/>
                  </a:cubicBezTo>
                  <a:cubicBezTo>
                    <a:pt x="730250" y="52070"/>
                    <a:pt x="717550" y="50800"/>
                    <a:pt x="692150" y="53340"/>
                  </a:cubicBezTo>
                  <a:cubicBezTo>
                    <a:pt x="626110" y="59690"/>
                    <a:pt x="439420" y="129540"/>
                    <a:pt x="349250" y="168910"/>
                  </a:cubicBezTo>
                  <a:cubicBezTo>
                    <a:pt x="285750" y="196850"/>
                    <a:pt x="243840" y="219710"/>
                    <a:pt x="193040" y="252730"/>
                  </a:cubicBezTo>
                  <a:cubicBezTo>
                    <a:pt x="139700" y="287020"/>
                    <a:pt x="69850" y="367030"/>
                    <a:pt x="35560" y="372110"/>
                  </a:cubicBezTo>
                  <a:cubicBezTo>
                    <a:pt x="21590" y="374650"/>
                    <a:pt x="7620" y="369570"/>
                    <a:pt x="3810" y="361950"/>
                  </a:cubicBezTo>
                  <a:cubicBezTo>
                    <a:pt x="0" y="355600"/>
                    <a:pt x="10160" y="328930"/>
                    <a:pt x="10160" y="328930"/>
                  </a:cubicBezTo>
                </a:path>
              </a:pathLst>
            </a:custGeom>
            <a:solidFill>
              <a:srgbClr val="45A3E4"/>
            </a:solidFill>
            <a:ln cap="sq">
              <a:noFill/>
              <a:prstDash val="solid"/>
              <a:miter/>
            </a:ln>
          </p:spPr>
        </p:sp>
      </p:grpSp>
      <p:grpSp>
        <p:nvGrpSpPr>
          <p:cNvPr name="Group 77" id="77"/>
          <p:cNvGrpSpPr/>
          <p:nvPr/>
        </p:nvGrpSpPr>
        <p:grpSpPr>
          <a:xfrm rot="0">
            <a:off x="10527982" y="6356985"/>
            <a:ext cx="740093" cy="956310"/>
            <a:chOff x="0" y="0"/>
            <a:chExt cx="986790" cy="1275080"/>
          </a:xfrm>
        </p:grpSpPr>
        <p:sp>
          <p:nvSpPr>
            <p:cNvPr name="Freeform 78" id="78"/>
            <p:cNvSpPr/>
            <p:nvPr/>
          </p:nvSpPr>
          <p:spPr>
            <a:xfrm flipH="false" flipV="false" rot="0">
              <a:off x="46990" y="49530"/>
              <a:ext cx="890270" cy="1201420"/>
            </a:xfrm>
            <a:custGeom>
              <a:avLst/>
              <a:gdLst/>
              <a:ahLst/>
              <a:cxnLst/>
              <a:rect r="r" b="b" t="t" l="l"/>
              <a:pathLst>
                <a:path h="1201420" w="890270">
                  <a:moveTo>
                    <a:pt x="312420" y="1123950"/>
                  </a:moveTo>
                  <a:cubicBezTo>
                    <a:pt x="861060" y="1085850"/>
                    <a:pt x="748030" y="984250"/>
                    <a:pt x="701040" y="922020"/>
                  </a:cubicBezTo>
                  <a:cubicBezTo>
                    <a:pt x="659130" y="866140"/>
                    <a:pt x="628650" y="830580"/>
                    <a:pt x="572770" y="769620"/>
                  </a:cubicBezTo>
                  <a:cubicBezTo>
                    <a:pt x="481330" y="670560"/>
                    <a:pt x="297180" y="529590"/>
                    <a:pt x="199390" y="398780"/>
                  </a:cubicBezTo>
                  <a:cubicBezTo>
                    <a:pt x="113030" y="284480"/>
                    <a:pt x="16510" y="88900"/>
                    <a:pt x="3810" y="38100"/>
                  </a:cubicBezTo>
                  <a:cubicBezTo>
                    <a:pt x="1270" y="26670"/>
                    <a:pt x="0" y="20320"/>
                    <a:pt x="3810" y="15240"/>
                  </a:cubicBezTo>
                  <a:cubicBezTo>
                    <a:pt x="7620" y="8890"/>
                    <a:pt x="16510" y="2540"/>
                    <a:pt x="24130" y="1270"/>
                  </a:cubicBezTo>
                  <a:cubicBezTo>
                    <a:pt x="30480" y="1270"/>
                    <a:pt x="40640" y="5080"/>
                    <a:pt x="45720" y="10160"/>
                  </a:cubicBezTo>
                  <a:cubicBezTo>
                    <a:pt x="50800" y="15240"/>
                    <a:pt x="53340" y="26670"/>
                    <a:pt x="50800" y="33020"/>
                  </a:cubicBezTo>
                  <a:cubicBezTo>
                    <a:pt x="48260" y="40640"/>
                    <a:pt x="34290" y="50800"/>
                    <a:pt x="26670" y="52070"/>
                  </a:cubicBezTo>
                  <a:cubicBezTo>
                    <a:pt x="19050" y="52070"/>
                    <a:pt x="7620" y="46990"/>
                    <a:pt x="5080" y="40640"/>
                  </a:cubicBezTo>
                  <a:cubicBezTo>
                    <a:pt x="1270" y="33020"/>
                    <a:pt x="6350" y="8890"/>
                    <a:pt x="12700" y="5080"/>
                  </a:cubicBezTo>
                  <a:cubicBezTo>
                    <a:pt x="20320" y="0"/>
                    <a:pt x="35560" y="3810"/>
                    <a:pt x="48260" y="15240"/>
                  </a:cubicBezTo>
                  <a:cubicBezTo>
                    <a:pt x="92710" y="50800"/>
                    <a:pt x="152400" y="251460"/>
                    <a:pt x="236220" y="363220"/>
                  </a:cubicBezTo>
                  <a:cubicBezTo>
                    <a:pt x="332740" y="494030"/>
                    <a:pt x="505460" y="619760"/>
                    <a:pt x="610870" y="736600"/>
                  </a:cubicBezTo>
                  <a:cubicBezTo>
                    <a:pt x="697230" y="831850"/>
                    <a:pt x="779780" y="935990"/>
                    <a:pt x="828040" y="1008380"/>
                  </a:cubicBezTo>
                  <a:cubicBezTo>
                    <a:pt x="857250" y="1052830"/>
                    <a:pt x="890270" y="1092200"/>
                    <a:pt x="889000" y="1121410"/>
                  </a:cubicBezTo>
                  <a:cubicBezTo>
                    <a:pt x="887730" y="1141730"/>
                    <a:pt x="868680" y="1163320"/>
                    <a:pt x="852170" y="1172210"/>
                  </a:cubicBezTo>
                  <a:cubicBezTo>
                    <a:pt x="836930" y="1179830"/>
                    <a:pt x="824230" y="1173480"/>
                    <a:pt x="795020" y="1174750"/>
                  </a:cubicBezTo>
                  <a:cubicBezTo>
                    <a:pt x="713740" y="1176020"/>
                    <a:pt x="370840" y="1201420"/>
                    <a:pt x="312420" y="1174750"/>
                  </a:cubicBezTo>
                  <a:cubicBezTo>
                    <a:pt x="295910" y="1167130"/>
                    <a:pt x="285750" y="1154430"/>
                    <a:pt x="287020" y="1146810"/>
                  </a:cubicBezTo>
                  <a:cubicBezTo>
                    <a:pt x="287020" y="1137920"/>
                    <a:pt x="312420" y="1123950"/>
                    <a:pt x="312420" y="1123950"/>
                  </a:cubicBezTo>
                </a:path>
              </a:pathLst>
            </a:custGeom>
            <a:solidFill>
              <a:srgbClr val="45A3E4"/>
            </a:solidFill>
            <a:ln cap="sq">
              <a:noFill/>
              <a:prstDash val="solid"/>
              <a:miter/>
            </a:ln>
          </p:spPr>
        </p:sp>
      </p:grpSp>
      <p:grpSp>
        <p:nvGrpSpPr>
          <p:cNvPr name="Group 79" id="79"/>
          <p:cNvGrpSpPr/>
          <p:nvPr/>
        </p:nvGrpSpPr>
        <p:grpSpPr>
          <a:xfrm rot="0">
            <a:off x="10281285" y="6141720"/>
            <a:ext cx="695325" cy="620078"/>
            <a:chOff x="0" y="0"/>
            <a:chExt cx="927100" cy="826770"/>
          </a:xfrm>
        </p:grpSpPr>
        <p:sp>
          <p:nvSpPr>
            <p:cNvPr name="Freeform 80" id="80"/>
            <p:cNvSpPr/>
            <p:nvPr/>
          </p:nvSpPr>
          <p:spPr>
            <a:xfrm flipH="false" flipV="false" rot="0">
              <a:off x="50800" y="45720"/>
              <a:ext cx="828040" cy="731520"/>
            </a:xfrm>
            <a:custGeom>
              <a:avLst/>
              <a:gdLst/>
              <a:ahLst/>
              <a:cxnLst/>
              <a:rect r="r" b="b" t="t" l="l"/>
              <a:pathLst>
                <a:path h="731520" w="828040">
                  <a:moveTo>
                    <a:pt x="0" y="699770"/>
                  </a:moveTo>
                  <a:cubicBezTo>
                    <a:pt x="45720" y="543560"/>
                    <a:pt x="252730" y="96520"/>
                    <a:pt x="330200" y="27940"/>
                  </a:cubicBezTo>
                  <a:cubicBezTo>
                    <a:pt x="354330" y="6350"/>
                    <a:pt x="369570" y="0"/>
                    <a:pt x="394970" y="5080"/>
                  </a:cubicBezTo>
                  <a:cubicBezTo>
                    <a:pt x="435610" y="12700"/>
                    <a:pt x="504190" y="93980"/>
                    <a:pt x="543560" y="134620"/>
                  </a:cubicBezTo>
                  <a:cubicBezTo>
                    <a:pt x="571500" y="165100"/>
                    <a:pt x="580390" y="186690"/>
                    <a:pt x="610870" y="220980"/>
                  </a:cubicBezTo>
                  <a:cubicBezTo>
                    <a:pt x="660400" y="275590"/>
                    <a:pt x="808990" y="383540"/>
                    <a:pt x="821690" y="426720"/>
                  </a:cubicBezTo>
                  <a:cubicBezTo>
                    <a:pt x="826770" y="441960"/>
                    <a:pt x="820420" y="457200"/>
                    <a:pt x="812800" y="462280"/>
                  </a:cubicBezTo>
                  <a:cubicBezTo>
                    <a:pt x="806450" y="466090"/>
                    <a:pt x="788670" y="463550"/>
                    <a:pt x="782320" y="458470"/>
                  </a:cubicBezTo>
                  <a:cubicBezTo>
                    <a:pt x="777240" y="453390"/>
                    <a:pt x="774700" y="441960"/>
                    <a:pt x="775970" y="435610"/>
                  </a:cubicBezTo>
                  <a:cubicBezTo>
                    <a:pt x="777240" y="427990"/>
                    <a:pt x="783590" y="419100"/>
                    <a:pt x="789940" y="416560"/>
                  </a:cubicBezTo>
                  <a:cubicBezTo>
                    <a:pt x="797560" y="414020"/>
                    <a:pt x="814070" y="417830"/>
                    <a:pt x="820420" y="424180"/>
                  </a:cubicBezTo>
                  <a:cubicBezTo>
                    <a:pt x="825500" y="429260"/>
                    <a:pt x="828040" y="440690"/>
                    <a:pt x="824230" y="447040"/>
                  </a:cubicBezTo>
                  <a:cubicBezTo>
                    <a:pt x="820420" y="454660"/>
                    <a:pt x="803910" y="464820"/>
                    <a:pt x="791210" y="463550"/>
                  </a:cubicBezTo>
                  <a:cubicBezTo>
                    <a:pt x="770890" y="462280"/>
                    <a:pt x="746760" y="433070"/>
                    <a:pt x="716280" y="405130"/>
                  </a:cubicBezTo>
                  <a:cubicBezTo>
                    <a:pt x="662940" y="354330"/>
                    <a:pt x="574040" y="236220"/>
                    <a:pt x="510540" y="173990"/>
                  </a:cubicBezTo>
                  <a:cubicBezTo>
                    <a:pt x="461010" y="125730"/>
                    <a:pt x="419100" y="45720"/>
                    <a:pt x="370840" y="54610"/>
                  </a:cubicBezTo>
                  <a:cubicBezTo>
                    <a:pt x="276860" y="73660"/>
                    <a:pt x="96520" y="552450"/>
                    <a:pt x="60960" y="651510"/>
                  </a:cubicBezTo>
                  <a:cubicBezTo>
                    <a:pt x="50800" y="683260"/>
                    <a:pt x="58420" y="703580"/>
                    <a:pt x="48260" y="716280"/>
                  </a:cubicBezTo>
                  <a:cubicBezTo>
                    <a:pt x="40640" y="725170"/>
                    <a:pt x="25400" y="731520"/>
                    <a:pt x="16510" y="728980"/>
                  </a:cubicBezTo>
                  <a:cubicBezTo>
                    <a:pt x="8890" y="726440"/>
                    <a:pt x="0" y="699770"/>
                    <a:pt x="0" y="699770"/>
                  </a:cubicBezTo>
                </a:path>
              </a:pathLst>
            </a:custGeom>
            <a:solidFill>
              <a:srgbClr val="45A3E4"/>
            </a:solidFill>
            <a:ln cap="sq">
              <a:noFill/>
              <a:prstDash val="solid"/>
              <a:miter/>
            </a:ln>
          </p:spPr>
        </p:sp>
      </p:grpSp>
      <p:grpSp>
        <p:nvGrpSpPr>
          <p:cNvPr name="Group 81" id="81"/>
          <p:cNvGrpSpPr/>
          <p:nvPr/>
        </p:nvGrpSpPr>
        <p:grpSpPr>
          <a:xfrm rot="0">
            <a:off x="10786110" y="6389370"/>
            <a:ext cx="613410" cy="777240"/>
            <a:chOff x="0" y="0"/>
            <a:chExt cx="817880" cy="1036320"/>
          </a:xfrm>
        </p:grpSpPr>
        <p:sp>
          <p:nvSpPr>
            <p:cNvPr name="Freeform 82" id="82"/>
            <p:cNvSpPr/>
            <p:nvPr/>
          </p:nvSpPr>
          <p:spPr>
            <a:xfrm flipH="false" flipV="false" rot="0">
              <a:off x="49530" y="43180"/>
              <a:ext cx="717550" cy="955040"/>
            </a:xfrm>
            <a:custGeom>
              <a:avLst/>
              <a:gdLst/>
              <a:ahLst/>
              <a:cxnLst/>
              <a:rect r="r" b="b" t="t" l="l"/>
              <a:pathLst>
                <a:path h="955040" w="717550">
                  <a:moveTo>
                    <a:pt x="33020" y="782320"/>
                  </a:moveTo>
                  <a:cubicBezTo>
                    <a:pt x="271780" y="828040"/>
                    <a:pt x="318770" y="853440"/>
                    <a:pt x="375920" y="866140"/>
                  </a:cubicBezTo>
                  <a:cubicBezTo>
                    <a:pt x="443230" y="881380"/>
                    <a:pt x="553720" y="908050"/>
                    <a:pt x="596900" y="895350"/>
                  </a:cubicBezTo>
                  <a:cubicBezTo>
                    <a:pt x="618490" y="889000"/>
                    <a:pt x="628650" y="878840"/>
                    <a:pt x="640080" y="859790"/>
                  </a:cubicBezTo>
                  <a:cubicBezTo>
                    <a:pt x="659130" y="826770"/>
                    <a:pt x="665480" y="755650"/>
                    <a:pt x="666750" y="690880"/>
                  </a:cubicBezTo>
                  <a:cubicBezTo>
                    <a:pt x="668020" y="605790"/>
                    <a:pt x="650240" y="494030"/>
                    <a:pt x="628650" y="393700"/>
                  </a:cubicBezTo>
                  <a:cubicBezTo>
                    <a:pt x="604520" y="287020"/>
                    <a:pt x="572770" y="110490"/>
                    <a:pt x="524510" y="68580"/>
                  </a:cubicBezTo>
                  <a:cubicBezTo>
                    <a:pt x="500380" y="46990"/>
                    <a:pt x="457200" y="62230"/>
                    <a:pt x="443230" y="53340"/>
                  </a:cubicBezTo>
                  <a:cubicBezTo>
                    <a:pt x="435610" y="48260"/>
                    <a:pt x="430530" y="40640"/>
                    <a:pt x="430530" y="33020"/>
                  </a:cubicBezTo>
                  <a:cubicBezTo>
                    <a:pt x="429260" y="26670"/>
                    <a:pt x="433070" y="15240"/>
                    <a:pt x="439420" y="11430"/>
                  </a:cubicBezTo>
                  <a:cubicBezTo>
                    <a:pt x="445770" y="6350"/>
                    <a:pt x="463550" y="5080"/>
                    <a:pt x="469900" y="10160"/>
                  </a:cubicBezTo>
                  <a:cubicBezTo>
                    <a:pt x="476250" y="13970"/>
                    <a:pt x="481330" y="31750"/>
                    <a:pt x="478790" y="39370"/>
                  </a:cubicBezTo>
                  <a:cubicBezTo>
                    <a:pt x="477520" y="45720"/>
                    <a:pt x="468630" y="54610"/>
                    <a:pt x="462280" y="54610"/>
                  </a:cubicBezTo>
                  <a:cubicBezTo>
                    <a:pt x="453390" y="55880"/>
                    <a:pt x="433070" y="44450"/>
                    <a:pt x="430530" y="35560"/>
                  </a:cubicBezTo>
                  <a:cubicBezTo>
                    <a:pt x="427990" y="27940"/>
                    <a:pt x="434340" y="12700"/>
                    <a:pt x="443230" y="7620"/>
                  </a:cubicBezTo>
                  <a:cubicBezTo>
                    <a:pt x="458470" y="0"/>
                    <a:pt x="506730" y="10160"/>
                    <a:pt x="528320" y="19050"/>
                  </a:cubicBezTo>
                  <a:cubicBezTo>
                    <a:pt x="543560" y="25400"/>
                    <a:pt x="553720" y="30480"/>
                    <a:pt x="565150" y="44450"/>
                  </a:cubicBezTo>
                  <a:cubicBezTo>
                    <a:pt x="581660" y="64770"/>
                    <a:pt x="590550" y="97790"/>
                    <a:pt x="604520" y="137160"/>
                  </a:cubicBezTo>
                  <a:cubicBezTo>
                    <a:pt x="626110" y="199390"/>
                    <a:pt x="660400" y="298450"/>
                    <a:pt x="678180" y="387350"/>
                  </a:cubicBezTo>
                  <a:cubicBezTo>
                    <a:pt x="698500" y="483870"/>
                    <a:pt x="717550" y="621030"/>
                    <a:pt x="717550" y="695960"/>
                  </a:cubicBezTo>
                  <a:cubicBezTo>
                    <a:pt x="717550" y="739140"/>
                    <a:pt x="713740" y="763270"/>
                    <a:pt x="706120" y="796290"/>
                  </a:cubicBezTo>
                  <a:cubicBezTo>
                    <a:pt x="698500" y="829310"/>
                    <a:pt x="692150" y="871220"/>
                    <a:pt x="673100" y="895350"/>
                  </a:cubicBezTo>
                  <a:cubicBezTo>
                    <a:pt x="655320" y="918210"/>
                    <a:pt x="632460" y="934720"/>
                    <a:pt x="598170" y="942340"/>
                  </a:cubicBezTo>
                  <a:cubicBezTo>
                    <a:pt x="543560" y="955040"/>
                    <a:pt x="433070" y="930910"/>
                    <a:pt x="363220" y="915670"/>
                  </a:cubicBezTo>
                  <a:cubicBezTo>
                    <a:pt x="306070" y="902970"/>
                    <a:pt x="265430" y="878840"/>
                    <a:pt x="210820" y="864870"/>
                  </a:cubicBezTo>
                  <a:cubicBezTo>
                    <a:pt x="151130" y="849630"/>
                    <a:pt x="48260" y="849630"/>
                    <a:pt x="19050" y="830580"/>
                  </a:cubicBezTo>
                  <a:cubicBezTo>
                    <a:pt x="7620" y="822960"/>
                    <a:pt x="0" y="810260"/>
                    <a:pt x="1270" y="802640"/>
                  </a:cubicBezTo>
                  <a:cubicBezTo>
                    <a:pt x="3810" y="793750"/>
                    <a:pt x="33020" y="782320"/>
                    <a:pt x="33020" y="782320"/>
                  </a:cubicBezTo>
                </a:path>
              </a:pathLst>
            </a:custGeom>
            <a:solidFill>
              <a:srgbClr val="45A3E4"/>
            </a:solidFill>
            <a:ln cap="sq">
              <a:noFill/>
              <a:prstDash val="solid"/>
              <a:miter/>
            </a:ln>
          </p:spPr>
        </p:sp>
      </p:grpSp>
      <p:grpSp>
        <p:nvGrpSpPr>
          <p:cNvPr name="Group 83" id="83"/>
          <p:cNvGrpSpPr/>
          <p:nvPr/>
        </p:nvGrpSpPr>
        <p:grpSpPr>
          <a:xfrm rot="0">
            <a:off x="10665143" y="6083618"/>
            <a:ext cx="832485" cy="583882"/>
            <a:chOff x="0" y="0"/>
            <a:chExt cx="1109980" cy="778510"/>
          </a:xfrm>
        </p:grpSpPr>
        <p:sp>
          <p:nvSpPr>
            <p:cNvPr name="Freeform 84" id="84"/>
            <p:cNvSpPr/>
            <p:nvPr/>
          </p:nvSpPr>
          <p:spPr>
            <a:xfrm flipH="false" flipV="false" rot="0">
              <a:off x="50800" y="44450"/>
              <a:ext cx="1009650" cy="688340"/>
            </a:xfrm>
            <a:custGeom>
              <a:avLst/>
              <a:gdLst/>
              <a:ahLst/>
              <a:cxnLst/>
              <a:rect r="r" b="b" t="t" l="l"/>
              <a:pathLst>
                <a:path h="688340" w="1009650">
                  <a:moveTo>
                    <a:pt x="0" y="651510"/>
                  </a:moveTo>
                  <a:cubicBezTo>
                    <a:pt x="86360" y="457200"/>
                    <a:pt x="176530" y="314960"/>
                    <a:pt x="231140" y="236220"/>
                  </a:cubicBezTo>
                  <a:cubicBezTo>
                    <a:pt x="269240" y="182880"/>
                    <a:pt x="297180" y="146050"/>
                    <a:pt x="335280" y="106680"/>
                  </a:cubicBezTo>
                  <a:cubicBezTo>
                    <a:pt x="373380" y="69850"/>
                    <a:pt x="415290" y="15240"/>
                    <a:pt x="458470" y="6350"/>
                  </a:cubicBezTo>
                  <a:cubicBezTo>
                    <a:pt x="494030" y="0"/>
                    <a:pt x="535940" y="25400"/>
                    <a:pt x="570230" y="40640"/>
                  </a:cubicBezTo>
                  <a:cubicBezTo>
                    <a:pt x="604520" y="54610"/>
                    <a:pt x="629920" y="64770"/>
                    <a:pt x="664210" y="92710"/>
                  </a:cubicBezTo>
                  <a:cubicBezTo>
                    <a:pt x="722630" y="139700"/>
                    <a:pt x="803910" y="248920"/>
                    <a:pt x="862330" y="327660"/>
                  </a:cubicBezTo>
                  <a:cubicBezTo>
                    <a:pt x="916940" y="400050"/>
                    <a:pt x="1009650" y="515620"/>
                    <a:pt x="1007110" y="547370"/>
                  </a:cubicBezTo>
                  <a:cubicBezTo>
                    <a:pt x="1005840" y="556260"/>
                    <a:pt x="996950" y="561340"/>
                    <a:pt x="989330" y="563880"/>
                  </a:cubicBezTo>
                  <a:cubicBezTo>
                    <a:pt x="982980" y="565150"/>
                    <a:pt x="971550" y="563880"/>
                    <a:pt x="966470" y="558800"/>
                  </a:cubicBezTo>
                  <a:cubicBezTo>
                    <a:pt x="960120" y="552450"/>
                    <a:pt x="956310" y="535940"/>
                    <a:pt x="958850" y="528320"/>
                  </a:cubicBezTo>
                  <a:cubicBezTo>
                    <a:pt x="961390" y="521970"/>
                    <a:pt x="971550" y="515620"/>
                    <a:pt x="977900" y="514350"/>
                  </a:cubicBezTo>
                  <a:cubicBezTo>
                    <a:pt x="985520" y="513080"/>
                    <a:pt x="995680" y="516890"/>
                    <a:pt x="1000760" y="521970"/>
                  </a:cubicBezTo>
                  <a:cubicBezTo>
                    <a:pt x="1005840" y="527050"/>
                    <a:pt x="1008380" y="537210"/>
                    <a:pt x="1007110" y="544830"/>
                  </a:cubicBezTo>
                  <a:cubicBezTo>
                    <a:pt x="1005840" y="551180"/>
                    <a:pt x="999490" y="560070"/>
                    <a:pt x="991870" y="562610"/>
                  </a:cubicBezTo>
                  <a:cubicBezTo>
                    <a:pt x="984250" y="565150"/>
                    <a:pt x="975360" y="563880"/>
                    <a:pt x="962660" y="554990"/>
                  </a:cubicBezTo>
                  <a:cubicBezTo>
                    <a:pt x="908050" y="519430"/>
                    <a:pt x="737870" y="217170"/>
                    <a:pt x="638810" y="135890"/>
                  </a:cubicBezTo>
                  <a:cubicBezTo>
                    <a:pt x="579120" y="86360"/>
                    <a:pt x="523240" y="40640"/>
                    <a:pt x="467360" y="50800"/>
                  </a:cubicBezTo>
                  <a:cubicBezTo>
                    <a:pt x="400050" y="63500"/>
                    <a:pt x="334010" y="184150"/>
                    <a:pt x="274320" y="264160"/>
                  </a:cubicBezTo>
                  <a:cubicBezTo>
                    <a:pt x="208280" y="350520"/>
                    <a:pt x="133350" y="476250"/>
                    <a:pt x="93980" y="553720"/>
                  </a:cubicBezTo>
                  <a:cubicBezTo>
                    <a:pt x="69850" y="601980"/>
                    <a:pt x="63500" y="659130"/>
                    <a:pt x="44450" y="676910"/>
                  </a:cubicBezTo>
                  <a:cubicBezTo>
                    <a:pt x="34290" y="684530"/>
                    <a:pt x="19050" y="688340"/>
                    <a:pt x="11430" y="683260"/>
                  </a:cubicBezTo>
                  <a:cubicBezTo>
                    <a:pt x="3810" y="679450"/>
                    <a:pt x="0" y="651510"/>
                    <a:pt x="0" y="651510"/>
                  </a:cubicBezTo>
                </a:path>
              </a:pathLst>
            </a:custGeom>
            <a:solidFill>
              <a:srgbClr val="45A3E4"/>
            </a:solidFill>
            <a:ln cap="sq">
              <a:noFill/>
              <a:prstDash val="solid"/>
              <a:miter/>
            </a:ln>
          </p:spPr>
        </p:sp>
      </p:grpSp>
      <p:grpSp>
        <p:nvGrpSpPr>
          <p:cNvPr name="Group 85" id="85"/>
          <p:cNvGrpSpPr/>
          <p:nvPr/>
        </p:nvGrpSpPr>
        <p:grpSpPr>
          <a:xfrm rot="0">
            <a:off x="11144250" y="6265545"/>
            <a:ext cx="788670" cy="871538"/>
            <a:chOff x="0" y="0"/>
            <a:chExt cx="1051560" cy="1162050"/>
          </a:xfrm>
        </p:grpSpPr>
        <p:sp>
          <p:nvSpPr>
            <p:cNvPr name="Freeform 86" id="86"/>
            <p:cNvSpPr/>
            <p:nvPr/>
          </p:nvSpPr>
          <p:spPr>
            <a:xfrm flipH="false" flipV="false" rot="0">
              <a:off x="44450" y="48260"/>
              <a:ext cx="960120" cy="1088390"/>
            </a:xfrm>
            <a:custGeom>
              <a:avLst/>
              <a:gdLst/>
              <a:ahLst/>
              <a:cxnLst/>
              <a:rect r="r" b="b" t="t" l="l"/>
              <a:pathLst>
                <a:path h="1088390" w="960120">
                  <a:moveTo>
                    <a:pt x="40640" y="783590"/>
                  </a:moveTo>
                  <a:cubicBezTo>
                    <a:pt x="156210" y="877570"/>
                    <a:pt x="194310" y="900430"/>
                    <a:pt x="234950" y="915670"/>
                  </a:cubicBezTo>
                  <a:cubicBezTo>
                    <a:pt x="278130" y="933450"/>
                    <a:pt x="318770" y="942340"/>
                    <a:pt x="373380" y="953770"/>
                  </a:cubicBezTo>
                  <a:cubicBezTo>
                    <a:pt x="448310" y="967740"/>
                    <a:pt x="571500" y="974090"/>
                    <a:pt x="645160" y="988060"/>
                  </a:cubicBezTo>
                  <a:cubicBezTo>
                    <a:pt x="694690" y="998220"/>
                    <a:pt x="736600" y="1036320"/>
                    <a:pt x="770890" y="1021080"/>
                  </a:cubicBezTo>
                  <a:cubicBezTo>
                    <a:pt x="811530" y="1002030"/>
                    <a:pt x="836930" y="905510"/>
                    <a:pt x="857250" y="847090"/>
                  </a:cubicBezTo>
                  <a:cubicBezTo>
                    <a:pt x="876300" y="795020"/>
                    <a:pt x="882650" y="741680"/>
                    <a:pt x="891540" y="692150"/>
                  </a:cubicBezTo>
                  <a:cubicBezTo>
                    <a:pt x="899160" y="645160"/>
                    <a:pt x="904240" y="601980"/>
                    <a:pt x="905510" y="556260"/>
                  </a:cubicBezTo>
                  <a:cubicBezTo>
                    <a:pt x="908050" y="506730"/>
                    <a:pt x="905510" y="467360"/>
                    <a:pt x="900430" y="406400"/>
                  </a:cubicBezTo>
                  <a:cubicBezTo>
                    <a:pt x="890270" y="308610"/>
                    <a:pt x="828040" y="74930"/>
                    <a:pt x="840740" y="25400"/>
                  </a:cubicBezTo>
                  <a:cubicBezTo>
                    <a:pt x="844550" y="12700"/>
                    <a:pt x="850900" y="5080"/>
                    <a:pt x="858520" y="2540"/>
                  </a:cubicBezTo>
                  <a:cubicBezTo>
                    <a:pt x="864870" y="0"/>
                    <a:pt x="876300" y="2540"/>
                    <a:pt x="882650" y="6350"/>
                  </a:cubicBezTo>
                  <a:cubicBezTo>
                    <a:pt x="886460" y="10160"/>
                    <a:pt x="892810" y="15240"/>
                    <a:pt x="891540" y="21590"/>
                  </a:cubicBezTo>
                  <a:cubicBezTo>
                    <a:pt x="887730" y="43180"/>
                    <a:pt x="779780" y="119380"/>
                    <a:pt x="751840" y="130810"/>
                  </a:cubicBezTo>
                  <a:cubicBezTo>
                    <a:pt x="741680" y="134620"/>
                    <a:pt x="734060" y="135890"/>
                    <a:pt x="727710" y="132080"/>
                  </a:cubicBezTo>
                  <a:cubicBezTo>
                    <a:pt x="721360" y="128270"/>
                    <a:pt x="712470" y="113030"/>
                    <a:pt x="712470" y="105410"/>
                  </a:cubicBezTo>
                  <a:cubicBezTo>
                    <a:pt x="713740" y="99060"/>
                    <a:pt x="720090" y="88900"/>
                    <a:pt x="726440" y="86360"/>
                  </a:cubicBezTo>
                  <a:cubicBezTo>
                    <a:pt x="732790" y="82550"/>
                    <a:pt x="744220" y="82550"/>
                    <a:pt x="750570" y="86360"/>
                  </a:cubicBezTo>
                  <a:cubicBezTo>
                    <a:pt x="756920" y="91440"/>
                    <a:pt x="764540" y="106680"/>
                    <a:pt x="763270" y="115570"/>
                  </a:cubicBezTo>
                  <a:cubicBezTo>
                    <a:pt x="762000" y="121920"/>
                    <a:pt x="753110" y="130810"/>
                    <a:pt x="746760" y="133350"/>
                  </a:cubicBezTo>
                  <a:cubicBezTo>
                    <a:pt x="739140" y="134620"/>
                    <a:pt x="721360" y="130810"/>
                    <a:pt x="717550" y="124460"/>
                  </a:cubicBezTo>
                  <a:cubicBezTo>
                    <a:pt x="712470" y="116840"/>
                    <a:pt x="715010" y="99060"/>
                    <a:pt x="723900" y="87630"/>
                  </a:cubicBezTo>
                  <a:cubicBezTo>
                    <a:pt x="740410" y="66040"/>
                    <a:pt x="822960" y="50800"/>
                    <a:pt x="842010" y="31750"/>
                  </a:cubicBezTo>
                  <a:cubicBezTo>
                    <a:pt x="849630" y="22860"/>
                    <a:pt x="845820" y="8890"/>
                    <a:pt x="853440" y="5080"/>
                  </a:cubicBezTo>
                  <a:cubicBezTo>
                    <a:pt x="861060" y="1270"/>
                    <a:pt x="876300" y="1270"/>
                    <a:pt x="886460" y="11430"/>
                  </a:cubicBezTo>
                  <a:cubicBezTo>
                    <a:pt x="920750" y="45720"/>
                    <a:pt x="941070" y="303530"/>
                    <a:pt x="951230" y="405130"/>
                  </a:cubicBezTo>
                  <a:cubicBezTo>
                    <a:pt x="957580" y="468630"/>
                    <a:pt x="960120" y="500380"/>
                    <a:pt x="956310" y="561340"/>
                  </a:cubicBezTo>
                  <a:cubicBezTo>
                    <a:pt x="949960" y="646430"/>
                    <a:pt x="928370" y="787400"/>
                    <a:pt x="904240" y="867410"/>
                  </a:cubicBezTo>
                  <a:cubicBezTo>
                    <a:pt x="887730" y="923290"/>
                    <a:pt x="868680" y="969010"/>
                    <a:pt x="844550" y="1003300"/>
                  </a:cubicBezTo>
                  <a:cubicBezTo>
                    <a:pt x="826770" y="1028700"/>
                    <a:pt x="817880" y="1051560"/>
                    <a:pt x="784860" y="1062990"/>
                  </a:cubicBezTo>
                  <a:cubicBezTo>
                    <a:pt x="709930" y="1088390"/>
                    <a:pt x="464820" y="1024890"/>
                    <a:pt x="359410" y="1002030"/>
                  </a:cubicBezTo>
                  <a:cubicBezTo>
                    <a:pt x="297180" y="989330"/>
                    <a:pt x="256540" y="980440"/>
                    <a:pt x="210820" y="961390"/>
                  </a:cubicBezTo>
                  <a:cubicBezTo>
                    <a:pt x="166370" y="942340"/>
                    <a:pt x="124460" y="916940"/>
                    <a:pt x="88900" y="892810"/>
                  </a:cubicBezTo>
                  <a:cubicBezTo>
                    <a:pt x="58420" y="871220"/>
                    <a:pt x="17780" y="844550"/>
                    <a:pt x="7620" y="821690"/>
                  </a:cubicBezTo>
                  <a:cubicBezTo>
                    <a:pt x="1270" y="808990"/>
                    <a:pt x="0" y="789940"/>
                    <a:pt x="6350" y="784860"/>
                  </a:cubicBezTo>
                  <a:cubicBezTo>
                    <a:pt x="12700" y="778510"/>
                    <a:pt x="40640" y="783590"/>
                    <a:pt x="40640" y="783590"/>
                  </a:cubicBezTo>
                </a:path>
              </a:pathLst>
            </a:custGeom>
            <a:solidFill>
              <a:srgbClr val="45A3E4"/>
            </a:solidFill>
            <a:ln cap="sq">
              <a:noFill/>
              <a:prstDash val="solid"/>
              <a:miter/>
            </a:ln>
          </p:spPr>
        </p:sp>
      </p:grpSp>
      <p:grpSp>
        <p:nvGrpSpPr>
          <p:cNvPr name="Group 87" id="87"/>
          <p:cNvGrpSpPr/>
          <p:nvPr/>
        </p:nvGrpSpPr>
        <p:grpSpPr>
          <a:xfrm rot="0">
            <a:off x="11478578" y="5986462"/>
            <a:ext cx="768668" cy="589598"/>
            <a:chOff x="0" y="0"/>
            <a:chExt cx="1024890" cy="786130"/>
          </a:xfrm>
        </p:grpSpPr>
        <p:sp>
          <p:nvSpPr>
            <p:cNvPr name="Freeform 88" id="88"/>
            <p:cNvSpPr/>
            <p:nvPr/>
          </p:nvSpPr>
          <p:spPr>
            <a:xfrm flipH="false" flipV="false" rot="0">
              <a:off x="48260" y="48260"/>
              <a:ext cx="927100" cy="690880"/>
            </a:xfrm>
            <a:custGeom>
              <a:avLst/>
              <a:gdLst/>
              <a:ahLst/>
              <a:cxnLst/>
              <a:rect r="r" b="b" t="t" l="l"/>
              <a:pathLst>
                <a:path h="690880" w="927100">
                  <a:moveTo>
                    <a:pt x="2540" y="467360"/>
                  </a:moveTo>
                  <a:cubicBezTo>
                    <a:pt x="280670" y="107950"/>
                    <a:pt x="361950" y="46990"/>
                    <a:pt x="411480" y="21590"/>
                  </a:cubicBezTo>
                  <a:cubicBezTo>
                    <a:pt x="436880" y="8890"/>
                    <a:pt x="454660" y="0"/>
                    <a:pt x="476250" y="2540"/>
                  </a:cubicBezTo>
                  <a:cubicBezTo>
                    <a:pt x="500380" y="5080"/>
                    <a:pt x="525780" y="22860"/>
                    <a:pt x="547370" y="44450"/>
                  </a:cubicBezTo>
                  <a:cubicBezTo>
                    <a:pt x="575310" y="71120"/>
                    <a:pt x="594360" y="110490"/>
                    <a:pt x="624840" y="161290"/>
                  </a:cubicBezTo>
                  <a:cubicBezTo>
                    <a:pt x="679450" y="251460"/>
                    <a:pt x="775970" y="461010"/>
                    <a:pt x="834390" y="547370"/>
                  </a:cubicBezTo>
                  <a:cubicBezTo>
                    <a:pt x="867410" y="596900"/>
                    <a:pt x="916940" y="631190"/>
                    <a:pt x="924560" y="655320"/>
                  </a:cubicBezTo>
                  <a:cubicBezTo>
                    <a:pt x="927100" y="665480"/>
                    <a:pt x="927100" y="674370"/>
                    <a:pt x="922020" y="679450"/>
                  </a:cubicBezTo>
                  <a:cubicBezTo>
                    <a:pt x="915670" y="685800"/>
                    <a:pt x="891540" y="689610"/>
                    <a:pt x="885190" y="684530"/>
                  </a:cubicBezTo>
                  <a:cubicBezTo>
                    <a:pt x="878840" y="679450"/>
                    <a:pt x="876300" y="655320"/>
                    <a:pt x="881380" y="647700"/>
                  </a:cubicBezTo>
                  <a:cubicBezTo>
                    <a:pt x="886460" y="641350"/>
                    <a:pt x="911860" y="641350"/>
                    <a:pt x="918210" y="646430"/>
                  </a:cubicBezTo>
                  <a:cubicBezTo>
                    <a:pt x="924560" y="651510"/>
                    <a:pt x="927100" y="670560"/>
                    <a:pt x="923290" y="676910"/>
                  </a:cubicBezTo>
                  <a:cubicBezTo>
                    <a:pt x="918210" y="684530"/>
                    <a:pt x="900430" y="690880"/>
                    <a:pt x="887730" y="687070"/>
                  </a:cubicBezTo>
                  <a:cubicBezTo>
                    <a:pt x="861060" y="678180"/>
                    <a:pt x="825500" y="624840"/>
                    <a:pt x="789940" y="572770"/>
                  </a:cubicBezTo>
                  <a:cubicBezTo>
                    <a:pt x="730250" y="483870"/>
                    <a:pt x="632460" y="275590"/>
                    <a:pt x="581660" y="189230"/>
                  </a:cubicBezTo>
                  <a:cubicBezTo>
                    <a:pt x="554990" y="142240"/>
                    <a:pt x="538480" y="109220"/>
                    <a:pt x="516890" y="85090"/>
                  </a:cubicBezTo>
                  <a:cubicBezTo>
                    <a:pt x="502920" y="67310"/>
                    <a:pt x="492760" y="49530"/>
                    <a:pt x="474980" y="48260"/>
                  </a:cubicBezTo>
                  <a:cubicBezTo>
                    <a:pt x="449580" y="45720"/>
                    <a:pt x="410210" y="82550"/>
                    <a:pt x="377190" y="105410"/>
                  </a:cubicBezTo>
                  <a:cubicBezTo>
                    <a:pt x="339090" y="132080"/>
                    <a:pt x="300990" y="157480"/>
                    <a:pt x="259080" y="201930"/>
                  </a:cubicBezTo>
                  <a:cubicBezTo>
                    <a:pt x="193040" y="271780"/>
                    <a:pt x="85090" y="476250"/>
                    <a:pt x="40640" y="500380"/>
                  </a:cubicBezTo>
                  <a:cubicBezTo>
                    <a:pt x="26670" y="506730"/>
                    <a:pt x="12700" y="505460"/>
                    <a:pt x="6350" y="500380"/>
                  </a:cubicBezTo>
                  <a:cubicBezTo>
                    <a:pt x="0" y="495300"/>
                    <a:pt x="2540" y="467360"/>
                    <a:pt x="2540" y="467360"/>
                  </a:cubicBezTo>
                </a:path>
              </a:pathLst>
            </a:custGeom>
            <a:solidFill>
              <a:srgbClr val="45A3E4"/>
            </a:solidFill>
            <a:ln cap="sq">
              <a:noFill/>
              <a:prstDash val="solid"/>
              <a:miter/>
            </a:ln>
          </p:spPr>
        </p:sp>
      </p:grpSp>
      <p:grpSp>
        <p:nvGrpSpPr>
          <p:cNvPr name="Group 89" id="89"/>
          <p:cNvGrpSpPr/>
          <p:nvPr/>
        </p:nvGrpSpPr>
        <p:grpSpPr>
          <a:xfrm rot="0">
            <a:off x="11431905" y="7630478"/>
            <a:ext cx="260033" cy="1609725"/>
            <a:chOff x="0" y="0"/>
            <a:chExt cx="346710" cy="2146300"/>
          </a:xfrm>
        </p:grpSpPr>
        <p:sp>
          <p:nvSpPr>
            <p:cNvPr name="Freeform 90" id="90"/>
            <p:cNvSpPr/>
            <p:nvPr/>
          </p:nvSpPr>
          <p:spPr>
            <a:xfrm flipH="false" flipV="false" rot="0">
              <a:off x="31750" y="49530"/>
              <a:ext cx="276860" cy="2049780"/>
            </a:xfrm>
            <a:custGeom>
              <a:avLst/>
              <a:gdLst/>
              <a:ahLst/>
              <a:cxnLst/>
              <a:rect r="r" b="b" t="t" l="l"/>
              <a:pathLst>
                <a:path h="2049780" w="276860">
                  <a:moveTo>
                    <a:pt x="143510" y="52070"/>
                  </a:moveTo>
                  <a:cubicBezTo>
                    <a:pt x="180340" y="290830"/>
                    <a:pt x="181610" y="518160"/>
                    <a:pt x="196850" y="659130"/>
                  </a:cubicBezTo>
                  <a:cubicBezTo>
                    <a:pt x="209550" y="772160"/>
                    <a:pt x="233680" y="838200"/>
                    <a:pt x="245110" y="963930"/>
                  </a:cubicBezTo>
                  <a:cubicBezTo>
                    <a:pt x="262890" y="1164590"/>
                    <a:pt x="276860" y="1558290"/>
                    <a:pt x="262890" y="1750060"/>
                  </a:cubicBezTo>
                  <a:cubicBezTo>
                    <a:pt x="255270" y="1861820"/>
                    <a:pt x="242570" y="1971040"/>
                    <a:pt x="219710" y="2012950"/>
                  </a:cubicBezTo>
                  <a:cubicBezTo>
                    <a:pt x="210820" y="2029460"/>
                    <a:pt x="201930" y="2035810"/>
                    <a:pt x="189230" y="2040890"/>
                  </a:cubicBezTo>
                  <a:cubicBezTo>
                    <a:pt x="177800" y="2047240"/>
                    <a:pt x="161290" y="2049780"/>
                    <a:pt x="148590" y="2045970"/>
                  </a:cubicBezTo>
                  <a:cubicBezTo>
                    <a:pt x="132080" y="2039620"/>
                    <a:pt x="109220" y="2020570"/>
                    <a:pt x="102870" y="2005330"/>
                  </a:cubicBezTo>
                  <a:cubicBezTo>
                    <a:pt x="96520" y="1992630"/>
                    <a:pt x="96520" y="1976120"/>
                    <a:pt x="100330" y="1963420"/>
                  </a:cubicBezTo>
                  <a:cubicBezTo>
                    <a:pt x="104140" y="1950720"/>
                    <a:pt x="113030" y="1936750"/>
                    <a:pt x="124460" y="1930400"/>
                  </a:cubicBezTo>
                  <a:cubicBezTo>
                    <a:pt x="138430" y="1921510"/>
                    <a:pt x="167640" y="1915160"/>
                    <a:pt x="184150" y="1921510"/>
                  </a:cubicBezTo>
                  <a:cubicBezTo>
                    <a:pt x="201930" y="1926590"/>
                    <a:pt x="219710" y="1949450"/>
                    <a:pt x="226060" y="1965960"/>
                  </a:cubicBezTo>
                  <a:cubicBezTo>
                    <a:pt x="229870" y="1978660"/>
                    <a:pt x="227330" y="1995170"/>
                    <a:pt x="223520" y="2006600"/>
                  </a:cubicBezTo>
                  <a:cubicBezTo>
                    <a:pt x="218440" y="2019300"/>
                    <a:pt x="208280" y="2032000"/>
                    <a:pt x="195580" y="2038350"/>
                  </a:cubicBezTo>
                  <a:cubicBezTo>
                    <a:pt x="180340" y="2045970"/>
                    <a:pt x="151130" y="2048510"/>
                    <a:pt x="134620" y="2040890"/>
                  </a:cubicBezTo>
                  <a:cubicBezTo>
                    <a:pt x="119380" y="2033270"/>
                    <a:pt x="104140" y="2015490"/>
                    <a:pt x="99060" y="1991360"/>
                  </a:cubicBezTo>
                  <a:cubicBezTo>
                    <a:pt x="87630" y="1943100"/>
                    <a:pt x="135890" y="1849120"/>
                    <a:pt x="143510" y="1750060"/>
                  </a:cubicBezTo>
                  <a:cubicBezTo>
                    <a:pt x="157480" y="1595120"/>
                    <a:pt x="152400" y="1376680"/>
                    <a:pt x="138430" y="1145540"/>
                  </a:cubicBezTo>
                  <a:cubicBezTo>
                    <a:pt x="120650" y="835660"/>
                    <a:pt x="0" y="176530"/>
                    <a:pt x="19050" y="59690"/>
                  </a:cubicBezTo>
                  <a:cubicBezTo>
                    <a:pt x="22860" y="36830"/>
                    <a:pt x="26670" y="29210"/>
                    <a:pt x="36830" y="19050"/>
                  </a:cubicBezTo>
                  <a:cubicBezTo>
                    <a:pt x="46990" y="8890"/>
                    <a:pt x="63500" y="1270"/>
                    <a:pt x="77470" y="1270"/>
                  </a:cubicBezTo>
                  <a:cubicBezTo>
                    <a:pt x="91440" y="0"/>
                    <a:pt x="109220" y="5080"/>
                    <a:pt x="120650" y="13970"/>
                  </a:cubicBezTo>
                  <a:cubicBezTo>
                    <a:pt x="130810" y="22860"/>
                    <a:pt x="143510" y="52070"/>
                    <a:pt x="143510" y="52070"/>
                  </a:cubicBezTo>
                </a:path>
              </a:pathLst>
            </a:custGeom>
            <a:solidFill>
              <a:srgbClr val="F8EE00"/>
            </a:solidFill>
            <a:ln cap="sq">
              <a:noFill/>
              <a:prstDash val="solid"/>
              <a:miter/>
            </a:ln>
          </p:spPr>
        </p:sp>
      </p:grpSp>
      <p:grpSp>
        <p:nvGrpSpPr>
          <p:cNvPr name="Group 91" id="91"/>
          <p:cNvGrpSpPr/>
          <p:nvPr/>
        </p:nvGrpSpPr>
        <p:grpSpPr>
          <a:xfrm rot="0">
            <a:off x="11185207" y="8548688"/>
            <a:ext cx="1240155" cy="864870"/>
            <a:chOff x="0" y="0"/>
            <a:chExt cx="1653540" cy="1153160"/>
          </a:xfrm>
        </p:grpSpPr>
        <p:sp>
          <p:nvSpPr>
            <p:cNvPr name="Freeform 92" id="92"/>
            <p:cNvSpPr/>
            <p:nvPr/>
          </p:nvSpPr>
          <p:spPr>
            <a:xfrm flipH="false" flipV="false" rot="0">
              <a:off x="46990" y="49530"/>
              <a:ext cx="1562100" cy="1060450"/>
            </a:xfrm>
            <a:custGeom>
              <a:avLst/>
              <a:gdLst/>
              <a:ahLst/>
              <a:cxnLst/>
              <a:rect r="r" b="b" t="t" l="l"/>
              <a:pathLst>
                <a:path h="1060450" w="1562100">
                  <a:moveTo>
                    <a:pt x="127000" y="356870"/>
                  </a:moveTo>
                  <a:cubicBezTo>
                    <a:pt x="255270" y="577850"/>
                    <a:pt x="302260" y="628650"/>
                    <a:pt x="344170" y="679450"/>
                  </a:cubicBezTo>
                  <a:cubicBezTo>
                    <a:pt x="384810" y="727710"/>
                    <a:pt x="421640" y="775970"/>
                    <a:pt x="468630" y="817880"/>
                  </a:cubicBezTo>
                  <a:cubicBezTo>
                    <a:pt x="516890" y="861060"/>
                    <a:pt x="576580" y="929640"/>
                    <a:pt x="632460" y="930910"/>
                  </a:cubicBezTo>
                  <a:cubicBezTo>
                    <a:pt x="689610" y="933450"/>
                    <a:pt x="750570" y="869950"/>
                    <a:pt x="807720" y="831850"/>
                  </a:cubicBezTo>
                  <a:cubicBezTo>
                    <a:pt x="866140" y="791210"/>
                    <a:pt x="928370" y="745490"/>
                    <a:pt x="980440" y="693420"/>
                  </a:cubicBezTo>
                  <a:cubicBezTo>
                    <a:pt x="1031240" y="642620"/>
                    <a:pt x="1064260" y="598170"/>
                    <a:pt x="1117600" y="524510"/>
                  </a:cubicBezTo>
                  <a:cubicBezTo>
                    <a:pt x="1206500" y="405130"/>
                    <a:pt x="1377950" y="90170"/>
                    <a:pt x="1445260" y="29210"/>
                  </a:cubicBezTo>
                  <a:cubicBezTo>
                    <a:pt x="1466850" y="10160"/>
                    <a:pt x="1479550" y="1270"/>
                    <a:pt x="1497330" y="1270"/>
                  </a:cubicBezTo>
                  <a:cubicBezTo>
                    <a:pt x="1513840" y="1270"/>
                    <a:pt x="1539240" y="15240"/>
                    <a:pt x="1549400" y="29210"/>
                  </a:cubicBezTo>
                  <a:cubicBezTo>
                    <a:pt x="1558290" y="43180"/>
                    <a:pt x="1562100" y="71120"/>
                    <a:pt x="1555750" y="86360"/>
                  </a:cubicBezTo>
                  <a:cubicBezTo>
                    <a:pt x="1549400" y="102870"/>
                    <a:pt x="1527810" y="120650"/>
                    <a:pt x="1511300" y="124460"/>
                  </a:cubicBezTo>
                  <a:cubicBezTo>
                    <a:pt x="1493520" y="128270"/>
                    <a:pt x="1466850" y="119380"/>
                    <a:pt x="1454150" y="109220"/>
                  </a:cubicBezTo>
                  <a:cubicBezTo>
                    <a:pt x="1443990" y="100330"/>
                    <a:pt x="1437640" y="86360"/>
                    <a:pt x="1436370" y="73660"/>
                  </a:cubicBezTo>
                  <a:cubicBezTo>
                    <a:pt x="1433830" y="62230"/>
                    <a:pt x="1435100" y="45720"/>
                    <a:pt x="1442720" y="34290"/>
                  </a:cubicBezTo>
                  <a:cubicBezTo>
                    <a:pt x="1450340" y="21590"/>
                    <a:pt x="1474470" y="5080"/>
                    <a:pt x="1490980" y="2540"/>
                  </a:cubicBezTo>
                  <a:cubicBezTo>
                    <a:pt x="1503680" y="0"/>
                    <a:pt x="1518920" y="3810"/>
                    <a:pt x="1529080" y="10160"/>
                  </a:cubicBezTo>
                  <a:cubicBezTo>
                    <a:pt x="1540510" y="16510"/>
                    <a:pt x="1550670" y="27940"/>
                    <a:pt x="1554480" y="40640"/>
                  </a:cubicBezTo>
                  <a:cubicBezTo>
                    <a:pt x="1559560" y="55880"/>
                    <a:pt x="1558290" y="72390"/>
                    <a:pt x="1549400" y="99060"/>
                  </a:cubicBezTo>
                  <a:cubicBezTo>
                    <a:pt x="1517650" y="186690"/>
                    <a:pt x="1305560" y="476250"/>
                    <a:pt x="1211580" y="601980"/>
                  </a:cubicBezTo>
                  <a:cubicBezTo>
                    <a:pt x="1153160" y="680720"/>
                    <a:pt x="1115060" y="732790"/>
                    <a:pt x="1057910" y="789940"/>
                  </a:cubicBezTo>
                  <a:cubicBezTo>
                    <a:pt x="1002030" y="845820"/>
                    <a:pt x="935990" y="896620"/>
                    <a:pt x="875030" y="938530"/>
                  </a:cubicBezTo>
                  <a:cubicBezTo>
                    <a:pt x="821690" y="977900"/>
                    <a:pt x="765810" y="1021080"/>
                    <a:pt x="713740" y="1038860"/>
                  </a:cubicBezTo>
                  <a:cubicBezTo>
                    <a:pt x="673100" y="1052830"/>
                    <a:pt x="632460" y="1060450"/>
                    <a:pt x="595630" y="1051560"/>
                  </a:cubicBezTo>
                  <a:cubicBezTo>
                    <a:pt x="556260" y="1043940"/>
                    <a:pt x="520700" y="1013460"/>
                    <a:pt x="485140" y="989330"/>
                  </a:cubicBezTo>
                  <a:cubicBezTo>
                    <a:pt x="448310" y="962660"/>
                    <a:pt x="415290" y="934720"/>
                    <a:pt x="378460" y="899160"/>
                  </a:cubicBezTo>
                  <a:cubicBezTo>
                    <a:pt x="335280" y="858520"/>
                    <a:pt x="292100" y="807720"/>
                    <a:pt x="247650" y="758190"/>
                  </a:cubicBezTo>
                  <a:cubicBezTo>
                    <a:pt x="200660" y="703580"/>
                    <a:pt x="148590" y="646430"/>
                    <a:pt x="106680" y="586740"/>
                  </a:cubicBezTo>
                  <a:cubicBezTo>
                    <a:pt x="67310" y="529590"/>
                    <a:pt x="13970" y="449580"/>
                    <a:pt x="3810" y="408940"/>
                  </a:cubicBezTo>
                  <a:cubicBezTo>
                    <a:pt x="0" y="388620"/>
                    <a:pt x="2540" y="374650"/>
                    <a:pt x="8890" y="361950"/>
                  </a:cubicBezTo>
                  <a:cubicBezTo>
                    <a:pt x="15240" y="347980"/>
                    <a:pt x="29210" y="335280"/>
                    <a:pt x="43180" y="328930"/>
                  </a:cubicBezTo>
                  <a:cubicBezTo>
                    <a:pt x="55880" y="323850"/>
                    <a:pt x="76200" y="322580"/>
                    <a:pt x="90170" y="327660"/>
                  </a:cubicBezTo>
                  <a:cubicBezTo>
                    <a:pt x="104140" y="331470"/>
                    <a:pt x="127000" y="356870"/>
                    <a:pt x="127000" y="356870"/>
                  </a:cubicBezTo>
                </a:path>
              </a:pathLst>
            </a:custGeom>
            <a:solidFill>
              <a:srgbClr val="F8EE00"/>
            </a:solidFill>
            <a:ln cap="sq">
              <a:noFill/>
              <a:prstDash val="solid"/>
              <a:miter/>
            </a:ln>
          </p:spPr>
        </p:sp>
      </p:grpSp>
      <p:grpSp>
        <p:nvGrpSpPr>
          <p:cNvPr name="Group 93" id="93"/>
          <p:cNvGrpSpPr/>
          <p:nvPr/>
        </p:nvGrpSpPr>
        <p:grpSpPr>
          <a:xfrm rot="0">
            <a:off x="16329660" y="7583805"/>
            <a:ext cx="218122" cy="1656398"/>
            <a:chOff x="0" y="0"/>
            <a:chExt cx="290830" cy="2208530"/>
          </a:xfrm>
        </p:grpSpPr>
        <p:sp>
          <p:nvSpPr>
            <p:cNvPr name="Freeform 94" id="94"/>
            <p:cNvSpPr/>
            <p:nvPr/>
          </p:nvSpPr>
          <p:spPr>
            <a:xfrm flipH="false" flipV="false" rot="0">
              <a:off x="45720" y="50800"/>
              <a:ext cx="212090" cy="2109470"/>
            </a:xfrm>
            <a:custGeom>
              <a:avLst/>
              <a:gdLst/>
              <a:ahLst/>
              <a:cxnLst/>
              <a:rect r="r" b="b" t="t" l="l"/>
              <a:pathLst>
                <a:path h="2109470" w="212090">
                  <a:moveTo>
                    <a:pt x="132080" y="58420"/>
                  </a:moveTo>
                  <a:cubicBezTo>
                    <a:pt x="144780" y="391160"/>
                    <a:pt x="118110" y="798830"/>
                    <a:pt x="128270" y="1032510"/>
                  </a:cubicBezTo>
                  <a:cubicBezTo>
                    <a:pt x="134620" y="1212850"/>
                    <a:pt x="162560" y="1344930"/>
                    <a:pt x="173990" y="1508760"/>
                  </a:cubicBezTo>
                  <a:cubicBezTo>
                    <a:pt x="185420" y="1681480"/>
                    <a:pt x="212090" y="1958340"/>
                    <a:pt x="193040" y="2042160"/>
                  </a:cubicBezTo>
                  <a:cubicBezTo>
                    <a:pt x="186690" y="2070100"/>
                    <a:pt x="180340" y="2085340"/>
                    <a:pt x="166370" y="2095500"/>
                  </a:cubicBezTo>
                  <a:cubicBezTo>
                    <a:pt x="151130" y="2105660"/>
                    <a:pt x="123190" y="2109470"/>
                    <a:pt x="106680" y="2103120"/>
                  </a:cubicBezTo>
                  <a:cubicBezTo>
                    <a:pt x="90170" y="2096770"/>
                    <a:pt x="71120" y="2075180"/>
                    <a:pt x="67310" y="2057400"/>
                  </a:cubicBezTo>
                  <a:cubicBezTo>
                    <a:pt x="63500" y="2040890"/>
                    <a:pt x="71120" y="2012950"/>
                    <a:pt x="82550" y="2000250"/>
                  </a:cubicBezTo>
                  <a:cubicBezTo>
                    <a:pt x="95250" y="1986280"/>
                    <a:pt x="121920" y="1977390"/>
                    <a:pt x="139700" y="1979930"/>
                  </a:cubicBezTo>
                  <a:cubicBezTo>
                    <a:pt x="156210" y="1982470"/>
                    <a:pt x="180340" y="2000250"/>
                    <a:pt x="187960" y="2015490"/>
                  </a:cubicBezTo>
                  <a:cubicBezTo>
                    <a:pt x="195580" y="2032000"/>
                    <a:pt x="194310" y="2059940"/>
                    <a:pt x="185420" y="2075180"/>
                  </a:cubicBezTo>
                  <a:cubicBezTo>
                    <a:pt x="176530" y="2090420"/>
                    <a:pt x="149860" y="2104390"/>
                    <a:pt x="133350" y="2106930"/>
                  </a:cubicBezTo>
                  <a:cubicBezTo>
                    <a:pt x="120650" y="2109470"/>
                    <a:pt x="105410" y="2104390"/>
                    <a:pt x="93980" y="2096770"/>
                  </a:cubicBezTo>
                  <a:cubicBezTo>
                    <a:pt x="81280" y="2086610"/>
                    <a:pt x="73660" y="2071370"/>
                    <a:pt x="66040" y="2043430"/>
                  </a:cubicBezTo>
                  <a:cubicBezTo>
                    <a:pt x="44450" y="1960880"/>
                    <a:pt x="67310" y="1691640"/>
                    <a:pt x="58420" y="1520190"/>
                  </a:cubicBezTo>
                  <a:cubicBezTo>
                    <a:pt x="48260" y="1355090"/>
                    <a:pt x="17780" y="1215390"/>
                    <a:pt x="10160" y="1032510"/>
                  </a:cubicBezTo>
                  <a:cubicBezTo>
                    <a:pt x="0" y="798830"/>
                    <a:pt x="24130" y="398780"/>
                    <a:pt x="19050" y="232410"/>
                  </a:cubicBezTo>
                  <a:cubicBezTo>
                    <a:pt x="16510" y="156210"/>
                    <a:pt x="1270" y="104140"/>
                    <a:pt x="5080" y="67310"/>
                  </a:cubicBezTo>
                  <a:cubicBezTo>
                    <a:pt x="7620" y="48260"/>
                    <a:pt x="8890" y="35560"/>
                    <a:pt x="17780" y="25400"/>
                  </a:cubicBezTo>
                  <a:cubicBezTo>
                    <a:pt x="29210" y="12700"/>
                    <a:pt x="54610" y="0"/>
                    <a:pt x="71120" y="0"/>
                  </a:cubicBezTo>
                  <a:cubicBezTo>
                    <a:pt x="86360" y="0"/>
                    <a:pt x="102870" y="8890"/>
                    <a:pt x="113030" y="17780"/>
                  </a:cubicBezTo>
                  <a:cubicBezTo>
                    <a:pt x="123190" y="27940"/>
                    <a:pt x="132080" y="58420"/>
                    <a:pt x="132080" y="58420"/>
                  </a:cubicBezTo>
                </a:path>
              </a:pathLst>
            </a:custGeom>
            <a:solidFill>
              <a:srgbClr val="F8EE00"/>
            </a:solidFill>
            <a:ln cap="sq">
              <a:noFill/>
              <a:prstDash val="solid"/>
              <a:miter/>
            </a:ln>
          </p:spPr>
        </p:sp>
      </p:grpSp>
      <p:grpSp>
        <p:nvGrpSpPr>
          <p:cNvPr name="Group 95" id="95"/>
          <p:cNvGrpSpPr/>
          <p:nvPr/>
        </p:nvGrpSpPr>
        <p:grpSpPr>
          <a:xfrm rot="0">
            <a:off x="16022002" y="8685848"/>
            <a:ext cx="1122998" cy="704850"/>
            <a:chOff x="0" y="0"/>
            <a:chExt cx="1497330" cy="939800"/>
          </a:xfrm>
        </p:grpSpPr>
        <p:sp>
          <p:nvSpPr>
            <p:cNvPr name="Freeform 96" id="96"/>
            <p:cNvSpPr/>
            <p:nvPr/>
          </p:nvSpPr>
          <p:spPr>
            <a:xfrm flipH="false" flipV="false" rot="0">
              <a:off x="46990" y="46990"/>
              <a:ext cx="1402080" cy="843280"/>
            </a:xfrm>
            <a:custGeom>
              <a:avLst/>
              <a:gdLst/>
              <a:ahLst/>
              <a:cxnLst/>
              <a:rect r="r" b="b" t="t" l="l"/>
              <a:pathLst>
                <a:path h="843280" w="1402080">
                  <a:moveTo>
                    <a:pt x="134620" y="106680"/>
                  </a:moveTo>
                  <a:cubicBezTo>
                    <a:pt x="201930" y="302260"/>
                    <a:pt x="234950" y="354330"/>
                    <a:pt x="273050" y="415290"/>
                  </a:cubicBezTo>
                  <a:cubicBezTo>
                    <a:pt x="322580" y="492760"/>
                    <a:pt x="402590" y="628650"/>
                    <a:pt x="453390" y="673100"/>
                  </a:cubicBezTo>
                  <a:cubicBezTo>
                    <a:pt x="478790" y="695960"/>
                    <a:pt x="494030" y="711200"/>
                    <a:pt x="521970" y="709930"/>
                  </a:cubicBezTo>
                  <a:cubicBezTo>
                    <a:pt x="568960" y="708660"/>
                    <a:pt x="641350" y="645160"/>
                    <a:pt x="708660" y="595630"/>
                  </a:cubicBezTo>
                  <a:cubicBezTo>
                    <a:pt x="796290" y="530860"/>
                    <a:pt x="902970" y="438150"/>
                    <a:pt x="998220" y="345440"/>
                  </a:cubicBezTo>
                  <a:cubicBezTo>
                    <a:pt x="1101090" y="245110"/>
                    <a:pt x="1244600" y="43180"/>
                    <a:pt x="1303020" y="11430"/>
                  </a:cubicBezTo>
                  <a:cubicBezTo>
                    <a:pt x="1320800" y="1270"/>
                    <a:pt x="1330960" y="1270"/>
                    <a:pt x="1343660" y="3810"/>
                  </a:cubicBezTo>
                  <a:cubicBezTo>
                    <a:pt x="1356360" y="5080"/>
                    <a:pt x="1371600" y="12700"/>
                    <a:pt x="1380490" y="21590"/>
                  </a:cubicBezTo>
                  <a:cubicBezTo>
                    <a:pt x="1389380" y="30480"/>
                    <a:pt x="1398270" y="44450"/>
                    <a:pt x="1398270" y="58420"/>
                  </a:cubicBezTo>
                  <a:cubicBezTo>
                    <a:pt x="1399540" y="74930"/>
                    <a:pt x="1389380" y="102870"/>
                    <a:pt x="1377950" y="115570"/>
                  </a:cubicBezTo>
                  <a:cubicBezTo>
                    <a:pt x="1367790" y="125730"/>
                    <a:pt x="1353820" y="132080"/>
                    <a:pt x="1339850" y="132080"/>
                  </a:cubicBezTo>
                  <a:cubicBezTo>
                    <a:pt x="1323340" y="132080"/>
                    <a:pt x="1295400" y="121920"/>
                    <a:pt x="1283970" y="107950"/>
                  </a:cubicBezTo>
                  <a:cubicBezTo>
                    <a:pt x="1273810" y="93980"/>
                    <a:pt x="1270000" y="64770"/>
                    <a:pt x="1272540" y="48260"/>
                  </a:cubicBezTo>
                  <a:cubicBezTo>
                    <a:pt x="1276350" y="34290"/>
                    <a:pt x="1285240" y="21590"/>
                    <a:pt x="1296670" y="15240"/>
                  </a:cubicBezTo>
                  <a:cubicBezTo>
                    <a:pt x="1311910" y="6350"/>
                    <a:pt x="1339850" y="0"/>
                    <a:pt x="1357630" y="6350"/>
                  </a:cubicBezTo>
                  <a:cubicBezTo>
                    <a:pt x="1374140" y="12700"/>
                    <a:pt x="1393190" y="34290"/>
                    <a:pt x="1397000" y="52070"/>
                  </a:cubicBezTo>
                  <a:cubicBezTo>
                    <a:pt x="1402080" y="68580"/>
                    <a:pt x="1395730" y="87630"/>
                    <a:pt x="1383030" y="110490"/>
                  </a:cubicBezTo>
                  <a:cubicBezTo>
                    <a:pt x="1356360" y="158750"/>
                    <a:pt x="1278890" y="231140"/>
                    <a:pt x="1205230" y="306070"/>
                  </a:cubicBezTo>
                  <a:cubicBezTo>
                    <a:pt x="1096010" y="416560"/>
                    <a:pt x="890270" y="613410"/>
                    <a:pt x="783590" y="701040"/>
                  </a:cubicBezTo>
                  <a:cubicBezTo>
                    <a:pt x="723900" y="750570"/>
                    <a:pt x="684530" y="784860"/>
                    <a:pt x="635000" y="807720"/>
                  </a:cubicBezTo>
                  <a:cubicBezTo>
                    <a:pt x="593090" y="828040"/>
                    <a:pt x="546100" y="843280"/>
                    <a:pt x="508000" y="840740"/>
                  </a:cubicBezTo>
                  <a:cubicBezTo>
                    <a:pt x="474980" y="838200"/>
                    <a:pt x="445770" y="819150"/>
                    <a:pt x="419100" y="803910"/>
                  </a:cubicBezTo>
                  <a:cubicBezTo>
                    <a:pt x="394970" y="788670"/>
                    <a:pt x="379730" y="775970"/>
                    <a:pt x="354330" y="749300"/>
                  </a:cubicBezTo>
                  <a:cubicBezTo>
                    <a:pt x="304800" y="694690"/>
                    <a:pt x="217170" y="561340"/>
                    <a:pt x="163830" y="478790"/>
                  </a:cubicBezTo>
                  <a:cubicBezTo>
                    <a:pt x="120650" y="411480"/>
                    <a:pt x="81280" y="349250"/>
                    <a:pt x="53340" y="290830"/>
                  </a:cubicBezTo>
                  <a:cubicBezTo>
                    <a:pt x="30480" y="241300"/>
                    <a:pt x="8890" y="185420"/>
                    <a:pt x="3810" y="149860"/>
                  </a:cubicBezTo>
                  <a:cubicBezTo>
                    <a:pt x="1270" y="130810"/>
                    <a:pt x="0" y="115570"/>
                    <a:pt x="6350" y="101600"/>
                  </a:cubicBezTo>
                  <a:cubicBezTo>
                    <a:pt x="11430" y="87630"/>
                    <a:pt x="27940" y="73660"/>
                    <a:pt x="39370" y="66040"/>
                  </a:cubicBezTo>
                  <a:cubicBezTo>
                    <a:pt x="49530" y="60960"/>
                    <a:pt x="60960" y="59690"/>
                    <a:pt x="72390" y="59690"/>
                  </a:cubicBezTo>
                  <a:cubicBezTo>
                    <a:pt x="82550" y="59690"/>
                    <a:pt x="93980" y="62230"/>
                    <a:pt x="104140" y="68580"/>
                  </a:cubicBezTo>
                  <a:cubicBezTo>
                    <a:pt x="115570" y="76200"/>
                    <a:pt x="134620" y="106680"/>
                    <a:pt x="134620" y="106680"/>
                  </a:cubicBezTo>
                </a:path>
              </a:pathLst>
            </a:custGeom>
            <a:solidFill>
              <a:srgbClr val="F8EE00"/>
            </a:solidFill>
            <a:ln cap="sq">
              <a:noFill/>
              <a:prstDash val="solid"/>
              <a:miter/>
            </a:ln>
          </p:spPr>
        </p:sp>
      </p:grpSp>
      <p:sp>
        <p:nvSpPr>
          <p:cNvPr name="TextBox 97" id="97"/>
          <p:cNvSpPr txBox="true"/>
          <p:nvPr/>
        </p:nvSpPr>
        <p:spPr>
          <a:xfrm rot="0">
            <a:off x="10281285" y="7847647"/>
            <a:ext cx="4232910" cy="547370"/>
          </a:xfrm>
          <a:prstGeom prst="rect">
            <a:avLst/>
          </a:prstGeom>
        </p:spPr>
        <p:txBody>
          <a:bodyPr anchor="t" rtlCol="false" tIns="0" lIns="0" bIns="0" rIns="0">
            <a:spAutoFit/>
          </a:bodyPr>
          <a:lstStyle/>
          <a:p>
            <a:pPr algn="ctr">
              <a:lnSpc>
                <a:spcPts val="4480"/>
              </a:lnSpc>
              <a:spcBef>
                <a:spcPct val="0"/>
              </a:spcBef>
            </a:pPr>
            <a:r>
              <a:rPr lang="en-US" sz="3200">
                <a:solidFill>
                  <a:srgbClr val="65BAFE"/>
                </a:solidFill>
                <a:latin typeface="Tex Gyre Termes"/>
                <a:ea typeface="Tex Gyre Termes"/>
                <a:cs typeface="Tex Gyre Termes"/>
                <a:sym typeface="Tex Gyre Termes"/>
              </a:rPr>
              <a:t>Motion</a:t>
            </a:r>
          </a:p>
        </p:txBody>
      </p:sp>
      <p:grpSp>
        <p:nvGrpSpPr>
          <p:cNvPr name="Group 98" id="98"/>
          <p:cNvGrpSpPr/>
          <p:nvPr/>
        </p:nvGrpSpPr>
        <p:grpSpPr>
          <a:xfrm rot="0">
            <a:off x="4312920" y="7142797"/>
            <a:ext cx="476250" cy="614362"/>
            <a:chOff x="0" y="0"/>
            <a:chExt cx="635000" cy="819150"/>
          </a:xfrm>
        </p:grpSpPr>
        <p:sp>
          <p:nvSpPr>
            <p:cNvPr name="Freeform 99" id="99"/>
            <p:cNvSpPr/>
            <p:nvPr/>
          </p:nvSpPr>
          <p:spPr>
            <a:xfrm flipH="false" flipV="false" rot="0">
              <a:off x="50800" y="50800"/>
              <a:ext cx="546100" cy="718820"/>
            </a:xfrm>
            <a:custGeom>
              <a:avLst/>
              <a:gdLst/>
              <a:ahLst/>
              <a:cxnLst/>
              <a:rect r="r" b="b" t="t" l="l"/>
              <a:pathLst>
                <a:path h="718820" w="546100">
                  <a:moveTo>
                    <a:pt x="0" y="599440"/>
                  </a:moveTo>
                  <a:cubicBezTo>
                    <a:pt x="157480" y="233680"/>
                    <a:pt x="158750" y="196850"/>
                    <a:pt x="170180" y="170180"/>
                  </a:cubicBezTo>
                  <a:cubicBezTo>
                    <a:pt x="176530" y="153670"/>
                    <a:pt x="179070" y="147320"/>
                    <a:pt x="190500" y="132080"/>
                  </a:cubicBezTo>
                  <a:cubicBezTo>
                    <a:pt x="213360" y="101600"/>
                    <a:pt x="278130" y="33020"/>
                    <a:pt x="313690" y="13970"/>
                  </a:cubicBezTo>
                  <a:cubicBezTo>
                    <a:pt x="334010" y="2540"/>
                    <a:pt x="349250" y="1270"/>
                    <a:pt x="370840" y="0"/>
                  </a:cubicBezTo>
                  <a:cubicBezTo>
                    <a:pt x="396240" y="0"/>
                    <a:pt x="436880" y="2540"/>
                    <a:pt x="458470" y="15240"/>
                  </a:cubicBezTo>
                  <a:cubicBezTo>
                    <a:pt x="474980" y="25400"/>
                    <a:pt x="485140" y="38100"/>
                    <a:pt x="495300" y="59690"/>
                  </a:cubicBezTo>
                  <a:cubicBezTo>
                    <a:pt x="513080" y="97790"/>
                    <a:pt x="524510" y="182880"/>
                    <a:pt x="530860" y="240030"/>
                  </a:cubicBezTo>
                  <a:cubicBezTo>
                    <a:pt x="535940" y="290830"/>
                    <a:pt x="546100" y="354330"/>
                    <a:pt x="532130" y="386080"/>
                  </a:cubicBezTo>
                  <a:cubicBezTo>
                    <a:pt x="524510" y="406400"/>
                    <a:pt x="508000" y="415290"/>
                    <a:pt x="492760" y="426720"/>
                  </a:cubicBezTo>
                  <a:cubicBezTo>
                    <a:pt x="476250" y="438150"/>
                    <a:pt x="459740" y="445770"/>
                    <a:pt x="436880" y="453390"/>
                  </a:cubicBezTo>
                  <a:cubicBezTo>
                    <a:pt x="406400" y="463550"/>
                    <a:pt x="341630" y="449580"/>
                    <a:pt x="322580" y="476250"/>
                  </a:cubicBezTo>
                  <a:cubicBezTo>
                    <a:pt x="295910" y="513080"/>
                    <a:pt x="364490" y="660400"/>
                    <a:pt x="354330" y="694690"/>
                  </a:cubicBezTo>
                  <a:cubicBezTo>
                    <a:pt x="350520" y="707390"/>
                    <a:pt x="340360" y="715010"/>
                    <a:pt x="332740" y="717550"/>
                  </a:cubicBezTo>
                  <a:cubicBezTo>
                    <a:pt x="326390" y="718820"/>
                    <a:pt x="314960" y="715010"/>
                    <a:pt x="309880" y="709930"/>
                  </a:cubicBezTo>
                  <a:cubicBezTo>
                    <a:pt x="304800" y="703580"/>
                    <a:pt x="303530" y="687070"/>
                    <a:pt x="306070" y="679450"/>
                  </a:cubicBezTo>
                  <a:cubicBezTo>
                    <a:pt x="309880" y="673100"/>
                    <a:pt x="320040" y="666750"/>
                    <a:pt x="326390" y="666750"/>
                  </a:cubicBezTo>
                  <a:cubicBezTo>
                    <a:pt x="334010" y="666750"/>
                    <a:pt x="344170" y="670560"/>
                    <a:pt x="349250" y="676910"/>
                  </a:cubicBezTo>
                  <a:cubicBezTo>
                    <a:pt x="353060" y="683260"/>
                    <a:pt x="353060" y="701040"/>
                    <a:pt x="349250" y="707390"/>
                  </a:cubicBezTo>
                  <a:cubicBezTo>
                    <a:pt x="345440" y="713740"/>
                    <a:pt x="334010" y="717550"/>
                    <a:pt x="327660" y="717550"/>
                  </a:cubicBezTo>
                  <a:cubicBezTo>
                    <a:pt x="320040" y="717550"/>
                    <a:pt x="313690" y="713740"/>
                    <a:pt x="307340" y="704850"/>
                  </a:cubicBezTo>
                  <a:cubicBezTo>
                    <a:pt x="289560" y="679450"/>
                    <a:pt x="267970" y="553720"/>
                    <a:pt x="270510" y="508000"/>
                  </a:cubicBezTo>
                  <a:cubicBezTo>
                    <a:pt x="271780" y="482600"/>
                    <a:pt x="271780" y="466090"/>
                    <a:pt x="289560" y="448310"/>
                  </a:cubicBezTo>
                  <a:cubicBezTo>
                    <a:pt x="320040" y="415290"/>
                    <a:pt x="459740" y="419100"/>
                    <a:pt x="488950" y="370840"/>
                  </a:cubicBezTo>
                  <a:cubicBezTo>
                    <a:pt x="518160" y="323850"/>
                    <a:pt x="482600" y="222250"/>
                    <a:pt x="471170" y="165100"/>
                  </a:cubicBezTo>
                  <a:cubicBezTo>
                    <a:pt x="463550" y="123190"/>
                    <a:pt x="463550" y="76200"/>
                    <a:pt x="439420" y="58420"/>
                  </a:cubicBezTo>
                  <a:cubicBezTo>
                    <a:pt x="417830" y="40640"/>
                    <a:pt x="373380" y="41910"/>
                    <a:pt x="341630" y="55880"/>
                  </a:cubicBezTo>
                  <a:cubicBezTo>
                    <a:pt x="298450" y="73660"/>
                    <a:pt x="242570" y="140970"/>
                    <a:pt x="218440" y="185420"/>
                  </a:cubicBezTo>
                  <a:cubicBezTo>
                    <a:pt x="198120" y="222250"/>
                    <a:pt x="204470" y="252730"/>
                    <a:pt x="189230" y="299720"/>
                  </a:cubicBezTo>
                  <a:cubicBezTo>
                    <a:pt x="160020" y="381000"/>
                    <a:pt x="82550" y="586740"/>
                    <a:pt x="45720" y="622300"/>
                  </a:cubicBezTo>
                  <a:cubicBezTo>
                    <a:pt x="34290" y="632460"/>
                    <a:pt x="21590" y="637540"/>
                    <a:pt x="13970" y="635000"/>
                  </a:cubicBezTo>
                  <a:cubicBezTo>
                    <a:pt x="6350" y="631190"/>
                    <a:pt x="0" y="599440"/>
                    <a:pt x="0" y="599440"/>
                  </a:cubicBezTo>
                </a:path>
              </a:pathLst>
            </a:custGeom>
            <a:solidFill>
              <a:srgbClr val="FF0000"/>
            </a:solidFill>
            <a:ln cap="sq">
              <a:noFill/>
              <a:prstDash val="solid"/>
              <a:miter/>
            </a:ln>
          </p:spPr>
        </p:sp>
      </p:grpSp>
      <p:grpSp>
        <p:nvGrpSpPr>
          <p:cNvPr name="Group 100" id="100"/>
          <p:cNvGrpSpPr/>
          <p:nvPr/>
        </p:nvGrpSpPr>
        <p:grpSpPr>
          <a:xfrm rot="0">
            <a:off x="4419600" y="7477125"/>
            <a:ext cx="250508" cy="310515"/>
            <a:chOff x="0" y="0"/>
            <a:chExt cx="334010" cy="414020"/>
          </a:xfrm>
        </p:grpSpPr>
        <p:sp>
          <p:nvSpPr>
            <p:cNvPr name="Freeform 101" id="101"/>
            <p:cNvSpPr/>
            <p:nvPr/>
          </p:nvSpPr>
          <p:spPr>
            <a:xfrm flipH="false" flipV="false" rot="0">
              <a:off x="48260" y="45720"/>
              <a:ext cx="237490" cy="318770"/>
            </a:xfrm>
            <a:custGeom>
              <a:avLst/>
              <a:gdLst/>
              <a:ahLst/>
              <a:cxnLst/>
              <a:rect r="r" b="b" t="t" l="l"/>
              <a:pathLst>
                <a:path h="318770" w="237490">
                  <a:moveTo>
                    <a:pt x="45720" y="12700"/>
                  </a:moveTo>
                  <a:cubicBezTo>
                    <a:pt x="219710" y="248920"/>
                    <a:pt x="237490" y="280670"/>
                    <a:pt x="233680" y="297180"/>
                  </a:cubicBezTo>
                  <a:cubicBezTo>
                    <a:pt x="232410" y="306070"/>
                    <a:pt x="226060" y="313690"/>
                    <a:pt x="218440" y="316230"/>
                  </a:cubicBezTo>
                  <a:cubicBezTo>
                    <a:pt x="210820" y="318770"/>
                    <a:pt x="193040" y="314960"/>
                    <a:pt x="189230" y="307340"/>
                  </a:cubicBezTo>
                  <a:cubicBezTo>
                    <a:pt x="184150" y="299720"/>
                    <a:pt x="187960" y="275590"/>
                    <a:pt x="195580" y="271780"/>
                  </a:cubicBezTo>
                  <a:cubicBezTo>
                    <a:pt x="201930" y="266700"/>
                    <a:pt x="226060" y="271780"/>
                    <a:pt x="231140" y="279400"/>
                  </a:cubicBezTo>
                  <a:cubicBezTo>
                    <a:pt x="236220" y="285750"/>
                    <a:pt x="233680" y="304800"/>
                    <a:pt x="227330" y="309880"/>
                  </a:cubicBezTo>
                  <a:cubicBezTo>
                    <a:pt x="220980" y="316230"/>
                    <a:pt x="200660" y="316230"/>
                    <a:pt x="190500" y="309880"/>
                  </a:cubicBezTo>
                  <a:cubicBezTo>
                    <a:pt x="176530" y="300990"/>
                    <a:pt x="176530" y="273050"/>
                    <a:pt x="161290" y="246380"/>
                  </a:cubicBezTo>
                  <a:cubicBezTo>
                    <a:pt x="129540" y="196850"/>
                    <a:pt x="7620" y="76200"/>
                    <a:pt x="2540" y="36830"/>
                  </a:cubicBezTo>
                  <a:cubicBezTo>
                    <a:pt x="0" y="21590"/>
                    <a:pt x="6350" y="8890"/>
                    <a:pt x="13970" y="5080"/>
                  </a:cubicBezTo>
                  <a:cubicBezTo>
                    <a:pt x="20320" y="0"/>
                    <a:pt x="45720" y="12700"/>
                    <a:pt x="45720" y="12700"/>
                  </a:cubicBezTo>
                </a:path>
              </a:pathLst>
            </a:custGeom>
            <a:solidFill>
              <a:srgbClr val="FF0000"/>
            </a:solidFill>
            <a:ln cap="sq">
              <a:noFill/>
              <a:prstDash val="solid"/>
              <a:miter/>
            </a:ln>
          </p:spPr>
        </p:sp>
      </p:grpSp>
      <p:grpSp>
        <p:nvGrpSpPr>
          <p:cNvPr name="Group 102" id="102"/>
          <p:cNvGrpSpPr/>
          <p:nvPr/>
        </p:nvGrpSpPr>
        <p:grpSpPr>
          <a:xfrm rot="0">
            <a:off x="4848225" y="7218997"/>
            <a:ext cx="550545" cy="686752"/>
            <a:chOff x="0" y="0"/>
            <a:chExt cx="734060" cy="915670"/>
          </a:xfrm>
        </p:grpSpPr>
        <p:sp>
          <p:nvSpPr>
            <p:cNvPr name="Freeform 103" id="103"/>
            <p:cNvSpPr/>
            <p:nvPr/>
          </p:nvSpPr>
          <p:spPr>
            <a:xfrm flipH="false" flipV="false" rot="0">
              <a:off x="41910" y="45720"/>
              <a:ext cx="642620" cy="817880"/>
            </a:xfrm>
            <a:custGeom>
              <a:avLst/>
              <a:gdLst/>
              <a:ahLst/>
              <a:cxnLst/>
              <a:rect r="r" b="b" t="t" l="l"/>
              <a:pathLst>
                <a:path h="817880" w="642620">
                  <a:moveTo>
                    <a:pt x="236220" y="38100"/>
                  </a:moveTo>
                  <a:cubicBezTo>
                    <a:pt x="115570" y="231140"/>
                    <a:pt x="100330" y="259080"/>
                    <a:pt x="90170" y="290830"/>
                  </a:cubicBezTo>
                  <a:cubicBezTo>
                    <a:pt x="80010" y="318770"/>
                    <a:pt x="76200" y="339090"/>
                    <a:pt x="71120" y="373380"/>
                  </a:cubicBezTo>
                  <a:cubicBezTo>
                    <a:pt x="64770" y="422910"/>
                    <a:pt x="49530" y="505460"/>
                    <a:pt x="59690" y="562610"/>
                  </a:cubicBezTo>
                  <a:cubicBezTo>
                    <a:pt x="68580" y="613410"/>
                    <a:pt x="91440" y="664210"/>
                    <a:pt x="118110" y="698500"/>
                  </a:cubicBezTo>
                  <a:cubicBezTo>
                    <a:pt x="138430" y="726440"/>
                    <a:pt x="163830" y="749300"/>
                    <a:pt x="194310" y="760730"/>
                  </a:cubicBezTo>
                  <a:cubicBezTo>
                    <a:pt x="231140" y="773430"/>
                    <a:pt x="289560" y="768350"/>
                    <a:pt x="325120" y="759460"/>
                  </a:cubicBezTo>
                  <a:cubicBezTo>
                    <a:pt x="353060" y="753110"/>
                    <a:pt x="372110" y="739140"/>
                    <a:pt x="392430" y="723900"/>
                  </a:cubicBezTo>
                  <a:cubicBezTo>
                    <a:pt x="415290" y="707390"/>
                    <a:pt x="433070" y="690880"/>
                    <a:pt x="454660" y="664210"/>
                  </a:cubicBezTo>
                  <a:cubicBezTo>
                    <a:pt x="486410" y="626110"/>
                    <a:pt x="537210" y="563880"/>
                    <a:pt x="560070" y="506730"/>
                  </a:cubicBezTo>
                  <a:cubicBezTo>
                    <a:pt x="581660" y="450850"/>
                    <a:pt x="588010" y="382270"/>
                    <a:pt x="590550" y="326390"/>
                  </a:cubicBezTo>
                  <a:cubicBezTo>
                    <a:pt x="593090" y="278130"/>
                    <a:pt x="586740" y="223520"/>
                    <a:pt x="580390" y="190500"/>
                  </a:cubicBezTo>
                  <a:cubicBezTo>
                    <a:pt x="576580" y="172720"/>
                    <a:pt x="577850" y="160020"/>
                    <a:pt x="568960" y="148590"/>
                  </a:cubicBezTo>
                  <a:cubicBezTo>
                    <a:pt x="557530" y="135890"/>
                    <a:pt x="529590" y="135890"/>
                    <a:pt x="511810" y="124460"/>
                  </a:cubicBezTo>
                  <a:cubicBezTo>
                    <a:pt x="492760" y="111760"/>
                    <a:pt x="466090" y="91440"/>
                    <a:pt x="458470" y="77470"/>
                  </a:cubicBezTo>
                  <a:cubicBezTo>
                    <a:pt x="454660" y="69850"/>
                    <a:pt x="454660" y="59690"/>
                    <a:pt x="458470" y="53340"/>
                  </a:cubicBezTo>
                  <a:cubicBezTo>
                    <a:pt x="461010" y="46990"/>
                    <a:pt x="469900" y="40640"/>
                    <a:pt x="477520" y="39370"/>
                  </a:cubicBezTo>
                  <a:cubicBezTo>
                    <a:pt x="483870" y="39370"/>
                    <a:pt x="495300" y="43180"/>
                    <a:pt x="500380" y="48260"/>
                  </a:cubicBezTo>
                  <a:cubicBezTo>
                    <a:pt x="504190" y="53340"/>
                    <a:pt x="506730" y="63500"/>
                    <a:pt x="505460" y="71120"/>
                  </a:cubicBezTo>
                  <a:cubicBezTo>
                    <a:pt x="504190" y="77470"/>
                    <a:pt x="496570" y="86360"/>
                    <a:pt x="490220" y="88900"/>
                  </a:cubicBezTo>
                  <a:cubicBezTo>
                    <a:pt x="483870" y="91440"/>
                    <a:pt x="471170" y="90170"/>
                    <a:pt x="466090" y="85090"/>
                  </a:cubicBezTo>
                  <a:cubicBezTo>
                    <a:pt x="459740" y="80010"/>
                    <a:pt x="454660" y="63500"/>
                    <a:pt x="457200" y="55880"/>
                  </a:cubicBezTo>
                  <a:cubicBezTo>
                    <a:pt x="459740" y="48260"/>
                    <a:pt x="471170" y="39370"/>
                    <a:pt x="482600" y="39370"/>
                  </a:cubicBezTo>
                  <a:cubicBezTo>
                    <a:pt x="506730" y="39370"/>
                    <a:pt x="568960" y="76200"/>
                    <a:pt x="593090" y="104140"/>
                  </a:cubicBezTo>
                  <a:cubicBezTo>
                    <a:pt x="614680" y="127000"/>
                    <a:pt x="623570" y="154940"/>
                    <a:pt x="631190" y="187960"/>
                  </a:cubicBezTo>
                  <a:cubicBezTo>
                    <a:pt x="641350" y="228600"/>
                    <a:pt x="642620" y="290830"/>
                    <a:pt x="641350" y="332740"/>
                  </a:cubicBezTo>
                  <a:cubicBezTo>
                    <a:pt x="640080" y="364490"/>
                    <a:pt x="636270" y="386080"/>
                    <a:pt x="631190" y="416560"/>
                  </a:cubicBezTo>
                  <a:cubicBezTo>
                    <a:pt x="623570" y="452120"/>
                    <a:pt x="618490" y="496570"/>
                    <a:pt x="603250" y="532130"/>
                  </a:cubicBezTo>
                  <a:cubicBezTo>
                    <a:pt x="589280" y="566420"/>
                    <a:pt x="563880" y="595630"/>
                    <a:pt x="544830" y="623570"/>
                  </a:cubicBezTo>
                  <a:cubicBezTo>
                    <a:pt x="527050" y="651510"/>
                    <a:pt x="510540" y="678180"/>
                    <a:pt x="488950" y="702310"/>
                  </a:cubicBezTo>
                  <a:cubicBezTo>
                    <a:pt x="467360" y="726440"/>
                    <a:pt x="443230" y="750570"/>
                    <a:pt x="416560" y="769620"/>
                  </a:cubicBezTo>
                  <a:cubicBezTo>
                    <a:pt x="389890" y="786130"/>
                    <a:pt x="359410" y="802640"/>
                    <a:pt x="332740" y="810260"/>
                  </a:cubicBezTo>
                  <a:cubicBezTo>
                    <a:pt x="307340" y="817880"/>
                    <a:pt x="283210" y="817880"/>
                    <a:pt x="257810" y="817880"/>
                  </a:cubicBezTo>
                  <a:cubicBezTo>
                    <a:pt x="229870" y="817880"/>
                    <a:pt x="196850" y="814070"/>
                    <a:pt x="172720" y="806450"/>
                  </a:cubicBezTo>
                  <a:cubicBezTo>
                    <a:pt x="152400" y="798830"/>
                    <a:pt x="138430" y="791210"/>
                    <a:pt x="121920" y="778510"/>
                  </a:cubicBezTo>
                  <a:cubicBezTo>
                    <a:pt x="104140" y="763270"/>
                    <a:pt x="86360" y="744220"/>
                    <a:pt x="71120" y="717550"/>
                  </a:cubicBezTo>
                  <a:cubicBezTo>
                    <a:pt x="48260" y="679450"/>
                    <a:pt x="17780" y="619760"/>
                    <a:pt x="8890" y="562610"/>
                  </a:cubicBezTo>
                  <a:cubicBezTo>
                    <a:pt x="0" y="501650"/>
                    <a:pt x="13970" y="415290"/>
                    <a:pt x="21590" y="361950"/>
                  </a:cubicBezTo>
                  <a:cubicBezTo>
                    <a:pt x="27940" y="325120"/>
                    <a:pt x="29210" y="306070"/>
                    <a:pt x="43180" y="267970"/>
                  </a:cubicBezTo>
                  <a:cubicBezTo>
                    <a:pt x="69850" y="201930"/>
                    <a:pt x="154940" y="36830"/>
                    <a:pt x="194310" y="10160"/>
                  </a:cubicBezTo>
                  <a:cubicBezTo>
                    <a:pt x="208280" y="1270"/>
                    <a:pt x="224790" y="0"/>
                    <a:pt x="232410" y="5080"/>
                  </a:cubicBezTo>
                  <a:cubicBezTo>
                    <a:pt x="238760" y="10160"/>
                    <a:pt x="236220" y="38100"/>
                    <a:pt x="236220" y="38100"/>
                  </a:cubicBezTo>
                </a:path>
              </a:pathLst>
            </a:custGeom>
            <a:solidFill>
              <a:srgbClr val="FF0000"/>
            </a:solidFill>
            <a:ln cap="sq">
              <a:noFill/>
              <a:prstDash val="solid"/>
              <a:miter/>
            </a:ln>
          </p:spPr>
        </p:sp>
      </p:grpSp>
      <p:grpSp>
        <p:nvGrpSpPr>
          <p:cNvPr name="Group 104" id="104"/>
          <p:cNvGrpSpPr/>
          <p:nvPr/>
        </p:nvGrpSpPr>
        <p:grpSpPr>
          <a:xfrm rot="0">
            <a:off x="5382578" y="7245668"/>
            <a:ext cx="572452" cy="691515"/>
            <a:chOff x="0" y="0"/>
            <a:chExt cx="763270" cy="922020"/>
          </a:xfrm>
        </p:grpSpPr>
        <p:sp>
          <p:nvSpPr>
            <p:cNvPr name="Freeform 105" id="105"/>
            <p:cNvSpPr/>
            <p:nvPr/>
          </p:nvSpPr>
          <p:spPr>
            <a:xfrm flipH="false" flipV="false" rot="0">
              <a:off x="49530" y="48260"/>
              <a:ext cx="683260" cy="830580"/>
            </a:xfrm>
            <a:custGeom>
              <a:avLst/>
              <a:gdLst/>
              <a:ahLst/>
              <a:cxnLst/>
              <a:rect r="r" b="b" t="t" l="l"/>
              <a:pathLst>
                <a:path h="830580" w="683260">
                  <a:moveTo>
                    <a:pt x="49530" y="15240"/>
                  </a:moveTo>
                  <a:cubicBezTo>
                    <a:pt x="212090" y="383540"/>
                    <a:pt x="252730" y="527050"/>
                    <a:pt x="295910" y="615950"/>
                  </a:cubicBezTo>
                  <a:cubicBezTo>
                    <a:pt x="326390" y="679450"/>
                    <a:pt x="356870" y="768350"/>
                    <a:pt x="386080" y="770890"/>
                  </a:cubicBezTo>
                  <a:cubicBezTo>
                    <a:pt x="407670" y="773430"/>
                    <a:pt x="430530" y="727710"/>
                    <a:pt x="448310" y="697230"/>
                  </a:cubicBezTo>
                  <a:cubicBezTo>
                    <a:pt x="468630" y="659130"/>
                    <a:pt x="477520" y="617220"/>
                    <a:pt x="495300" y="556260"/>
                  </a:cubicBezTo>
                  <a:cubicBezTo>
                    <a:pt x="528320" y="443230"/>
                    <a:pt x="574040" y="116840"/>
                    <a:pt x="617220" y="74930"/>
                  </a:cubicBezTo>
                  <a:cubicBezTo>
                    <a:pt x="628650" y="63500"/>
                    <a:pt x="645160" y="62230"/>
                    <a:pt x="652780" y="67310"/>
                  </a:cubicBezTo>
                  <a:cubicBezTo>
                    <a:pt x="660400" y="71120"/>
                    <a:pt x="665480" y="88900"/>
                    <a:pt x="662940" y="96520"/>
                  </a:cubicBezTo>
                  <a:cubicBezTo>
                    <a:pt x="659130" y="104140"/>
                    <a:pt x="637540" y="114300"/>
                    <a:pt x="628650" y="111760"/>
                  </a:cubicBezTo>
                  <a:cubicBezTo>
                    <a:pt x="621030" y="107950"/>
                    <a:pt x="613410" y="86360"/>
                    <a:pt x="615950" y="77470"/>
                  </a:cubicBezTo>
                  <a:cubicBezTo>
                    <a:pt x="617220" y="71120"/>
                    <a:pt x="627380" y="63500"/>
                    <a:pt x="635000" y="63500"/>
                  </a:cubicBezTo>
                  <a:cubicBezTo>
                    <a:pt x="642620" y="62230"/>
                    <a:pt x="656590" y="66040"/>
                    <a:pt x="661670" y="77470"/>
                  </a:cubicBezTo>
                  <a:cubicBezTo>
                    <a:pt x="683260" y="125730"/>
                    <a:pt x="577850" y="454660"/>
                    <a:pt x="543560" y="572770"/>
                  </a:cubicBezTo>
                  <a:cubicBezTo>
                    <a:pt x="524510" y="637540"/>
                    <a:pt x="513080" y="680720"/>
                    <a:pt x="490220" y="723900"/>
                  </a:cubicBezTo>
                  <a:cubicBezTo>
                    <a:pt x="471170" y="762000"/>
                    <a:pt x="450850" y="811530"/>
                    <a:pt x="424180" y="822960"/>
                  </a:cubicBezTo>
                  <a:cubicBezTo>
                    <a:pt x="401320" y="830580"/>
                    <a:pt x="370840" y="820420"/>
                    <a:pt x="346710" y="802640"/>
                  </a:cubicBezTo>
                  <a:cubicBezTo>
                    <a:pt x="309880" y="774700"/>
                    <a:pt x="280670" y="701040"/>
                    <a:pt x="247650" y="632460"/>
                  </a:cubicBezTo>
                  <a:cubicBezTo>
                    <a:pt x="204470" y="541020"/>
                    <a:pt x="165100" y="402590"/>
                    <a:pt x="121920" y="297180"/>
                  </a:cubicBezTo>
                  <a:cubicBezTo>
                    <a:pt x="82550" y="203200"/>
                    <a:pt x="0" y="76200"/>
                    <a:pt x="1270" y="33020"/>
                  </a:cubicBezTo>
                  <a:cubicBezTo>
                    <a:pt x="2540" y="17780"/>
                    <a:pt x="10160" y="6350"/>
                    <a:pt x="17780" y="2540"/>
                  </a:cubicBezTo>
                  <a:cubicBezTo>
                    <a:pt x="25400" y="0"/>
                    <a:pt x="49530" y="15240"/>
                    <a:pt x="49530" y="15240"/>
                  </a:cubicBezTo>
                </a:path>
              </a:pathLst>
            </a:custGeom>
            <a:solidFill>
              <a:srgbClr val="FF0000"/>
            </a:solidFill>
            <a:ln cap="sq">
              <a:noFill/>
              <a:prstDash val="solid"/>
              <a:miter/>
            </a:ln>
          </p:spPr>
        </p:sp>
      </p:grpSp>
      <p:grpSp>
        <p:nvGrpSpPr>
          <p:cNvPr name="Group 106" id="106"/>
          <p:cNvGrpSpPr/>
          <p:nvPr/>
        </p:nvGrpSpPr>
        <p:grpSpPr>
          <a:xfrm rot="0">
            <a:off x="5060632" y="7305675"/>
            <a:ext cx="252412" cy="129540"/>
            <a:chOff x="0" y="0"/>
            <a:chExt cx="336550" cy="172720"/>
          </a:xfrm>
        </p:grpSpPr>
        <p:sp>
          <p:nvSpPr>
            <p:cNvPr name="Freeform 107" id="107"/>
            <p:cNvSpPr/>
            <p:nvPr/>
          </p:nvSpPr>
          <p:spPr>
            <a:xfrm flipH="false" flipV="false" rot="0">
              <a:off x="49530" y="39370"/>
              <a:ext cx="236220" cy="83820"/>
            </a:xfrm>
            <a:custGeom>
              <a:avLst/>
              <a:gdLst/>
              <a:ahLst/>
              <a:cxnLst/>
              <a:rect r="r" b="b" t="t" l="l"/>
              <a:pathLst>
                <a:path h="83820" w="236220">
                  <a:moveTo>
                    <a:pt x="210820" y="62230"/>
                  </a:moveTo>
                  <a:cubicBezTo>
                    <a:pt x="52070" y="67310"/>
                    <a:pt x="41910" y="83820"/>
                    <a:pt x="30480" y="82550"/>
                  </a:cubicBezTo>
                  <a:cubicBezTo>
                    <a:pt x="19050" y="81280"/>
                    <a:pt x="3810" y="68580"/>
                    <a:pt x="1270" y="59690"/>
                  </a:cubicBezTo>
                  <a:cubicBezTo>
                    <a:pt x="0" y="53340"/>
                    <a:pt x="5080" y="41910"/>
                    <a:pt x="11430" y="38100"/>
                  </a:cubicBezTo>
                  <a:cubicBezTo>
                    <a:pt x="16510" y="33020"/>
                    <a:pt x="27940" y="31750"/>
                    <a:pt x="34290" y="33020"/>
                  </a:cubicBezTo>
                  <a:cubicBezTo>
                    <a:pt x="40640" y="35560"/>
                    <a:pt x="49530" y="43180"/>
                    <a:pt x="50800" y="50800"/>
                  </a:cubicBezTo>
                  <a:cubicBezTo>
                    <a:pt x="53340" y="58420"/>
                    <a:pt x="46990" y="74930"/>
                    <a:pt x="40640" y="78740"/>
                  </a:cubicBezTo>
                  <a:cubicBezTo>
                    <a:pt x="33020" y="83820"/>
                    <a:pt x="16510" y="82550"/>
                    <a:pt x="10160" y="76200"/>
                  </a:cubicBezTo>
                  <a:cubicBezTo>
                    <a:pt x="3810" y="71120"/>
                    <a:pt x="0" y="55880"/>
                    <a:pt x="3810" y="46990"/>
                  </a:cubicBezTo>
                  <a:cubicBezTo>
                    <a:pt x="10160" y="33020"/>
                    <a:pt x="40640" y="19050"/>
                    <a:pt x="67310" y="12700"/>
                  </a:cubicBezTo>
                  <a:cubicBezTo>
                    <a:pt x="104140" y="2540"/>
                    <a:pt x="184150" y="0"/>
                    <a:pt x="210820" y="11430"/>
                  </a:cubicBezTo>
                  <a:cubicBezTo>
                    <a:pt x="224790" y="17780"/>
                    <a:pt x="236220" y="31750"/>
                    <a:pt x="236220" y="40640"/>
                  </a:cubicBezTo>
                  <a:cubicBezTo>
                    <a:pt x="234950" y="48260"/>
                    <a:pt x="210820" y="62230"/>
                    <a:pt x="210820" y="62230"/>
                  </a:cubicBezTo>
                </a:path>
              </a:pathLst>
            </a:custGeom>
            <a:solidFill>
              <a:srgbClr val="FF0000"/>
            </a:solidFill>
            <a:ln cap="sq">
              <a:noFill/>
              <a:prstDash val="solid"/>
              <a:miter/>
            </a:ln>
          </p:spPr>
        </p:sp>
      </p:grpSp>
      <p:grpSp>
        <p:nvGrpSpPr>
          <p:cNvPr name="Group 108" id="108"/>
          <p:cNvGrpSpPr/>
          <p:nvPr/>
        </p:nvGrpSpPr>
        <p:grpSpPr>
          <a:xfrm rot="0">
            <a:off x="13158788" y="6660832"/>
            <a:ext cx="601028" cy="738188"/>
            <a:chOff x="0" y="0"/>
            <a:chExt cx="801370" cy="984250"/>
          </a:xfrm>
        </p:grpSpPr>
        <p:sp>
          <p:nvSpPr>
            <p:cNvPr name="Freeform 109" id="109"/>
            <p:cNvSpPr/>
            <p:nvPr/>
          </p:nvSpPr>
          <p:spPr>
            <a:xfrm flipH="false" flipV="false" rot="0">
              <a:off x="50800" y="41910"/>
              <a:ext cx="708660" cy="895350"/>
            </a:xfrm>
            <a:custGeom>
              <a:avLst/>
              <a:gdLst/>
              <a:ahLst/>
              <a:cxnLst/>
              <a:rect r="r" b="b" t="t" l="l"/>
              <a:pathLst>
                <a:path h="895350" w="708660">
                  <a:moveTo>
                    <a:pt x="0" y="807720"/>
                  </a:moveTo>
                  <a:cubicBezTo>
                    <a:pt x="132080" y="223520"/>
                    <a:pt x="139700" y="208280"/>
                    <a:pt x="157480" y="173990"/>
                  </a:cubicBezTo>
                  <a:cubicBezTo>
                    <a:pt x="180340" y="132080"/>
                    <a:pt x="220980" y="66040"/>
                    <a:pt x="250190" y="38100"/>
                  </a:cubicBezTo>
                  <a:cubicBezTo>
                    <a:pt x="266700" y="22860"/>
                    <a:pt x="275590" y="13970"/>
                    <a:pt x="298450" y="8890"/>
                  </a:cubicBezTo>
                  <a:cubicBezTo>
                    <a:pt x="344170" y="0"/>
                    <a:pt x="463550" y="22860"/>
                    <a:pt x="514350" y="44450"/>
                  </a:cubicBezTo>
                  <a:cubicBezTo>
                    <a:pt x="547370" y="59690"/>
                    <a:pt x="563880" y="76200"/>
                    <a:pt x="586740" y="101600"/>
                  </a:cubicBezTo>
                  <a:cubicBezTo>
                    <a:pt x="618490" y="137160"/>
                    <a:pt x="657860" y="195580"/>
                    <a:pt x="675640" y="247650"/>
                  </a:cubicBezTo>
                  <a:cubicBezTo>
                    <a:pt x="694690" y="298450"/>
                    <a:pt x="708660" y="373380"/>
                    <a:pt x="699770" y="407670"/>
                  </a:cubicBezTo>
                  <a:cubicBezTo>
                    <a:pt x="694690" y="425450"/>
                    <a:pt x="688340" y="433070"/>
                    <a:pt x="671830" y="445770"/>
                  </a:cubicBezTo>
                  <a:cubicBezTo>
                    <a:pt x="631190" y="474980"/>
                    <a:pt x="463550" y="518160"/>
                    <a:pt x="420370" y="527050"/>
                  </a:cubicBezTo>
                  <a:cubicBezTo>
                    <a:pt x="405130" y="529590"/>
                    <a:pt x="401320" y="530860"/>
                    <a:pt x="389890" y="529590"/>
                  </a:cubicBezTo>
                  <a:cubicBezTo>
                    <a:pt x="367030" y="525780"/>
                    <a:pt x="330200" y="495300"/>
                    <a:pt x="303530" y="494030"/>
                  </a:cubicBezTo>
                  <a:cubicBezTo>
                    <a:pt x="280670" y="492760"/>
                    <a:pt x="250190" y="496570"/>
                    <a:pt x="240030" y="510540"/>
                  </a:cubicBezTo>
                  <a:cubicBezTo>
                    <a:pt x="228600" y="527050"/>
                    <a:pt x="241300" y="568960"/>
                    <a:pt x="247650" y="593090"/>
                  </a:cubicBezTo>
                  <a:cubicBezTo>
                    <a:pt x="254000" y="614680"/>
                    <a:pt x="261620" y="629920"/>
                    <a:pt x="274320" y="652780"/>
                  </a:cubicBezTo>
                  <a:cubicBezTo>
                    <a:pt x="290830" y="685800"/>
                    <a:pt x="320040" y="741680"/>
                    <a:pt x="345440" y="769620"/>
                  </a:cubicBezTo>
                  <a:cubicBezTo>
                    <a:pt x="363220" y="791210"/>
                    <a:pt x="391160" y="800100"/>
                    <a:pt x="401320" y="815340"/>
                  </a:cubicBezTo>
                  <a:cubicBezTo>
                    <a:pt x="408940" y="825500"/>
                    <a:pt x="403860" y="844550"/>
                    <a:pt x="412750" y="848360"/>
                  </a:cubicBezTo>
                  <a:cubicBezTo>
                    <a:pt x="426720" y="853440"/>
                    <a:pt x="472440" y="807720"/>
                    <a:pt x="491490" y="807720"/>
                  </a:cubicBezTo>
                  <a:cubicBezTo>
                    <a:pt x="502920" y="808990"/>
                    <a:pt x="514350" y="816610"/>
                    <a:pt x="518160" y="824230"/>
                  </a:cubicBezTo>
                  <a:cubicBezTo>
                    <a:pt x="521970" y="830580"/>
                    <a:pt x="520700" y="842010"/>
                    <a:pt x="515620" y="847090"/>
                  </a:cubicBezTo>
                  <a:cubicBezTo>
                    <a:pt x="510540" y="853440"/>
                    <a:pt x="494030" y="859790"/>
                    <a:pt x="486410" y="857250"/>
                  </a:cubicBezTo>
                  <a:cubicBezTo>
                    <a:pt x="478790" y="854710"/>
                    <a:pt x="469900" y="840740"/>
                    <a:pt x="469900" y="831850"/>
                  </a:cubicBezTo>
                  <a:cubicBezTo>
                    <a:pt x="469900" y="825500"/>
                    <a:pt x="474980" y="815340"/>
                    <a:pt x="481330" y="811530"/>
                  </a:cubicBezTo>
                  <a:cubicBezTo>
                    <a:pt x="488950" y="807720"/>
                    <a:pt x="506730" y="808990"/>
                    <a:pt x="511810" y="815340"/>
                  </a:cubicBezTo>
                  <a:cubicBezTo>
                    <a:pt x="518160" y="821690"/>
                    <a:pt x="519430" y="840740"/>
                    <a:pt x="513080" y="852170"/>
                  </a:cubicBezTo>
                  <a:cubicBezTo>
                    <a:pt x="500380" y="869950"/>
                    <a:pt x="444500" y="895350"/>
                    <a:pt x="415290" y="891540"/>
                  </a:cubicBezTo>
                  <a:cubicBezTo>
                    <a:pt x="384810" y="886460"/>
                    <a:pt x="360680" y="857250"/>
                    <a:pt x="334010" y="829310"/>
                  </a:cubicBezTo>
                  <a:cubicBezTo>
                    <a:pt x="297180" y="791210"/>
                    <a:pt x="250190" y="715010"/>
                    <a:pt x="227330" y="671830"/>
                  </a:cubicBezTo>
                  <a:cubicBezTo>
                    <a:pt x="212090" y="643890"/>
                    <a:pt x="204470" y="624840"/>
                    <a:pt x="198120" y="599440"/>
                  </a:cubicBezTo>
                  <a:cubicBezTo>
                    <a:pt x="191770" y="574040"/>
                    <a:pt x="185420" y="543560"/>
                    <a:pt x="189230" y="519430"/>
                  </a:cubicBezTo>
                  <a:cubicBezTo>
                    <a:pt x="193040" y="497840"/>
                    <a:pt x="208280" y="473710"/>
                    <a:pt x="219710" y="459740"/>
                  </a:cubicBezTo>
                  <a:cubicBezTo>
                    <a:pt x="227330" y="452120"/>
                    <a:pt x="232410" y="447040"/>
                    <a:pt x="242570" y="443230"/>
                  </a:cubicBezTo>
                  <a:cubicBezTo>
                    <a:pt x="259080" y="438150"/>
                    <a:pt x="288290" y="439420"/>
                    <a:pt x="312420" y="444500"/>
                  </a:cubicBezTo>
                  <a:cubicBezTo>
                    <a:pt x="337820" y="449580"/>
                    <a:pt x="369570" y="476250"/>
                    <a:pt x="391160" y="480060"/>
                  </a:cubicBezTo>
                  <a:cubicBezTo>
                    <a:pt x="406400" y="482600"/>
                    <a:pt x="417830" y="481330"/>
                    <a:pt x="427990" y="476250"/>
                  </a:cubicBezTo>
                  <a:cubicBezTo>
                    <a:pt x="438150" y="472440"/>
                    <a:pt x="439420" y="463550"/>
                    <a:pt x="452120" y="457200"/>
                  </a:cubicBezTo>
                  <a:cubicBezTo>
                    <a:pt x="483870" y="440690"/>
                    <a:pt x="612140" y="431800"/>
                    <a:pt x="637540" y="408940"/>
                  </a:cubicBezTo>
                  <a:cubicBezTo>
                    <a:pt x="647700" y="400050"/>
                    <a:pt x="647700" y="391160"/>
                    <a:pt x="648970" y="377190"/>
                  </a:cubicBezTo>
                  <a:cubicBezTo>
                    <a:pt x="651510" y="353060"/>
                    <a:pt x="645160" y="307340"/>
                    <a:pt x="632460" y="271780"/>
                  </a:cubicBezTo>
                  <a:cubicBezTo>
                    <a:pt x="615950" y="229870"/>
                    <a:pt x="585470" y="172720"/>
                    <a:pt x="553720" y="140970"/>
                  </a:cubicBezTo>
                  <a:cubicBezTo>
                    <a:pt x="528320" y="113030"/>
                    <a:pt x="501650" y="93980"/>
                    <a:pt x="464820" y="81280"/>
                  </a:cubicBezTo>
                  <a:cubicBezTo>
                    <a:pt x="417830" y="64770"/>
                    <a:pt x="335280" y="45720"/>
                    <a:pt x="292100" y="66040"/>
                  </a:cubicBezTo>
                  <a:cubicBezTo>
                    <a:pt x="250190" y="85090"/>
                    <a:pt x="226060" y="154940"/>
                    <a:pt x="204470" y="194310"/>
                  </a:cubicBezTo>
                  <a:cubicBezTo>
                    <a:pt x="187960" y="224790"/>
                    <a:pt x="181610" y="236220"/>
                    <a:pt x="168910" y="276860"/>
                  </a:cubicBezTo>
                  <a:cubicBezTo>
                    <a:pt x="135890" y="378460"/>
                    <a:pt x="90170" y="773430"/>
                    <a:pt x="48260" y="824230"/>
                  </a:cubicBezTo>
                  <a:cubicBezTo>
                    <a:pt x="38100" y="835660"/>
                    <a:pt x="25400" y="839470"/>
                    <a:pt x="17780" y="836930"/>
                  </a:cubicBezTo>
                  <a:cubicBezTo>
                    <a:pt x="8890" y="834390"/>
                    <a:pt x="0" y="807720"/>
                    <a:pt x="0" y="807720"/>
                  </a:cubicBezTo>
                </a:path>
              </a:pathLst>
            </a:custGeom>
            <a:solidFill>
              <a:srgbClr val="FF0000"/>
            </a:solidFill>
            <a:ln cap="sq">
              <a:noFill/>
              <a:prstDash val="solid"/>
              <a:miter/>
            </a:ln>
          </p:spPr>
        </p:sp>
      </p:grpSp>
      <p:grpSp>
        <p:nvGrpSpPr>
          <p:cNvPr name="Group 110" id="110"/>
          <p:cNvGrpSpPr/>
          <p:nvPr/>
        </p:nvGrpSpPr>
        <p:grpSpPr>
          <a:xfrm rot="0">
            <a:off x="13726477" y="6785610"/>
            <a:ext cx="506730" cy="602932"/>
            <a:chOff x="0" y="0"/>
            <a:chExt cx="675640" cy="803910"/>
          </a:xfrm>
        </p:grpSpPr>
        <p:sp>
          <p:nvSpPr>
            <p:cNvPr name="Freeform 111" id="111"/>
            <p:cNvSpPr/>
            <p:nvPr/>
          </p:nvSpPr>
          <p:spPr>
            <a:xfrm flipH="false" flipV="false" rot="0">
              <a:off x="49530" y="41910"/>
              <a:ext cx="581660" cy="721360"/>
            </a:xfrm>
            <a:custGeom>
              <a:avLst/>
              <a:gdLst/>
              <a:ahLst/>
              <a:cxnLst/>
              <a:rect r="r" b="b" t="t" l="l"/>
              <a:pathLst>
                <a:path h="721360" w="581660">
                  <a:moveTo>
                    <a:pt x="433070" y="59690"/>
                  </a:moveTo>
                  <a:cubicBezTo>
                    <a:pt x="308610" y="78740"/>
                    <a:pt x="194310" y="184150"/>
                    <a:pt x="143510" y="242570"/>
                  </a:cubicBezTo>
                  <a:cubicBezTo>
                    <a:pt x="107950" y="281940"/>
                    <a:pt x="85090" y="314960"/>
                    <a:pt x="69850" y="355600"/>
                  </a:cubicBezTo>
                  <a:cubicBezTo>
                    <a:pt x="55880" y="393700"/>
                    <a:pt x="46990" y="445770"/>
                    <a:pt x="50800" y="477520"/>
                  </a:cubicBezTo>
                  <a:cubicBezTo>
                    <a:pt x="53340" y="499110"/>
                    <a:pt x="60960" y="511810"/>
                    <a:pt x="72390" y="529590"/>
                  </a:cubicBezTo>
                  <a:cubicBezTo>
                    <a:pt x="88900" y="556260"/>
                    <a:pt x="127000" y="596900"/>
                    <a:pt x="153670" y="615950"/>
                  </a:cubicBezTo>
                  <a:cubicBezTo>
                    <a:pt x="173990" y="629920"/>
                    <a:pt x="186690" y="635000"/>
                    <a:pt x="212090" y="641350"/>
                  </a:cubicBezTo>
                  <a:cubicBezTo>
                    <a:pt x="254000" y="652780"/>
                    <a:pt x="341630" y="666750"/>
                    <a:pt x="387350" y="660400"/>
                  </a:cubicBezTo>
                  <a:cubicBezTo>
                    <a:pt x="416560" y="655320"/>
                    <a:pt x="440690" y="642620"/>
                    <a:pt x="458470" y="629920"/>
                  </a:cubicBezTo>
                  <a:cubicBezTo>
                    <a:pt x="472440" y="621030"/>
                    <a:pt x="480060" y="612140"/>
                    <a:pt x="488950" y="596900"/>
                  </a:cubicBezTo>
                  <a:cubicBezTo>
                    <a:pt x="501650" y="575310"/>
                    <a:pt x="511810" y="542290"/>
                    <a:pt x="518160" y="508000"/>
                  </a:cubicBezTo>
                  <a:cubicBezTo>
                    <a:pt x="527050" y="464820"/>
                    <a:pt x="529590" y="401320"/>
                    <a:pt x="528320" y="358140"/>
                  </a:cubicBezTo>
                  <a:cubicBezTo>
                    <a:pt x="525780" y="323850"/>
                    <a:pt x="525780" y="299720"/>
                    <a:pt x="513080" y="269240"/>
                  </a:cubicBezTo>
                  <a:cubicBezTo>
                    <a:pt x="497840" y="228600"/>
                    <a:pt x="433070" y="171450"/>
                    <a:pt x="429260" y="144780"/>
                  </a:cubicBezTo>
                  <a:cubicBezTo>
                    <a:pt x="427990" y="132080"/>
                    <a:pt x="433070" y="120650"/>
                    <a:pt x="439420" y="115570"/>
                  </a:cubicBezTo>
                  <a:cubicBezTo>
                    <a:pt x="445770" y="110490"/>
                    <a:pt x="457200" y="110490"/>
                    <a:pt x="463550" y="113030"/>
                  </a:cubicBezTo>
                  <a:cubicBezTo>
                    <a:pt x="469900" y="115570"/>
                    <a:pt x="477520" y="124460"/>
                    <a:pt x="478790" y="130810"/>
                  </a:cubicBezTo>
                  <a:cubicBezTo>
                    <a:pt x="480060" y="138430"/>
                    <a:pt x="477520" y="149860"/>
                    <a:pt x="472440" y="153670"/>
                  </a:cubicBezTo>
                  <a:cubicBezTo>
                    <a:pt x="466090" y="158750"/>
                    <a:pt x="448310" y="161290"/>
                    <a:pt x="441960" y="158750"/>
                  </a:cubicBezTo>
                  <a:cubicBezTo>
                    <a:pt x="434340" y="156210"/>
                    <a:pt x="429260" y="146050"/>
                    <a:pt x="427990" y="138430"/>
                  </a:cubicBezTo>
                  <a:cubicBezTo>
                    <a:pt x="427990" y="132080"/>
                    <a:pt x="431800" y="120650"/>
                    <a:pt x="436880" y="116840"/>
                  </a:cubicBezTo>
                  <a:cubicBezTo>
                    <a:pt x="444500" y="111760"/>
                    <a:pt x="457200" y="109220"/>
                    <a:pt x="468630" y="115570"/>
                  </a:cubicBezTo>
                  <a:cubicBezTo>
                    <a:pt x="495300" y="129540"/>
                    <a:pt x="546100" y="208280"/>
                    <a:pt x="563880" y="261620"/>
                  </a:cubicBezTo>
                  <a:cubicBezTo>
                    <a:pt x="581660" y="316230"/>
                    <a:pt x="576580" y="392430"/>
                    <a:pt x="575310" y="441960"/>
                  </a:cubicBezTo>
                  <a:cubicBezTo>
                    <a:pt x="574040" y="474980"/>
                    <a:pt x="572770" y="496570"/>
                    <a:pt x="565150" y="525780"/>
                  </a:cubicBezTo>
                  <a:cubicBezTo>
                    <a:pt x="557530" y="560070"/>
                    <a:pt x="543560" y="604520"/>
                    <a:pt x="527050" y="629920"/>
                  </a:cubicBezTo>
                  <a:cubicBezTo>
                    <a:pt x="514350" y="648970"/>
                    <a:pt x="501650" y="660400"/>
                    <a:pt x="485140" y="673100"/>
                  </a:cubicBezTo>
                  <a:cubicBezTo>
                    <a:pt x="464820" y="688340"/>
                    <a:pt x="445770" y="704850"/>
                    <a:pt x="414020" y="711200"/>
                  </a:cubicBezTo>
                  <a:cubicBezTo>
                    <a:pt x="361950" y="721360"/>
                    <a:pt x="243840" y="703580"/>
                    <a:pt x="190500" y="688340"/>
                  </a:cubicBezTo>
                  <a:cubicBezTo>
                    <a:pt x="158750" y="678180"/>
                    <a:pt x="142240" y="670560"/>
                    <a:pt x="118110" y="651510"/>
                  </a:cubicBezTo>
                  <a:cubicBezTo>
                    <a:pt x="87630" y="628650"/>
                    <a:pt x="44450" y="586740"/>
                    <a:pt x="25400" y="548640"/>
                  </a:cubicBezTo>
                  <a:cubicBezTo>
                    <a:pt x="7620" y="515620"/>
                    <a:pt x="2540" y="472440"/>
                    <a:pt x="1270" y="440690"/>
                  </a:cubicBezTo>
                  <a:cubicBezTo>
                    <a:pt x="0" y="414020"/>
                    <a:pt x="3810" y="392430"/>
                    <a:pt x="11430" y="367030"/>
                  </a:cubicBezTo>
                  <a:cubicBezTo>
                    <a:pt x="20320" y="337820"/>
                    <a:pt x="41910" y="304800"/>
                    <a:pt x="58420" y="276860"/>
                  </a:cubicBezTo>
                  <a:cubicBezTo>
                    <a:pt x="73660" y="250190"/>
                    <a:pt x="87630" y="228600"/>
                    <a:pt x="107950" y="204470"/>
                  </a:cubicBezTo>
                  <a:cubicBezTo>
                    <a:pt x="130810" y="179070"/>
                    <a:pt x="156210" y="156210"/>
                    <a:pt x="190500" y="128270"/>
                  </a:cubicBezTo>
                  <a:cubicBezTo>
                    <a:pt x="234950" y="91440"/>
                    <a:pt x="311150" y="22860"/>
                    <a:pt x="360680" y="8890"/>
                  </a:cubicBezTo>
                  <a:cubicBezTo>
                    <a:pt x="393700" y="0"/>
                    <a:pt x="436880" y="3810"/>
                    <a:pt x="449580" y="15240"/>
                  </a:cubicBezTo>
                  <a:cubicBezTo>
                    <a:pt x="457200" y="21590"/>
                    <a:pt x="459740" y="35560"/>
                    <a:pt x="457200" y="43180"/>
                  </a:cubicBezTo>
                  <a:cubicBezTo>
                    <a:pt x="454660" y="50800"/>
                    <a:pt x="433070" y="59690"/>
                    <a:pt x="433070" y="59690"/>
                  </a:cubicBezTo>
                </a:path>
              </a:pathLst>
            </a:custGeom>
            <a:solidFill>
              <a:srgbClr val="FF0000"/>
            </a:solidFill>
            <a:ln cap="sq">
              <a:noFill/>
              <a:prstDash val="solid"/>
              <a:miter/>
            </a:ln>
          </p:spPr>
        </p:sp>
      </p:grpSp>
      <p:grpSp>
        <p:nvGrpSpPr>
          <p:cNvPr name="Group 112" id="112"/>
          <p:cNvGrpSpPr/>
          <p:nvPr/>
        </p:nvGrpSpPr>
        <p:grpSpPr>
          <a:xfrm rot="0">
            <a:off x="14260830" y="6785610"/>
            <a:ext cx="542925" cy="685800"/>
            <a:chOff x="0" y="0"/>
            <a:chExt cx="723900" cy="914400"/>
          </a:xfrm>
        </p:grpSpPr>
        <p:sp>
          <p:nvSpPr>
            <p:cNvPr name="Freeform 113" id="113"/>
            <p:cNvSpPr/>
            <p:nvPr/>
          </p:nvSpPr>
          <p:spPr>
            <a:xfrm flipH="false" flipV="false" rot="0">
              <a:off x="41910" y="50800"/>
              <a:ext cx="632460" cy="814070"/>
            </a:xfrm>
            <a:custGeom>
              <a:avLst/>
              <a:gdLst/>
              <a:ahLst/>
              <a:cxnLst/>
              <a:rect r="r" b="b" t="t" l="l"/>
              <a:pathLst>
                <a:path h="814070" w="632460">
                  <a:moveTo>
                    <a:pt x="59690" y="20320"/>
                  </a:moveTo>
                  <a:cubicBezTo>
                    <a:pt x="114300" y="288290"/>
                    <a:pt x="175260" y="452120"/>
                    <a:pt x="217170" y="560070"/>
                  </a:cubicBezTo>
                  <a:cubicBezTo>
                    <a:pt x="250190" y="643890"/>
                    <a:pt x="311150" y="742950"/>
                    <a:pt x="312420" y="781050"/>
                  </a:cubicBezTo>
                  <a:cubicBezTo>
                    <a:pt x="312420" y="793750"/>
                    <a:pt x="308610" y="802640"/>
                    <a:pt x="302260" y="807720"/>
                  </a:cubicBezTo>
                  <a:cubicBezTo>
                    <a:pt x="297180" y="812800"/>
                    <a:pt x="285750" y="814070"/>
                    <a:pt x="279400" y="811530"/>
                  </a:cubicBezTo>
                  <a:cubicBezTo>
                    <a:pt x="273050" y="808990"/>
                    <a:pt x="265430" y="802640"/>
                    <a:pt x="262890" y="795020"/>
                  </a:cubicBezTo>
                  <a:cubicBezTo>
                    <a:pt x="259080" y="779780"/>
                    <a:pt x="271780" y="759460"/>
                    <a:pt x="281940" y="727710"/>
                  </a:cubicBezTo>
                  <a:cubicBezTo>
                    <a:pt x="311150" y="650240"/>
                    <a:pt x="400050" y="430530"/>
                    <a:pt x="455930" y="328930"/>
                  </a:cubicBezTo>
                  <a:cubicBezTo>
                    <a:pt x="492760" y="260350"/>
                    <a:pt x="542290" y="166370"/>
                    <a:pt x="563880" y="166370"/>
                  </a:cubicBezTo>
                  <a:cubicBezTo>
                    <a:pt x="574040" y="166370"/>
                    <a:pt x="576580" y="194310"/>
                    <a:pt x="584200" y="195580"/>
                  </a:cubicBezTo>
                  <a:cubicBezTo>
                    <a:pt x="590550" y="196850"/>
                    <a:pt x="598170" y="184150"/>
                    <a:pt x="604520" y="184150"/>
                  </a:cubicBezTo>
                  <a:cubicBezTo>
                    <a:pt x="613410" y="184150"/>
                    <a:pt x="626110" y="191770"/>
                    <a:pt x="629920" y="199390"/>
                  </a:cubicBezTo>
                  <a:cubicBezTo>
                    <a:pt x="632460" y="205740"/>
                    <a:pt x="629920" y="220980"/>
                    <a:pt x="624840" y="226060"/>
                  </a:cubicBezTo>
                  <a:cubicBezTo>
                    <a:pt x="619760" y="232410"/>
                    <a:pt x="601980" y="234950"/>
                    <a:pt x="594360" y="232410"/>
                  </a:cubicBezTo>
                  <a:cubicBezTo>
                    <a:pt x="588010" y="229870"/>
                    <a:pt x="581660" y="219710"/>
                    <a:pt x="580390" y="212090"/>
                  </a:cubicBezTo>
                  <a:cubicBezTo>
                    <a:pt x="580390" y="205740"/>
                    <a:pt x="584200" y="195580"/>
                    <a:pt x="589280" y="190500"/>
                  </a:cubicBezTo>
                  <a:cubicBezTo>
                    <a:pt x="594360" y="185420"/>
                    <a:pt x="605790" y="181610"/>
                    <a:pt x="612140" y="184150"/>
                  </a:cubicBezTo>
                  <a:cubicBezTo>
                    <a:pt x="619760" y="186690"/>
                    <a:pt x="629920" y="200660"/>
                    <a:pt x="631190" y="208280"/>
                  </a:cubicBezTo>
                  <a:cubicBezTo>
                    <a:pt x="632460" y="215900"/>
                    <a:pt x="626110" y="226060"/>
                    <a:pt x="621030" y="229870"/>
                  </a:cubicBezTo>
                  <a:cubicBezTo>
                    <a:pt x="614680" y="233680"/>
                    <a:pt x="604520" y="234950"/>
                    <a:pt x="596900" y="232410"/>
                  </a:cubicBezTo>
                  <a:cubicBezTo>
                    <a:pt x="590550" y="231140"/>
                    <a:pt x="582930" y="222250"/>
                    <a:pt x="581660" y="215900"/>
                  </a:cubicBezTo>
                  <a:cubicBezTo>
                    <a:pt x="580390" y="208280"/>
                    <a:pt x="582930" y="195580"/>
                    <a:pt x="588010" y="190500"/>
                  </a:cubicBezTo>
                  <a:cubicBezTo>
                    <a:pt x="594360" y="185420"/>
                    <a:pt x="609600" y="182880"/>
                    <a:pt x="617220" y="186690"/>
                  </a:cubicBezTo>
                  <a:cubicBezTo>
                    <a:pt x="623570" y="189230"/>
                    <a:pt x="629920" y="198120"/>
                    <a:pt x="631190" y="204470"/>
                  </a:cubicBezTo>
                  <a:cubicBezTo>
                    <a:pt x="632460" y="210820"/>
                    <a:pt x="629920" y="222250"/>
                    <a:pt x="627380" y="222250"/>
                  </a:cubicBezTo>
                  <a:cubicBezTo>
                    <a:pt x="623570" y="223520"/>
                    <a:pt x="614680" y="195580"/>
                    <a:pt x="605790" y="195580"/>
                  </a:cubicBezTo>
                  <a:cubicBezTo>
                    <a:pt x="582930" y="196850"/>
                    <a:pt x="537210" y="284480"/>
                    <a:pt x="501650" y="351790"/>
                  </a:cubicBezTo>
                  <a:cubicBezTo>
                    <a:pt x="441960" y="461010"/>
                    <a:pt x="354330" y="754380"/>
                    <a:pt x="309880" y="798830"/>
                  </a:cubicBezTo>
                  <a:cubicBezTo>
                    <a:pt x="298450" y="810260"/>
                    <a:pt x="289560" y="814070"/>
                    <a:pt x="279400" y="811530"/>
                  </a:cubicBezTo>
                  <a:cubicBezTo>
                    <a:pt x="267970" y="808990"/>
                    <a:pt x="259080" y="797560"/>
                    <a:pt x="246380" y="777240"/>
                  </a:cubicBezTo>
                  <a:cubicBezTo>
                    <a:pt x="200660" y="703580"/>
                    <a:pt x="73660" y="332740"/>
                    <a:pt x="38100" y="195580"/>
                  </a:cubicBezTo>
                  <a:cubicBezTo>
                    <a:pt x="19050" y="121920"/>
                    <a:pt x="0" y="54610"/>
                    <a:pt x="8890" y="24130"/>
                  </a:cubicBezTo>
                  <a:cubicBezTo>
                    <a:pt x="12700" y="11430"/>
                    <a:pt x="24130" y="1270"/>
                    <a:pt x="33020" y="0"/>
                  </a:cubicBezTo>
                  <a:cubicBezTo>
                    <a:pt x="40640" y="0"/>
                    <a:pt x="59690" y="20320"/>
                    <a:pt x="59690" y="20320"/>
                  </a:cubicBezTo>
                </a:path>
              </a:pathLst>
            </a:custGeom>
            <a:solidFill>
              <a:srgbClr val="FF0000"/>
            </a:solidFill>
            <a:ln cap="sq">
              <a:noFill/>
              <a:prstDash val="solid"/>
              <a:miter/>
            </a:ln>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grpSp>
        <p:nvGrpSpPr>
          <p:cNvPr name="Group 4" id="4"/>
          <p:cNvGrpSpPr/>
          <p:nvPr/>
        </p:nvGrpSpPr>
        <p:grpSpPr>
          <a:xfrm rot="0">
            <a:off x="15630584" y="255039"/>
            <a:ext cx="1856467" cy="185646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5630584"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719400" y="4110797"/>
            <a:ext cx="7542129" cy="5147503"/>
          </a:xfrm>
          <a:custGeom>
            <a:avLst/>
            <a:gdLst/>
            <a:ahLst/>
            <a:cxnLst/>
            <a:rect r="r" b="b" t="t" l="l"/>
            <a:pathLst>
              <a:path h="5147503" w="7542129">
                <a:moveTo>
                  <a:pt x="0" y="0"/>
                </a:moveTo>
                <a:lnTo>
                  <a:pt x="7542129" y="0"/>
                </a:lnTo>
                <a:lnTo>
                  <a:pt x="7542129" y="5147503"/>
                </a:lnTo>
                <a:lnTo>
                  <a:pt x="0" y="5147503"/>
                </a:lnTo>
                <a:lnTo>
                  <a:pt x="0" y="0"/>
                </a:lnTo>
                <a:close/>
              </a:path>
            </a:pathLst>
          </a:custGeom>
          <a:blipFill>
            <a:blip r:embed="rId3"/>
            <a:stretch>
              <a:fillRect l="0" t="0" r="0" b="0"/>
            </a:stretch>
          </a:blipFill>
        </p:spPr>
      </p:sp>
      <p:sp>
        <p:nvSpPr>
          <p:cNvPr name="Freeform 11" id="11"/>
          <p:cNvSpPr/>
          <p:nvPr/>
        </p:nvSpPr>
        <p:spPr>
          <a:xfrm flipH="false" flipV="false" rot="0">
            <a:off x="11500216" y="3592935"/>
            <a:ext cx="3890760" cy="6221788"/>
          </a:xfrm>
          <a:custGeom>
            <a:avLst/>
            <a:gdLst/>
            <a:ahLst/>
            <a:cxnLst/>
            <a:rect r="r" b="b" t="t" l="l"/>
            <a:pathLst>
              <a:path h="6221788" w="3890760">
                <a:moveTo>
                  <a:pt x="0" y="0"/>
                </a:moveTo>
                <a:lnTo>
                  <a:pt x="3890759" y="0"/>
                </a:lnTo>
                <a:lnTo>
                  <a:pt x="3890759" y="6221788"/>
                </a:lnTo>
                <a:lnTo>
                  <a:pt x="0" y="6221788"/>
                </a:lnTo>
                <a:lnTo>
                  <a:pt x="0" y="0"/>
                </a:lnTo>
                <a:close/>
              </a:path>
            </a:pathLst>
          </a:custGeom>
          <a:blipFill>
            <a:blip r:embed="rId4"/>
            <a:stretch>
              <a:fillRect l="0" t="0" r="0" b="0"/>
            </a:stretch>
          </a:blipFill>
        </p:spPr>
      </p:sp>
      <p:sp>
        <p:nvSpPr>
          <p:cNvPr name="TextBox 12" id="12"/>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15</a:t>
            </a:r>
          </a:p>
        </p:txBody>
      </p:sp>
      <p:sp>
        <p:nvSpPr>
          <p:cNvPr name="TextBox 13" id="13"/>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6.4.1</a:t>
            </a:r>
          </a:p>
        </p:txBody>
      </p:sp>
      <p:sp>
        <p:nvSpPr>
          <p:cNvPr name="TextBox 14" id="14"/>
          <p:cNvSpPr txBox="true"/>
          <p:nvPr/>
        </p:nvSpPr>
        <p:spPr>
          <a:xfrm rot="0">
            <a:off x="1470411" y="1923387"/>
            <a:ext cx="15347179" cy="1671410"/>
          </a:xfrm>
          <a:prstGeom prst="rect">
            <a:avLst/>
          </a:prstGeom>
        </p:spPr>
        <p:txBody>
          <a:bodyPr anchor="t" rtlCol="false" tIns="0" lIns="0" bIns="0" rIns="0">
            <a:spAutoFit/>
          </a:bodyPr>
          <a:lstStyle/>
          <a:p>
            <a:pPr algn="l">
              <a:lnSpc>
                <a:spcPts val="4475"/>
              </a:lnSpc>
              <a:spcBef>
                <a:spcPct val="0"/>
              </a:spcBef>
            </a:pPr>
            <a:r>
              <a:rPr lang="en-US" sz="3196">
                <a:solidFill>
                  <a:srgbClr val="65BAFE"/>
                </a:solidFill>
                <a:latin typeface="Tex Gyre Termes"/>
                <a:ea typeface="Tex Gyre Termes"/>
                <a:cs typeface="Tex Gyre Termes"/>
                <a:sym typeface="Tex Gyre Termes"/>
              </a:rPr>
              <a:t>In order to reduce drag and maintain stability, the ROV’s body shall resemble a torpedo shape, similar to that of a dolphin. This allows the ROV to cut through water with minimal turbulence.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to provide passive and active stability, hydroplanes will be situated on either side of the ROV. </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032525" y="3164020"/>
            <a:ext cx="4235323" cy="6356958"/>
          </a:xfrm>
          <a:custGeom>
            <a:avLst/>
            <a:gdLst/>
            <a:ahLst/>
            <a:cxnLst/>
            <a:rect r="r" b="b" t="t" l="l"/>
            <a:pathLst>
              <a:path h="6356958" w="4235323">
                <a:moveTo>
                  <a:pt x="0" y="0"/>
                </a:moveTo>
                <a:lnTo>
                  <a:pt x="4235324" y="0"/>
                </a:lnTo>
                <a:lnTo>
                  <a:pt x="4235324" y="6356959"/>
                </a:lnTo>
                <a:lnTo>
                  <a:pt x="0" y="6356959"/>
                </a:lnTo>
                <a:lnTo>
                  <a:pt x="0" y="0"/>
                </a:lnTo>
                <a:close/>
              </a:path>
            </a:pathLst>
          </a:custGeom>
          <a:blipFill>
            <a:blip r:embed="rId3"/>
            <a:stretch>
              <a:fillRect l="0" t="0" r="0" b="0"/>
            </a:stretch>
          </a:blipFill>
        </p:spPr>
      </p:sp>
      <p:sp>
        <p:nvSpPr>
          <p:cNvPr name="TextBox 9" id="9"/>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16</a:t>
            </a: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6.4.1</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Freeform 3" id="3"/>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grpSp>
        <p:nvGrpSpPr>
          <p:cNvPr name="Group 4" id="4"/>
          <p:cNvGrpSpPr/>
          <p:nvPr/>
        </p:nvGrpSpPr>
        <p:grpSpPr>
          <a:xfrm rot="0">
            <a:off x="15621059" y="255039"/>
            <a:ext cx="1856467" cy="185646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2583306" y="6301219"/>
            <a:ext cx="3551316" cy="3464475"/>
          </a:xfrm>
          <a:custGeom>
            <a:avLst/>
            <a:gdLst/>
            <a:ahLst/>
            <a:cxnLst/>
            <a:rect r="r" b="b" t="t" l="l"/>
            <a:pathLst>
              <a:path h="3464475" w="3551316">
                <a:moveTo>
                  <a:pt x="0" y="0"/>
                </a:moveTo>
                <a:lnTo>
                  <a:pt x="3551316" y="0"/>
                </a:lnTo>
                <a:lnTo>
                  <a:pt x="3551316" y="3464476"/>
                </a:lnTo>
                <a:lnTo>
                  <a:pt x="0" y="3464476"/>
                </a:lnTo>
                <a:lnTo>
                  <a:pt x="0" y="0"/>
                </a:lnTo>
                <a:close/>
              </a:path>
            </a:pathLst>
          </a:custGeom>
          <a:blipFill>
            <a:blip r:embed="rId3"/>
            <a:stretch>
              <a:fillRect l="0" t="0" r="0" b="0"/>
            </a:stretch>
          </a:blipFill>
        </p:spPr>
      </p:sp>
      <p:sp>
        <p:nvSpPr>
          <p:cNvPr name="Freeform 8" id="8"/>
          <p:cNvSpPr/>
          <p:nvPr/>
        </p:nvSpPr>
        <p:spPr>
          <a:xfrm flipH="false" flipV="false" rot="0">
            <a:off x="9474159" y="6301219"/>
            <a:ext cx="3712516" cy="3383030"/>
          </a:xfrm>
          <a:custGeom>
            <a:avLst/>
            <a:gdLst/>
            <a:ahLst/>
            <a:cxnLst/>
            <a:rect r="r" b="b" t="t" l="l"/>
            <a:pathLst>
              <a:path h="3383030" w="3712516">
                <a:moveTo>
                  <a:pt x="0" y="0"/>
                </a:moveTo>
                <a:lnTo>
                  <a:pt x="3712516" y="0"/>
                </a:lnTo>
                <a:lnTo>
                  <a:pt x="3712516" y="3383030"/>
                </a:lnTo>
                <a:lnTo>
                  <a:pt x="0" y="3383030"/>
                </a:lnTo>
                <a:lnTo>
                  <a:pt x="0" y="0"/>
                </a:lnTo>
                <a:close/>
              </a:path>
            </a:pathLst>
          </a:custGeom>
          <a:blipFill>
            <a:blip r:embed="rId4"/>
            <a:stretch>
              <a:fillRect l="0" t="0" r="0" b="0"/>
            </a:stretch>
          </a:blipFill>
        </p:spPr>
      </p:sp>
      <p:sp>
        <p:nvSpPr>
          <p:cNvPr name="TextBox 9" id="9"/>
          <p:cNvSpPr txBox="true"/>
          <p:nvPr/>
        </p:nvSpPr>
        <p:spPr>
          <a:xfrm rot="0">
            <a:off x="1546726" y="2044831"/>
            <a:ext cx="14810584" cy="391922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for the propellers to be detachable and easily modifiable, the end of said motor and the base of said propeller will contain permanent magnets. There will exist 5-6 magnets on a hexagonal base, allowing for a reliable connection that is not subject to water-inflicted damage. The required newtons of holding force to allow the system to remain in tact during propeller operation, while not exceeding an amount which would make it difficult to remove from the ROV, should be calculated. With this method, electronics are not needed and failure potential is reduced. </a:t>
            </a:r>
          </a:p>
        </p:txBody>
      </p:sp>
      <p:sp>
        <p:nvSpPr>
          <p:cNvPr name="TextBox 10" id="10"/>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1 7</a:t>
            </a:r>
          </a:p>
        </p:txBody>
      </p:sp>
      <p:sp>
        <p:nvSpPr>
          <p:cNvPr name="TextBox 11" id="11"/>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6.5.5</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614498">
            <a:off x="10242355" y="-3961362"/>
            <a:ext cx="15234943" cy="15721589"/>
          </a:xfrm>
          <a:custGeom>
            <a:avLst/>
            <a:gdLst/>
            <a:ahLst/>
            <a:cxnLst/>
            <a:rect r="r" b="b" t="t" l="l"/>
            <a:pathLst>
              <a:path h="15721589" w="15234943">
                <a:moveTo>
                  <a:pt x="15234943" y="0"/>
                </a:moveTo>
                <a:lnTo>
                  <a:pt x="0" y="0"/>
                </a:lnTo>
                <a:lnTo>
                  <a:pt x="0" y="15721589"/>
                </a:lnTo>
                <a:lnTo>
                  <a:pt x="15234943" y="15721589"/>
                </a:lnTo>
                <a:lnTo>
                  <a:pt x="15234943"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true" flipV="false" rot="3788763">
            <a:off x="-5070090" y="-10424406"/>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grpSp>
        <p:nvGrpSpPr>
          <p:cNvPr name="Group 4" id="4"/>
          <p:cNvGrpSpPr/>
          <p:nvPr/>
        </p:nvGrpSpPr>
        <p:grpSpPr>
          <a:xfrm rot="0">
            <a:off x="15621059" y="255039"/>
            <a:ext cx="1856467" cy="185646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2153476" y="5544951"/>
            <a:ext cx="4410976" cy="4303114"/>
          </a:xfrm>
          <a:custGeom>
            <a:avLst/>
            <a:gdLst/>
            <a:ahLst/>
            <a:cxnLst/>
            <a:rect r="r" b="b" t="t" l="l"/>
            <a:pathLst>
              <a:path h="4303114" w="4410976">
                <a:moveTo>
                  <a:pt x="0" y="0"/>
                </a:moveTo>
                <a:lnTo>
                  <a:pt x="4410976" y="0"/>
                </a:lnTo>
                <a:lnTo>
                  <a:pt x="4410976" y="4303114"/>
                </a:lnTo>
                <a:lnTo>
                  <a:pt x="0" y="4303114"/>
                </a:lnTo>
                <a:lnTo>
                  <a:pt x="0" y="0"/>
                </a:lnTo>
                <a:close/>
              </a:path>
            </a:pathLst>
          </a:custGeom>
          <a:blipFill>
            <a:blip r:embed="rId3"/>
            <a:stretch>
              <a:fillRect l="0" t="0" r="0" b="0"/>
            </a:stretch>
          </a:blipFill>
        </p:spPr>
      </p:sp>
      <p:sp>
        <p:nvSpPr>
          <p:cNvPr name="Freeform 8" id="8"/>
          <p:cNvSpPr/>
          <p:nvPr/>
        </p:nvSpPr>
        <p:spPr>
          <a:xfrm flipH="false" flipV="false" rot="0">
            <a:off x="8952018" y="5522108"/>
            <a:ext cx="4772346" cy="4348800"/>
          </a:xfrm>
          <a:custGeom>
            <a:avLst/>
            <a:gdLst/>
            <a:ahLst/>
            <a:cxnLst/>
            <a:rect r="r" b="b" t="t" l="l"/>
            <a:pathLst>
              <a:path h="4348800" w="4772346">
                <a:moveTo>
                  <a:pt x="0" y="0"/>
                </a:moveTo>
                <a:lnTo>
                  <a:pt x="4772346" y="0"/>
                </a:lnTo>
                <a:lnTo>
                  <a:pt x="4772346" y="4348800"/>
                </a:lnTo>
                <a:lnTo>
                  <a:pt x="0" y="4348800"/>
                </a:lnTo>
                <a:lnTo>
                  <a:pt x="0" y="0"/>
                </a:lnTo>
                <a:close/>
              </a:path>
            </a:pathLst>
          </a:custGeom>
          <a:blipFill>
            <a:blip r:embed="rId4"/>
            <a:stretch>
              <a:fillRect l="0" t="0" r="0" b="0"/>
            </a:stretch>
          </a:blipFill>
        </p:spPr>
      </p:sp>
      <p:sp>
        <p:nvSpPr>
          <p:cNvPr name="TextBox 9" id="9"/>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18</a:t>
            </a: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6.5.5</a:t>
            </a:r>
          </a:p>
        </p:txBody>
      </p:sp>
      <p:sp>
        <p:nvSpPr>
          <p:cNvPr name="TextBox 11" id="11"/>
          <p:cNvSpPr txBox="true"/>
          <p:nvPr/>
        </p:nvSpPr>
        <p:spPr>
          <a:xfrm rot="0">
            <a:off x="1556251" y="2044831"/>
            <a:ext cx="14810584" cy="279527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for the propellers to be detachable and easily modifiable, the end of said motor and the base of said propeller will contain electromagnets. There will exist 5-6 electromagnets on a hexagonal base, allowing for a reliable connection while requiring additional electronics. This method has a higher failure potential compared to solution #17, but solves the issues regarding a stable holding force, mitigating issues of removal.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607727" y="-4183701"/>
            <a:ext cx="13720115" cy="14158374"/>
          </a:xfrm>
          <a:custGeom>
            <a:avLst/>
            <a:gdLst/>
            <a:ahLst/>
            <a:cxnLst/>
            <a:rect r="r" b="b" t="t" l="l"/>
            <a:pathLst>
              <a:path h="14158374" w="13720115">
                <a:moveTo>
                  <a:pt x="0" y="0"/>
                </a:moveTo>
                <a:lnTo>
                  <a:pt x="13720116" y="0"/>
                </a:lnTo>
                <a:lnTo>
                  <a:pt x="13720116" y="14158374"/>
                </a:lnTo>
                <a:lnTo>
                  <a:pt x="0" y="14158374"/>
                </a:lnTo>
                <a:lnTo>
                  <a:pt x="0" y="0"/>
                </a:lnTo>
                <a:close/>
              </a:path>
            </a:pathLst>
          </a:custGeom>
          <a:blipFill>
            <a:blip r:embed="rId2">
              <a:alphaModFix amt="42000"/>
            </a:blip>
            <a:stretch>
              <a:fillRect l="-129" t="0" r="-129" b="-678"/>
            </a:stretch>
          </a:blipFill>
        </p:spPr>
      </p:sp>
      <p:grpSp>
        <p:nvGrpSpPr>
          <p:cNvPr name="Group 4" id="4"/>
          <p:cNvGrpSpPr/>
          <p:nvPr/>
        </p:nvGrpSpPr>
        <p:grpSpPr>
          <a:xfrm rot="0">
            <a:off x="15621059" y="255039"/>
            <a:ext cx="1856467" cy="185646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792647" y="4543204"/>
            <a:ext cx="5944984" cy="5045805"/>
          </a:xfrm>
          <a:custGeom>
            <a:avLst/>
            <a:gdLst/>
            <a:ahLst/>
            <a:cxnLst/>
            <a:rect r="r" b="b" t="t" l="l"/>
            <a:pathLst>
              <a:path h="5045805" w="5944984">
                <a:moveTo>
                  <a:pt x="0" y="0"/>
                </a:moveTo>
                <a:lnTo>
                  <a:pt x="5944985" y="0"/>
                </a:lnTo>
                <a:lnTo>
                  <a:pt x="5944985" y="5045805"/>
                </a:lnTo>
                <a:lnTo>
                  <a:pt x="0" y="5045805"/>
                </a:lnTo>
                <a:lnTo>
                  <a:pt x="0" y="0"/>
                </a:lnTo>
                <a:close/>
              </a:path>
            </a:pathLst>
          </a:custGeom>
          <a:blipFill>
            <a:blip r:embed="rId3"/>
            <a:stretch>
              <a:fillRect l="0" t="0" r="0" b="0"/>
            </a:stretch>
          </a:blipFill>
        </p:spPr>
      </p:sp>
      <p:sp>
        <p:nvSpPr>
          <p:cNvPr name="Freeform 8" id="8"/>
          <p:cNvSpPr/>
          <p:nvPr/>
        </p:nvSpPr>
        <p:spPr>
          <a:xfrm flipH="false" flipV="false" rot="0">
            <a:off x="9464024" y="4726825"/>
            <a:ext cx="5536762" cy="4678564"/>
          </a:xfrm>
          <a:custGeom>
            <a:avLst/>
            <a:gdLst/>
            <a:ahLst/>
            <a:cxnLst/>
            <a:rect r="r" b="b" t="t" l="l"/>
            <a:pathLst>
              <a:path h="4678564" w="5536762">
                <a:moveTo>
                  <a:pt x="0" y="0"/>
                </a:moveTo>
                <a:lnTo>
                  <a:pt x="5536762" y="0"/>
                </a:lnTo>
                <a:lnTo>
                  <a:pt x="5536762" y="4678563"/>
                </a:lnTo>
                <a:lnTo>
                  <a:pt x="0" y="4678563"/>
                </a:lnTo>
                <a:lnTo>
                  <a:pt x="0" y="0"/>
                </a:lnTo>
                <a:close/>
              </a:path>
            </a:pathLst>
          </a:custGeom>
          <a:blipFill>
            <a:blip r:embed="rId4"/>
            <a:stretch>
              <a:fillRect l="0" t="0" r="0" b="0"/>
            </a:stretch>
          </a:blipFill>
        </p:spPr>
      </p:sp>
      <p:sp>
        <p:nvSpPr>
          <p:cNvPr name="TextBox 9" id="9"/>
          <p:cNvSpPr txBox="true"/>
          <p:nvPr/>
        </p:nvSpPr>
        <p:spPr>
          <a:xfrm rot="0">
            <a:off x="1546726" y="2168656"/>
            <a:ext cx="14810584" cy="167132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for the motors to be waterproofed, in addition to solution #17/18, there will exist a low friction interface between the hexagonal bodies. This will limit water exposure to the motors and the internal components of the ROV from the propellers. </a:t>
            </a:r>
          </a:p>
        </p:txBody>
      </p:sp>
      <p:sp>
        <p:nvSpPr>
          <p:cNvPr name="TextBox 10" id="10"/>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#19</a:t>
            </a:r>
          </a:p>
        </p:txBody>
      </p:sp>
      <p:sp>
        <p:nvSpPr>
          <p:cNvPr name="TextBox 11" id="11"/>
          <p:cNvSpPr txBox="true"/>
          <p:nvPr/>
        </p:nvSpPr>
        <p:spPr>
          <a:xfrm rot="0">
            <a:off x="1495901" y="1460801"/>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6.5.6</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grpSp>
        <p:nvGrpSpPr>
          <p:cNvPr name="Group 4" id="4"/>
          <p:cNvGrpSpPr/>
          <p:nvPr/>
        </p:nvGrpSpPr>
        <p:grpSpPr>
          <a:xfrm rot="0">
            <a:off x="15621059" y="255039"/>
            <a:ext cx="1856467" cy="185646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2296462" y="4867500"/>
            <a:ext cx="6173664" cy="4570354"/>
          </a:xfrm>
          <a:custGeom>
            <a:avLst/>
            <a:gdLst/>
            <a:ahLst/>
            <a:cxnLst/>
            <a:rect r="r" b="b" t="t" l="l"/>
            <a:pathLst>
              <a:path h="4570354" w="6173664">
                <a:moveTo>
                  <a:pt x="0" y="0"/>
                </a:moveTo>
                <a:lnTo>
                  <a:pt x="6173664" y="0"/>
                </a:lnTo>
                <a:lnTo>
                  <a:pt x="6173664" y="4570355"/>
                </a:lnTo>
                <a:lnTo>
                  <a:pt x="0" y="4570355"/>
                </a:lnTo>
                <a:lnTo>
                  <a:pt x="0" y="0"/>
                </a:lnTo>
                <a:close/>
              </a:path>
            </a:pathLst>
          </a:custGeom>
          <a:blipFill>
            <a:blip r:embed="rId3"/>
            <a:stretch>
              <a:fillRect l="0" t="0" r="0" b="0"/>
            </a:stretch>
          </a:blipFill>
        </p:spPr>
      </p:sp>
      <p:sp>
        <p:nvSpPr>
          <p:cNvPr name="Freeform 8" id="8"/>
          <p:cNvSpPr/>
          <p:nvPr/>
        </p:nvSpPr>
        <p:spPr>
          <a:xfrm flipH="false" flipV="false" rot="0">
            <a:off x="9168291" y="4880140"/>
            <a:ext cx="8091009" cy="4885555"/>
          </a:xfrm>
          <a:custGeom>
            <a:avLst/>
            <a:gdLst/>
            <a:ahLst/>
            <a:cxnLst/>
            <a:rect r="r" b="b" t="t" l="l"/>
            <a:pathLst>
              <a:path h="4885555" w="8091009">
                <a:moveTo>
                  <a:pt x="0" y="0"/>
                </a:moveTo>
                <a:lnTo>
                  <a:pt x="8091009" y="0"/>
                </a:lnTo>
                <a:lnTo>
                  <a:pt x="8091009" y="4885555"/>
                </a:lnTo>
                <a:lnTo>
                  <a:pt x="0" y="4885555"/>
                </a:lnTo>
                <a:lnTo>
                  <a:pt x="0" y="0"/>
                </a:lnTo>
                <a:close/>
              </a:path>
            </a:pathLst>
          </a:custGeom>
          <a:blipFill>
            <a:blip r:embed="rId4"/>
            <a:stretch>
              <a:fillRect l="0" t="0" r="0" b="0"/>
            </a:stretch>
          </a:blipFill>
        </p:spPr>
      </p:sp>
      <p:sp>
        <p:nvSpPr>
          <p:cNvPr name="TextBox 9" id="9"/>
          <p:cNvSpPr txBox="true"/>
          <p:nvPr/>
        </p:nvSpPr>
        <p:spPr>
          <a:xfrm rot="0">
            <a:off x="1546726" y="2145506"/>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for the motors to be waterproofed, the motor windings and electronics shall be encased in a waterproof epoxy or some sort of hydrophobic coating, such as lotus-inspired silicon dioxide or a POSS coating. This will protect against water intrusion while limiting access to the motors (after application, the motors cannot be opened without damage). </a:t>
            </a:r>
          </a:p>
        </p:txBody>
      </p:sp>
      <p:sp>
        <p:nvSpPr>
          <p:cNvPr name="TextBox 10" id="10"/>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20</a:t>
            </a:r>
          </a:p>
        </p:txBody>
      </p:sp>
      <p:sp>
        <p:nvSpPr>
          <p:cNvPr name="TextBox 11" id="11"/>
          <p:cNvSpPr txBox="true"/>
          <p:nvPr/>
        </p:nvSpPr>
        <p:spPr>
          <a:xfrm rot="0">
            <a:off x="1546726" y="1502489"/>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6.5.6</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grpSp>
        <p:nvGrpSpPr>
          <p:cNvPr name="Group 4" id="4"/>
          <p:cNvGrpSpPr/>
          <p:nvPr/>
        </p:nvGrpSpPr>
        <p:grpSpPr>
          <a:xfrm rot="0">
            <a:off x="15621059" y="255039"/>
            <a:ext cx="1856467" cy="185646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936596" y="5908865"/>
            <a:ext cx="5837822" cy="2900553"/>
          </a:xfrm>
          <a:custGeom>
            <a:avLst/>
            <a:gdLst/>
            <a:ahLst/>
            <a:cxnLst/>
            <a:rect r="r" b="b" t="t" l="l"/>
            <a:pathLst>
              <a:path h="2900553" w="5837822">
                <a:moveTo>
                  <a:pt x="0" y="0"/>
                </a:moveTo>
                <a:lnTo>
                  <a:pt x="5837822" y="0"/>
                </a:lnTo>
                <a:lnTo>
                  <a:pt x="5837822" y="2900553"/>
                </a:lnTo>
                <a:lnTo>
                  <a:pt x="0" y="2900553"/>
                </a:lnTo>
                <a:lnTo>
                  <a:pt x="0" y="0"/>
                </a:lnTo>
                <a:close/>
              </a:path>
            </a:pathLst>
          </a:custGeom>
          <a:blipFill>
            <a:blip r:embed="rId3"/>
            <a:stretch>
              <a:fillRect l="0" t="0" r="0" b="0"/>
            </a:stretch>
          </a:blipFill>
        </p:spPr>
      </p:sp>
      <p:sp>
        <p:nvSpPr>
          <p:cNvPr name="Freeform 8" id="8"/>
          <p:cNvSpPr/>
          <p:nvPr/>
        </p:nvSpPr>
        <p:spPr>
          <a:xfrm flipH="false" flipV="false" rot="0">
            <a:off x="11483945" y="5306833"/>
            <a:ext cx="4137114" cy="3742933"/>
          </a:xfrm>
          <a:custGeom>
            <a:avLst/>
            <a:gdLst/>
            <a:ahLst/>
            <a:cxnLst/>
            <a:rect r="r" b="b" t="t" l="l"/>
            <a:pathLst>
              <a:path h="3742933" w="4137114">
                <a:moveTo>
                  <a:pt x="0" y="0"/>
                </a:moveTo>
                <a:lnTo>
                  <a:pt x="4137114" y="0"/>
                </a:lnTo>
                <a:lnTo>
                  <a:pt x="4137114" y="3742933"/>
                </a:lnTo>
                <a:lnTo>
                  <a:pt x="0" y="3742933"/>
                </a:lnTo>
                <a:lnTo>
                  <a:pt x="0" y="0"/>
                </a:lnTo>
                <a:close/>
              </a:path>
            </a:pathLst>
          </a:custGeom>
          <a:blipFill>
            <a:blip r:embed="rId4"/>
            <a:stretch>
              <a:fillRect l="0" t="0" r="-35955" b="0"/>
            </a:stretch>
          </a:blipFill>
        </p:spPr>
      </p:sp>
      <p:sp>
        <p:nvSpPr>
          <p:cNvPr name="TextBox 9" id="9"/>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21</a:t>
            </a:r>
          </a:p>
        </p:txBody>
      </p:sp>
      <p:sp>
        <p:nvSpPr>
          <p:cNvPr name="TextBox 10" id="10"/>
          <p:cNvSpPr txBox="true"/>
          <p:nvPr/>
        </p:nvSpPr>
        <p:spPr>
          <a:xfrm rot="0">
            <a:off x="1546726" y="2044831"/>
            <a:ext cx="14810584" cy="33572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The wattage rating of the motors must take into account the desired speed of the ROV, the drag caused by water, the mass and buoyancy of the ROV, its operational depth, and its possible maneuverability. Manufacturers often make thrust charts available to the buyer, which includes RPM and voltage. Rather than selecting peak power, continuous wattage should be used for calculations. The wattage often increases with size, so the proper motors must be selected in conjunction with the propellors. </a:t>
            </a:r>
          </a:p>
        </p:txBody>
      </p:sp>
      <p:sp>
        <p:nvSpPr>
          <p:cNvPr name="TextBox 11" id="11"/>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6.2.1</a:t>
            </a:r>
          </a:p>
        </p:txBody>
      </p:sp>
      <p:sp>
        <p:nvSpPr>
          <p:cNvPr name="TextBox 12" id="12"/>
          <p:cNvSpPr txBox="true"/>
          <p:nvPr/>
        </p:nvSpPr>
        <p:spPr>
          <a:xfrm rot="0">
            <a:off x="1737343" y="8742743"/>
            <a:ext cx="6055593" cy="547370"/>
          </a:xfrm>
          <a:prstGeom prst="rect">
            <a:avLst/>
          </a:prstGeom>
        </p:spPr>
        <p:txBody>
          <a:bodyPr anchor="t" rtlCol="false" tIns="0" lIns="0" bIns="0" rIns="0">
            <a:spAutoFit/>
          </a:bodyPr>
          <a:lstStyle/>
          <a:p>
            <a:pPr algn="ctr">
              <a:lnSpc>
                <a:spcPts val="4480"/>
              </a:lnSpc>
              <a:spcBef>
                <a:spcPct val="0"/>
              </a:spcBef>
            </a:pPr>
            <a:r>
              <a:rPr lang="en-US" sz="3200">
                <a:solidFill>
                  <a:srgbClr val="65BAFE"/>
                </a:solidFill>
                <a:latin typeface="Tex Gyre Termes"/>
                <a:ea typeface="Tex Gyre Termes"/>
                <a:cs typeface="Tex Gyre Termes"/>
                <a:sym typeface="Tex Gyre Termes"/>
              </a:rPr>
              <a:t>Motor Speed and Performance Curve</a:t>
            </a:r>
          </a:p>
        </p:txBody>
      </p:sp>
      <p:sp>
        <p:nvSpPr>
          <p:cNvPr name="TextBox 13" id="13"/>
          <p:cNvSpPr txBox="true"/>
          <p:nvPr/>
        </p:nvSpPr>
        <p:spPr>
          <a:xfrm rot="0">
            <a:off x="10534453" y="9177655"/>
            <a:ext cx="6036097" cy="1109345"/>
          </a:xfrm>
          <a:prstGeom prst="rect">
            <a:avLst/>
          </a:prstGeom>
        </p:spPr>
        <p:txBody>
          <a:bodyPr anchor="t" rtlCol="false" tIns="0" lIns="0" bIns="0" rIns="0">
            <a:spAutoFit/>
          </a:bodyPr>
          <a:lstStyle/>
          <a:p>
            <a:pPr algn="ctr">
              <a:lnSpc>
                <a:spcPts val="4480"/>
              </a:lnSpc>
            </a:pPr>
            <a:r>
              <a:rPr lang="en-US" sz="3200">
                <a:solidFill>
                  <a:srgbClr val="65BAFE"/>
                </a:solidFill>
                <a:latin typeface="Tex Gyre Termes"/>
                <a:ea typeface="Tex Gyre Termes"/>
                <a:cs typeface="Tex Gyre Termes"/>
                <a:sym typeface="Tex Gyre Termes"/>
              </a:rPr>
              <a:t>Motor Power and Speed Calculations</a:t>
            </a:r>
          </a:p>
          <a:p>
            <a:pPr algn="ctr">
              <a:lnSpc>
                <a:spcPts val="4480"/>
              </a:lnSpc>
              <a:spcBef>
                <a:spcPct val="0"/>
              </a:spcBef>
            </a:pPr>
            <a:r>
              <a:rPr lang="en-US" sz="3200">
                <a:solidFill>
                  <a:srgbClr val="65BAFE"/>
                </a:solidFill>
                <a:latin typeface="Tex Gyre Termes"/>
                <a:ea typeface="Tex Gyre Termes"/>
                <a:cs typeface="Tex Gyre Termes"/>
                <a:sym typeface="Tex Gyre Termes"/>
              </a:rPr>
              <a:t>Speed (RPM) vs Torque (Nm)</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3">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3">
              <a:alphaModFix amt="42000"/>
            </a:blip>
            <a:stretch>
              <a:fillRect l="-129" t="-39011" r="-129" b="-943"/>
            </a:stretch>
          </a:blipFill>
          <a:ln cap="sq">
            <a:noFill/>
            <a:prstDash val="solid"/>
            <a:miter/>
          </a:ln>
        </p:spPr>
      </p:sp>
      <p:grpSp>
        <p:nvGrpSpPr>
          <p:cNvPr name="Group 4" id="4"/>
          <p:cNvGrpSpPr/>
          <p:nvPr/>
        </p:nvGrpSpPr>
        <p:grpSpPr>
          <a:xfrm rot="0">
            <a:off x="15621059" y="255039"/>
            <a:ext cx="1856467" cy="185646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685484" y="5826849"/>
            <a:ext cx="6110794" cy="4129560"/>
          </a:xfrm>
          <a:custGeom>
            <a:avLst/>
            <a:gdLst/>
            <a:ahLst/>
            <a:cxnLst/>
            <a:rect r="r" b="b" t="t" l="l"/>
            <a:pathLst>
              <a:path h="4129560" w="6110794">
                <a:moveTo>
                  <a:pt x="0" y="0"/>
                </a:moveTo>
                <a:lnTo>
                  <a:pt x="6110794" y="0"/>
                </a:lnTo>
                <a:lnTo>
                  <a:pt x="6110794" y="4129560"/>
                </a:lnTo>
                <a:lnTo>
                  <a:pt x="0" y="4129560"/>
                </a:lnTo>
                <a:lnTo>
                  <a:pt x="0" y="0"/>
                </a:lnTo>
                <a:close/>
              </a:path>
            </a:pathLst>
          </a:custGeom>
          <a:blipFill>
            <a:blip r:embed="rId4"/>
            <a:stretch>
              <a:fillRect l="0" t="0" r="0" b="0"/>
            </a:stretch>
          </a:blipFill>
        </p:spPr>
      </p:sp>
      <p:sp>
        <p:nvSpPr>
          <p:cNvPr name="TextBox 8" id="8"/>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22</a:t>
            </a:r>
          </a:p>
        </p:txBody>
      </p:sp>
      <p:sp>
        <p:nvSpPr>
          <p:cNvPr name="TextBox 9" id="9"/>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6.2.1</a:t>
            </a:r>
          </a:p>
        </p:txBody>
      </p:sp>
      <p:sp>
        <p:nvSpPr>
          <p:cNvPr name="TextBox 10" id="10"/>
          <p:cNvSpPr txBox="true"/>
          <p:nvPr/>
        </p:nvSpPr>
        <p:spPr>
          <a:xfrm rot="0">
            <a:off x="1359803" y="2044831"/>
            <a:ext cx="15000620" cy="3357245"/>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The wattage rating of the motors works in conjunction with certain aspects of the propellors. It’s crucial that the propellor diameter and pitch is considered, as the more these quantities increase, the more watts are required to operate them. The propeller speed (RPM) might require more power depending on how quickly the ROV is expected to move. Mechanical and electrical power are linked by the motor efficiency, which can help to caclulate the required wattage rating. </a:t>
            </a:r>
          </a:p>
        </p:txBody>
      </p:sp>
      <p:sp>
        <p:nvSpPr>
          <p:cNvPr name="TextBox 11" id="11"/>
          <p:cNvSpPr txBox="true"/>
          <p:nvPr/>
        </p:nvSpPr>
        <p:spPr>
          <a:xfrm rot="0">
            <a:off x="9065701" y="5968705"/>
            <a:ext cx="6471047" cy="537845"/>
          </a:xfrm>
          <a:prstGeom prst="rect">
            <a:avLst/>
          </a:prstGeom>
        </p:spPr>
        <p:txBody>
          <a:bodyPr anchor="t" rtlCol="false" tIns="0" lIns="0" bIns="0" rIns="0">
            <a:spAutoFit/>
          </a:bodyPr>
          <a:lstStyle/>
          <a:p>
            <a:pPr algn="ctr">
              <a:lnSpc>
                <a:spcPts val="4480"/>
              </a:lnSpc>
              <a:spcBef>
                <a:spcPct val="0"/>
              </a:spcBef>
            </a:pPr>
            <a:r>
              <a:rPr lang="en-US" sz="3200">
                <a:solidFill>
                  <a:srgbClr val="FF0000"/>
                </a:solidFill>
                <a:latin typeface="Distillery Display"/>
                <a:ea typeface="Distillery Display"/>
                <a:cs typeface="Distillery Display"/>
                <a:sym typeface="Distillery Display"/>
              </a:rPr>
              <a:t>Acceleration depends on Thrust vs. Drag</a:t>
            </a:r>
          </a:p>
        </p:txBody>
      </p:sp>
      <p:sp>
        <p:nvSpPr>
          <p:cNvPr name="TextBox 12" id="12"/>
          <p:cNvSpPr txBox="true"/>
          <p:nvPr/>
        </p:nvSpPr>
        <p:spPr>
          <a:xfrm rot="0">
            <a:off x="8927812" y="6669493"/>
            <a:ext cx="6935391" cy="2795270"/>
          </a:xfrm>
          <a:prstGeom prst="rect">
            <a:avLst/>
          </a:prstGeom>
        </p:spPr>
        <p:txBody>
          <a:bodyPr anchor="t" rtlCol="false" tIns="0" lIns="0" bIns="0" rIns="0">
            <a:spAutoFit/>
          </a:bodyPr>
          <a:lstStyle/>
          <a:p>
            <a:pPr algn="ctr">
              <a:lnSpc>
                <a:spcPts val="4480"/>
              </a:lnSpc>
            </a:pPr>
            <a:r>
              <a:rPr lang="en-US" sz="3200">
                <a:solidFill>
                  <a:srgbClr val="FF5757"/>
                </a:solidFill>
                <a:latin typeface="Big Shoulders Display"/>
                <a:ea typeface="Big Shoulders Display"/>
                <a:cs typeface="Big Shoulders Display"/>
                <a:sym typeface="Big Shoulders Display"/>
              </a:rPr>
              <a:t>If thrust &gt; drag, accelerates</a:t>
            </a:r>
          </a:p>
          <a:p>
            <a:pPr algn="ctr">
              <a:lnSpc>
                <a:spcPts val="4480"/>
              </a:lnSpc>
            </a:pPr>
          </a:p>
          <a:p>
            <a:pPr algn="ctr">
              <a:lnSpc>
                <a:spcPts val="4480"/>
              </a:lnSpc>
            </a:pPr>
            <a:r>
              <a:rPr lang="en-US" sz="3200">
                <a:solidFill>
                  <a:srgbClr val="FF5757"/>
                </a:solidFill>
                <a:latin typeface="Big Shoulders Display"/>
                <a:ea typeface="Big Shoulders Display"/>
                <a:cs typeface="Big Shoulders Display"/>
                <a:sym typeface="Big Shoulders Display"/>
              </a:rPr>
              <a:t>If drag &gt; thrust, decelerates</a:t>
            </a:r>
          </a:p>
          <a:p>
            <a:pPr algn="ctr">
              <a:lnSpc>
                <a:spcPts val="4480"/>
              </a:lnSpc>
            </a:pPr>
          </a:p>
          <a:p>
            <a:pPr algn="ctr">
              <a:lnSpc>
                <a:spcPts val="4480"/>
              </a:lnSpc>
              <a:spcBef>
                <a:spcPct val="0"/>
              </a:spcBef>
            </a:pPr>
            <a:r>
              <a:rPr lang="en-US" sz="3200">
                <a:solidFill>
                  <a:srgbClr val="FF5757"/>
                </a:solidFill>
                <a:latin typeface="Big Shoulders Display"/>
                <a:ea typeface="Big Shoulders Display"/>
                <a:cs typeface="Big Shoulders Display"/>
                <a:sym typeface="Big Shoulders Display"/>
              </a:rPr>
              <a:t>If drag = thrust at steady-state cruising, constant speed</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167132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The total required thrust that the longitudinal motors shall provide can be computed using the simple formula below, where F(other) includes any additional forces due to tether cable drag, buoyancy/depth corrections, frictional losses, etc. </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23</a:t>
            </a:r>
          </a:p>
        </p:txBody>
      </p:sp>
      <p:grpSp>
        <p:nvGrpSpPr>
          <p:cNvPr name="Group 6" id="6"/>
          <p:cNvGrpSpPr/>
          <p:nvPr/>
        </p:nvGrpSpPr>
        <p:grpSpPr>
          <a:xfrm rot="0">
            <a:off x="15621059" y="255039"/>
            <a:ext cx="1856467" cy="185646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6.2.2</a:t>
            </a:r>
          </a:p>
        </p:txBody>
      </p:sp>
      <p:sp>
        <p:nvSpPr>
          <p:cNvPr name="TextBox 10" id="10"/>
          <p:cNvSpPr txBox="true"/>
          <p:nvPr/>
        </p:nvSpPr>
        <p:spPr>
          <a:xfrm rot="0">
            <a:off x="5325591" y="4836478"/>
            <a:ext cx="7636818" cy="589915"/>
          </a:xfrm>
          <a:prstGeom prst="rect">
            <a:avLst/>
          </a:prstGeom>
        </p:spPr>
        <p:txBody>
          <a:bodyPr anchor="t" rtlCol="false" tIns="0" lIns="0" bIns="0" rIns="0">
            <a:spAutoFit/>
          </a:bodyPr>
          <a:lstStyle/>
          <a:p>
            <a:pPr algn="ctr">
              <a:lnSpc>
                <a:spcPts val="4759"/>
              </a:lnSpc>
              <a:spcBef>
                <a:spcPct val="0"/>
              </a:spcBef>
            </a:pPr>
            <a:r>
              <a:rPr lang="en-US" sz="3399">
                <a:solidFill>
                  <a:srgbClr val="65BAFE"/>
                </a:solidFill>
                <a:latin typeface="Tex Gyre Termes"/>
                <a:ea typeface="Tex Gyre Termes"/>
                <a:cs typeface="Tex Gyre Termes"/>
                <a:sym typeface="Tex Gyre Termes"/>
              </a:rPr>
              <a:t>F (</a:t>
            </a:r>
            <a:r>
              <a:rPr lang="en-US" sz="3399" i="true">
                <a:solidFill>
                  <a:srgbClr val="65BAFE"/>
                </a:solidFill>
                <a:latin typeface="Tex Gyre Termes Italics"/>
                <a:ea typeface="Tex Gyre Termes Italics"/>
                <a:cs typeface="Tex Gyre Termes Italics"/>
                <a:sym typeface="Tex Gyre Termes Italics"/>
              </a:rPr>
              <a:t>thrust) = </a:t>
            </a:r>
            <a:r>
              <a:rPr lang="en-US" sz="3399">
                <a:solidFill>
                  <a:srgbClr val="65BAFE"/>
                </a:solidFill>
                <a:latin typeface="Tex Gyre Termes"/>
                <a:ea typeface="Tex Gyre Termes"/>
                <a:cs typeface="Tex Gyre Termes"/>
                <a:sym typeface="Tex Gyre Termes"/>
              </a:rPr>
              <a:t>F (</a:t>
            </a:r>
            <a:r>
              <a:rPr lang="en-US" sz="3399" i="true">
                <a:solidFill>
                  <a:srgbClr val="65BAFE"/>
                </a:solidFill>
                <a:latin typeface="Tex Gyre Termes Italics"/>
                <a:ea typeface="Tex Gyre Termes Italics"/>
                <a:cs typeface="Tex Gyre Termes Italics"/>
                <a:sym typeface="Tex Gyre Termes Italics"/>
              </a:rPr>
              <a:t>drag) + </a:t>
            </a:r>
            <a:r>
              <a:rPr lang="en-US" sz="3399">
                <a:solidFill>
                  <a:srgbClr val="65BAFE"/>
                </a:solidFill>
                <a:latin typeface="Tex Gyre Termes"/>
                <a:ea typeface="Tex Gyre Termes"/>
                <a:cs typeface="Tex Gyre Termes"/>
                <a:sym typeface="Tex Gyre Termes"/>
              </a:rPr>
              <a:t>F (</a:t>
            </a:r>
            <a:r>
              <a:rPr lang="en-US" sz="3399" i="true">
                <a:solidFill>
                  <a:srgbClr val="65BAFE"/>
                </a:solidFill>
                <a:latin typeface="Tex Gyre Termes Italics"/>
                <a:ea typeface="Tex Gyre Termes Italics"/>
                <a:cs typeface="Tex Gyre Termes Italics"/>
                <a:sym typeface="Tex Gyre Termes Italics"/>
              </a:rPr>
              <a:t>accel) </a:t>
            </a:r>
            <a:r>
              <a:rPr lang="en-US" sz="3399">
                <a:solidFill>
                  <a:srgbClr val="65BAFE"/>
                </a:solidFill>
                <a:latin typeface="Tex Gyre Termes"/>
                <a:ea typeface="Tex Gyre Termes"/>
                <a:cs typeface="Tex Gyre Termes"/>
                <a:sym typeface="Tex Gyre Termes"/>
              </a:rPr>
              <a:t>+ F (</a:t>
            </a:r>
            <a:r>
              <a:rPr lang="en-US" sz="3399" i="true">
                <a:solidFill>
                  <a:srgbClr val="65BAFE"/>
                </a:solidFill>
                <a:latin typeface="Tex Gyre Termes Italics"/>
                <a:ea typeface="Tex Gyre Termes Italics"/>
                <a:cs typeface="Tex Gyre Termes Italics"/>
                <a:sym typeface="Tex Gyre Termes Italics"/>
              </a:rPr>
              <a:t>other)</a:t>
            </a:r>
          </a:p>
        </p:txBody>
      </p:sp>
      <p:sp>
        <p:nvSpPr>
          <p:cNvPr name="TextBox 11" id="11"/>
          <p:cNvSpPr txBox="true"/>
          <p:nvPr/>
        </p:nvSpPr>
        <p:spPr>
          <a:xfrm rot="0">
            <a:off x="2357289" y="5999898"/>
            <a:ext cx="13573423" cy="547370"/>
          </a:xfrm>
          <a:prstGeom prst="rect">
            <a:avLst/>
          </a:prstGeom>
        </p:spPr>
        <p:txBody>
          <a:bodyPr anchor="t" rtlCol="false" tIns="0" lIns="0" bIns="0" rIns="0">
            <a:spAutoFit/>
          </a:bodyPr>
          <a:lstStyle/>
          <a:p>
            <a:pPr algn="ctr">
              <a:lnSpc>
                <a:spcPts val="4480"/>
              </a:lnSpc>
              <a:spcBef>
                <a:spcPct val="0"/>
              </a:spcBef>
            </a:pPr>
            <a:r>
              <a:rPr lang="en-US" sz="3200">
                <a:solidFill>
                  <a:srgbClr val="65BAFE"/>
                </a:solidFill>
                <a:latin typeface="Tex Gyre Termes"/>
                <a:ea typeface="Tex Gyre Termes"/>
                <a:cs typeface="Tex Gyre Termes"/>
                <a:sym typeface="Tex Gyre Termes"/>
              </a:rPr>
              <a:t>Where F (</a:t>
            </a:r>
            <a:r>
              <a:rPr lang="en-US" sz="3200" i="true">
                <a:solidFill>
                  <a:srgbClr val="65BAFE"/>
                </a:solidFill>
                <a:latin typeface="Tex Gyre Termes Italics"/>
                <a:ea typeface="Tex Gyre Termes Italics"/>
                <a:cs typeface="Tex Gyre Termes Italics"/>
                <a:sym typeface="Tex Gyre Termes Italics"/>
              </a:rPr>
              <a:t>accel) = (mass of vehicle and added water mass) * (desired acceleration)</a:t>
            </a:r>
          </a:p>
        </p:txBody>
      </p:sp>
      <p:sp>
        <p:nvSpPr>
          <p:cNvPr name="TextBox 12" id="12"/>
          <p:cNvSpPr txBox="true"/>
          <p:nvPr/>
        </p:nvSpPr>
        <p:spPr>
          <a:xfrm rot="0">
            <a:off x="367396" y="7118768"/>
            <a:ext cx="17920604" cy="1109345"/>
          </a:xfrm>
          <a:prstGeom prst="rect">
            <a:avLst/>
          </a:prstGeom>
        </p:spPr>
        <p:txBody>
          <a:bodyPr anchor="t" rtlCol="false" tIns="0" lIns="0" bIns="0" rIns="0">
            <a:spAutoFit/>
          </a:bodyPr>
          <a:lstStyle/>
          <a:p>
            <a:pPr algn="ctr">
              <a:lnSpc>
                <a:spcPts val="4480"/>
              </a:lnSpc>
              <a:spcBef>
                <a:spcPct val="0"/>
              </a:spcBef>
            </a:pPr>
            <a:r>
              <a:rPr lang="en-US" sz="3200">
                <a:solidFill>
                  <a:srgbClr val="65BAFE"/>
                </a:solidFill>
                <a:latin typeface="Tex Gyre Termes"/>
                <a:ea typeface="Tex Gyre Termes"/>
                <a:cs typeface="Tex Gyre Termes"/>
                <a:sym typeface="Tex Gyre Termes"/>
              </a:rPr>
              <a:t>Where F (</a:t>
            </a:r>
            <a:r>
              <a:rPr lang="en-US" sz="3200" i="true">
                <a:solidFill>
                  <a:srgbClr val="65BAFE"/>
                </a:solidFill>
                <a:latin typeface="Tex Gyre Termes Italics"/>
                <a:ea typeface="Tex Gyre Termes Italics"/>
                <a:cs typeface="Tex Gyre Termes Italics"/>
                <a:sym typeface="Tex Gyre Termes Italics"/>
              </a:rPr>
              <a:t>drag) = (1/2) * (water density) * (drag coefficient {shape dependent}) * (frontal area) * (velocity**2)</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3">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3">
              <a:alphaModFix amt="42000"/>
            </a:blip>
            <a:stretch>
              <a:fillRect l="-129" t="-39011" r="-129" b="-943"/>
            </a:stretch>
          </a:blipFill>
          <a:ln cap="sq">
            <a:noFill/>
            <a:prstDash val="solid"/>
            <a:miter/>
          </a:ln>
        </p:spPr>
      </p:sp>
      <p:sp>
        <p:nvSpPr>
          <p:cNvPr name="TextBox 4" id="4"/>
          <p:cNvSpPr txBox="true"/>
          <p:nvPr/>
        </p:nvSpPr>
        <p:spPr>
          <a:xfrm rot="0">
            <a:off x="1546726" y="1864519"/>
            <a:ext cx="14810584" cy="391922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to generate the desired longitudinal thrust with minimal energy usage, the ROV shall utilize Brushless DC (BLDC) motors to spin its propellers. Compared to brushed DC motors, these motors have less battery mass, longer operational life, are easier to seal underwater, and are not subject to friction-induced power loss caused by rotating copper brushes. Rather than having immediate reactions to power changes, BLDC motors offer additional control through an electronic speed controller (ESC). ESCs are programmable and can be integrated into the main ROV control board. </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235214" y="5929953"/>
            <a:ext cx="5421347" cy="4066010"/>
          </a:xfrm>
          <a:custGeom>
            <a:avLst/>
            <a:gdLst/>
            <a:ahLst/>
            <a:cxnLst/>
            <a:rect r="r" b="b" t="t" l="l"/>
            <a:pathLst>
              <a:path h="4066010" w="5421347">
                <a:moveTo>
                  <a:pt x="0" y="0"/>
                </a:moveTo>
                <a:lnTo>
                  <a:pt x="5421347" y="0"/>
                </a:lnTo>
                <a:lnTo>
                  <a:pt x="5421347" y="4066011"/>
                </a:lnTo>
                <a:lnTo>
                  <a:pt x="0" y="4066011"/>
                </a:lnTo>
                <a:lnTo>
                  <a:pt x="0" y="0"/>
                </a:lnTo>
                <a:close/>
              </a:path>
            </a:pathLst>
          </a:custGeom>
          <a:blipFill>
            <a:blip r:embed="rId4"/>
            <a:stretch>
              <a:fillRect l="0" t="0" r="0" b="0"/>
            </a:stretch>
          </a:blipFill>
        </p:spPr>
      </p:sp>
      <p:sp>
        <p:nvSpPr>
          <p:cNvPr name="Freeform 9" id="9"/>
          <p:cNvSpPr/>
          <p:nvPr/>
        </p:nvSpPr>
        <p:spPr>
          <a:xfrm flipH="false" flipV="false" rot="0">
            <a:off x="8624419" y="6119412"/>
            <a:ext cx="8634881" cy="3443159"/>
          </a:xfrm>
          <a:custGeom>
            <a:avLst/>
            <a:gdLst/>
            <a:ahLst/>
            <a:cxnLst/>
            <a:rect r="r" b="b" t="t" l="l"/>
            <a:pathLst>
              <a:path h="3443159" w="8634881">
                <a:moveTo>
                  <a:pt x="0" y="0"/>
                </a:moveTo>
                <a:lnTo>
                  <a:pt x="8634881" y="0"/>
                </a:lnTo>
                <a:lnTo>
                  <a:pt x="8634881" y="3443159"/>
                </a:lnTo>
                <a:lnTo>
                  <a:pt x="0" y="3443159"/>
                </a:lnTo>
                <a:lnTo>
                  <a:pt x="0" y="0"/>
                </a:lnTo>
                <a:close/>
              </a:path>
            </a:pathLst>
          </a:custGeom>
          <a:blipFill>
            <a:blip r:embed="rId5"/>
            <a:stretch>
              <a:fillRect l="0" t="0" r="0" b="0"/>
            </a:stretch>
          </a:blipFill>
        </p:spPr>
      </p:sp>
      <p:sp>
        <p:nvSpPr>
          <p:cNvPr name="TextBox 10" id="10"/>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24</a:t>
            </a:r>
          </a:p>
        </p:txBody>
      </p:sp>
      <p:sp>
        <p:nvSpPr>
          <p:cNvPr name="TextBox 11" id="11"/>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6.2.2</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167132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The longitudinal propellers will be housed on a linear body allowing them to shift to either side, allowing for horizontal motion and steering without the need for extra motors and propellors. </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4358964" y="3883822"/>
            <a:ext cx="8419146" cy="5612764"/>
          </a:xfrm>
          <a:custGeom>
            <a:avLst/>
            <a:gdLst/>
            <a:ahLst/>
            <a:cxnLst/>
            <a:rect r="r" b="b" t="t" l="l"/>
            <a:pathLst>
              <a:path h="5612764" w="8419146">
                <a:moveTo>
                  <a:pt x="0" y="0"/>
                </a:moveTo>
                <a:lnTo>
                  <a:pt x="8419146" y="0"/>
                </a:lnTo>
                <a:lnTo>
                  <a:pt x="8419146" y="5612765"/>
                </a:lnTo>
                <a:lnTo>
                  <a:pt x="0" y="5612765"/>
                </a:lnTo>
                <a:lnTo>
                  <a:pt x="0" y="0"/>
                </a:lnTo>
                <a:close/>
              </a:path>
            </a:pathLst>
          </a:custGeom>
          <a:blipFill>
            <a:blip r:embed="rId3"/>
            <a:stretch>
              <a:fillRect l="0" t="0" r="0" b="0"/>
            </a:stretch>
          </a:blipFill>
        </p:spPr>
      </p:sp>
      <p:sp>
        <p:nvSpPr>
          <p:cNvPr name="TextBox 9" id="9"/>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25</a:t>
            </a: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6.2.3</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Rather than using horizontal motors for steering, a rudder can be positioned at the backside of the ROV to act as the main steering mechanism. Using this approach, the ROV will only be able to steer while in motion. If stationary steering is needed, lateral propellors and motors may be added.</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0B0B"/>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164110" y="5143500"/>
            <a:ext cx="9413076" cy="4706538"/>
          </a:xfrm>
          <a:custGeom>
            <a:avLst/>
            <a:gdLst/>
            <a:ahLst/>
            <a:cxnLst/>
            <a:rect r="r" b="b" t="t" l="l"/>
            <a:pathLst>
              <a:path h="4706538" w="9413076">
                <a:moveTo>
                  <a:pt x="0" y="0"/>
                </a:moveTo>
                <a:lnTo>
                  <a:pt x="9413076" y="0"/>
                </a:lnTo>
                <a:lnTo>
                  <a:pt x="9413076" y="4706538"/>
                </a:lnTo>
                <a:lnTo>
                  <a:pt x="0" y="4706538"/>
                </a:lnTo>
                <a:lnTo>
                  <a:pt x="0" y="0"/>
                </a:lnTo>
                <a:close/>
              </a:path>
            </a:pathLst>
          </a:custGeom>
          <a:blipFill>
            <a:blip r:embed="rId3"/>
            <a:stretch>
              <a:fillRect l="0" t="0" r="0" b="0"/>
            </a:stretch>
          </a:blipFill>
        </p:spPr>
      </p:sp>
      <p:sp>
        <p:nvSpPr>
          <p:cNvPr name="TextBox 9" id="9"/>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 26</a:t>
            </a: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6.2.3</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Freeform 3" id="3"/>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grpSp>
        <p:nvGrpSpPr>
          <p:cNvPr name="Group 4" id="4"/>
          <p:cNvGrpSpPr/>
          <p:nvPr/>
        </p:nvGrpSpPr>
        <p:grpSpPr>
          <a:xfrm rot="0">
            <a:off x="15621059" y="255039"/>
            <a:ext cx="1856467" cy="185646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5668978" y="4932104"/>
            <a:ext cx="6950044" cy="4630467"/>
          </a:xfrm>
          <a:custGeom>
            <a:avLst/>
            <a:gdLst/>
            <a:ahLst/>
            <a:cxnLst/>
            <a:rect r="r" b="b" t="t" l="l"/>
            <a:pathLst>
              <a:path h="4630467" w="6950044">
                <a:moveTo>
                  <a:pt x="0" y="0"/>
                </a:moveTo>
                <a:lnTo>
                  <a:pt x="6950044" y="0"/>
                </a:lnTo>
                <a:lnTo>
                  <a:pt x="6950044" y="4630467"/>
                </a:lnTo>
                <a:lnTo>
                  <a:pt x="0" y="4630467"/>
                </a:lnTo>
                <a:lnTo>
                  <a:pt x="0" y="0"/>
                </a:lnTo>
                <a:close/>
              </a:path>
            </a:pathLst>
          </a:custGeom>
          <a:blipFill>
            <a:blip r:embed="rId3"/>
            <a:stretch>
              <a:fillRect l="0" t="0" r="0" b="0"/>
            </a:stretch>
          </a:blipFill>
        </p:spPr>
      </p:sp>
      <p:sp>
        <p:nvSpPr>
          <p:cNvPr name="TextBox 8" id="8"/>
          <p:cNvSpPr txBox="true"/>
          <p:nvPr/>
        </p:nvSpPr>
        <p:spPr>
          <a:xfrm rot="0">
            <a:off x="1685484" y="552450"/>
            <a:ext cx="2645866"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#27</a:t>
            </a:r>
          </a:p>
        </p:txBody>
      </p:sp>
      <p:sp>
        <p:nvSpPr>
          <p:cNvPr name="TextBox 9" id="9"/>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   </a:t>
            </a:r>
          </a:p>
          <a:p>
            <a:pPr algn="l">
              <a:lnSpc>
                <a:spcPts val="4480"/>
              </a:lnSpc>
            </a:pP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6.3.4</a:t>
            </a:r>
          </a:p>
        </p:txBody>
      </p:sp>
      <p:sp>
        <p:nvSpPr>
          <p:cNvPr name="TextBox 11" id="11"/>
          <p:cNvSpPr txBox="true"/>
          <p:nvPr/>
        </p:nvSpPr>
        <p:spPr>
          <a:xfrm rot="0">
            <a:off x="1546726" y="1820862"/>
            <a:ext cx="16631365" cy="279527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To achieve a certain mass flow rate, utilizing a pressure regulator between the ballast and</a:t>
            </a:r>
          </a:p>
          <a:p>
            <a:pPr algn="l">
              <a:lnSpc>
                <a:spcPts val="4480"/>
              </a:lnSpc>
            </a:pPr>
            <a:r>
              <a:rPr lang="en-US" sz="3200">
                <a:solidFill>
                  <a:srgbClr val="65BAFE"/>
                </a:solidFill>
                <a:latin typeface="Tex Gyre Termes"/>
                <a:ea typeface="Tex Gyre Termes"/>
                <a:cs typeface="Tex Gyre Termes"/>
                <a:sym typeface="Tex Gyre Termes"/>
              </a:rPr>
              <a:t>air hose would be an ideal solution. This solution is concerned with the concept of backflow, but</a:t>
            </a:r>
          </a:p>
          <a:p>
            <a:pPr algn="l">
              <a:lnSpc>
                <a:spcPts val="4480"/>
              </a:lnSpc>
            </a:pPr>
            <a:r>
              <a:rPr lang="en-US" sz="3200">
                <a:solidFill>
                  <a:srgbClr val="65BAFE"/>
                </a:solidFill>
                <a:latin typeface="Tex Gyre Termes"/>
                <a:ea typeface="Tex Gyre Termes"/>
                <a:cs typeface="Tex Gyre Termes"/>
                <a:sym typeface="Tex Gyre Termes"/>
              </a:rPr>
              <a:t>with pressure relief valves, it corrects this situation. In addition to this, Solenoid valves will be utilized</a:t>
            </a:r>
          </a:p>
          <a:p>
            <a:pPr algn="l">
              <a:lnSpc>
                <a:spcPts val="4480"/>
              </a:lnSpc>
            </a:pPr>
            <a:r>
              <a:rPr lang="en-US" sz="3200">
                <a:solidFill>
                  <a:srgbClr val="65BAFE"/>
                </a:solidFill>
                <a:latin typeface="Tex Gyre Termes"/>
                <a:ea typeface="Tex Gyre Termes"/>
                <a:cs typeface="Tex Gyre Termes"/>
                <a:sym typeface="Tex Gyre Termes"/>
              </a:rPr>
              <a:t>to expel gas from the ballast. </a:t>
            </a:r>
          </a:p>
          <a:p>
            <a:pPr algn="l">
              <a:lnSpc>
                <a:spcPts val="4480"/>
              </a:lnSpc>
              <a:spcBef>
                <a:spcPct val="0"/>
              </a:spcBef>
            </a:pPr>
            <a:r>
              <a:rPr lang="en-US" sz="3200">
                <a:solidFill>
                  <a:srgbClr val="65BAFE"/>
                </a:solidFill>
                <a:latin typeface="Tex Gyre Termes"/>
                <a:ea typeface="Tex Gyre Termes"/>
                <a:cs typeface="Tex Gyre Termes"/>
                <a:sym typeface="Tex Gyre Termes"/>
              </a:rPr>
              <a:t>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614498">
            <a:off x="10242355" y="-3961362"/>
            <a:ext cx="15234943" cy="15721589"/>
          </a:xfrm>
          <a:custGeom>
            <a:avLst/>
            <a:gdLst/>
            <a:ahLst/>
            <a:cxnLst/>
            <a:rect r="r" b="b" t="t" l="l"/>
            <a:pathLst>
              <a:path h="15721589" w="15234943">
                <a:moveTo>
                  <a:pt x="15234943" y="0"/>
                </a:moveTo>
                <a:lnTo>
                  <a:pt x="0" y="0"/>
                </a:lnTo>
                <a:lnTo>
                  <a:pt x="0" y="15721589"/>
                </a:lnTo>
                <a:lnTo>
                  <a:pt x="15234943" y="15721589"/>
                </a:lnTo>
                <a:lnTo>
                  <a:pt x="15234943"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true" flipV="false" rot="3788763">
            <a:off x="-5070090" y="-10424406"/>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egestas.Vestibulum ante ipsum primis faucibus posuere cubilia.</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6.3.4</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607727" y="-4183701"/>
            <a:ext cx="13720115" cy="14158374"/>
          </a:xfrm>
          <a:custGeom>
            <a:avLst/>
            <a:gdLst/>
            <a:ahLst/>
            <a:cxnLst/>
            <a:rect r="r" b="b" t="t" l="l"/>
            <a:pathLst>
              <a:path h="14158374" w="13720115">
                <a:moveTo>
                  <a:pt x="0" y="0"/>
                </a:moveTo>
                <a:lnTo>
                  <a:pt x="13720116" y="0"/>
                </a:lnTo>
                <a:lnTo>
                  <a:pt x="13720116"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2348116"/>
            <a:ext cx="14810584" cy="54737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The ROV will be able to </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#1</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sp>
        <p:nvSpPr>
          <p:cNvPr name="TextBox 7" id="7"/>
          <p:cNvSpPr txBox="true"/>
          <p:nvPr/>
        </p:nvSpPr>
        <p:spPr>
          <a:xfrm rot="0">
            <a:off x="1495901" y="1460801"/>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grpSp>
        <p:nvGrpSpPr>
          <p:cNvPr name="Group 8" id="8"/>
          <p:cNvGrpSpPr/>
          <p:nvPr/>
        </p:nvGrpSpPr>
        <p:grpSpPr>
          <a:xfrm rot="0">
            <a:off x="15621059" y="255039"/>
            <a:ext cx="1856467" cy="185646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TextBox 4" id="4"/>
          <p:cNvSpPr txBox="true"/>
          <p:nvPr/>
        </p:nvSpPr>
        <p:spPr>
          <a:xfrm rot="0">
            <a:off x="1546726" y="1864519"/>
            <a:ext cx="14810584" cy="54737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The ROV will completely rely on </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#2</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egestas.Vestibulum ante ipsum primis faucibus posuere cubilia.</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egestas.Vestibulum ante ipsum primis faucibus posuere cubilia.</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egestas.Vestibulum ante ipsum primis faucibus posuere cubilia.</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egestas.Vestibulum ante ipsum primis faucibus posuere cubilia.</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egestas.Vestibulum ante ipsum primis faucibus posuere cubilia.</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Freeform 3" id="3"/>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egestas.Vestibulum ante ipsum primis faucibus posuere cubilia.</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614498">
            <a:off x="10242355" y="-3961362"/>
            <a:ext cx="15234943" cy="15721589"/>
          </a:xfrm>
          <a:custGeom>
            <a:avLst/>
            <a:gdLst/>
            <a:ahLst/>
            <a:cxnLst/>
            <a:rect r="r" b="b" t="t" l="l"/>
            <a:pathLst>
              <a:path h="15721589" w="15234943">
                <a:moveTo>
                  <a:pt x="15234943" y="0"/>
                </a:moveTo>
                <a:lnTo>
                  <a:pt x="0" y="0"/>
                </a:lnTo>
                <a:lnTo>
                  <a:pt x="0" y="15721589"/>
                </a:lnTo>
                <a:lnTo>
                  <a:pt x="15234943" y="15721589"/>
                </a:lnTo>
                <a:lnTo>
                  <a:pt x="15234943"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true" flipV="false" rot="3788763">
            <a:off x="-5070090" y="-10424406"/>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egestas.Vestibulum ante ipsum primis faucibus posuere cubilia.</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607727" y="-4183701"/>
            <a:ext cx="13720115" cy="14158374"/>
          </a:xfrm>
          <a:custGeom>
            <a:avLst/>
            <a:gdLst/>
            <a:ahLst/>
            <a:cxnLst/>
            <a:rect r="r" b="b" t="t" l="l"/>
            <a:pathLst>
              <a:path h="14158374" w="13720115">
                <a:moveTo>
                  <a:pt x="0" y="0"/>
                </a:moveTo>
                <a:lnTo>
                  <a:pt x="13720116" y="0"/>
                </a:lnTo>
                <a:lnTo>
                  <a:pt x="13720116"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2348116"/>
            <a:ext cx="14810584" cy="54737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The ROV will be able to </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#1</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sp>
        <p:nvSpPr>
          <p:cNvPr name="TextBox 7" id="7"/>
          <p:cNvSpPr txBox="true"/>
          <p:nvPr/>
        </p:nvSpPr>
        <p:spPr>
          <a:xfrm rot="0">
            <a:off x="1495901" y="1460801"/>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grpSp>
        <p:nvGrpSpPr>
          <p:cNvPr name="Group 8" id="8"/>
          <p:cNvGrpSpPr/>
          <p:nvPr/>
        </p:nvGrpSpPr>
        <p:grpSpPr>
          <a:xfrm rot="0">
            <a:off x="15621059" y="255039"/>
            <a:ext cx="1856467" cy="185646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TextBox 4" id="4"/>
          <p:cNvSpPr txBox="true"/>
          <p:nvPr/>
        </p:nvSpPr>
        <p:spPr>
          <a:xfrm rot="0">
            <a:off x="1546726" y="1864519"/>
            <a:ext cx="14810584" cy="54737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The ROV will completely rely on </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#2</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6EE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299372" y="1820862"/>
            <a:ext cx="14810584" cy="33572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for the ROV to move in the x-axis it will be equipped with 2 contra rotation propellors that will spin in opposite the directions but are in the same axis. This will allow for stability in the ROV’s body and more precise control of movement. They will be mounted on a servus that will control the difference in rpm of each propellor from one another. If one propellor has higher rpm the rover will move opposite to the thrust force of that propellor and viceversa.</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574842" y="5441873"/>
            <a:ext cx="4463348" cy="4463348"/>
          </a:xfrm>
          <a:custGeom>
            <a:avLst/>
            <a:gdLst/>
            <a:ahLst/>
            <a:cxnLst/>
            <a:rect r="r" b="b" t="t" l="l"/>
            <a:pathLst>
              <a:path h="4463348" w="4463348">
                <a:moveTo>
                  <a:pt x="0" y="0"/>
                </a:moveTo>
                <a:lnTo>
                  <a:pt x="4463348" y="0"/>
                </a:lnTo>
                <a:lnTo>
                  <a:pt x="4463348" y="4463348"/>
                </a:lnTo>
                <a:lnTo>
                  <a:pt x="0" y="4463348"/>
                </a:lnTo>
                <a:lnTo>
                  <a:pt x="0" y="0"/>
                </a:lnTo>
                <a:close/>
              </a:path>
            </a:pathLst>
          </a:custGeom>
          <a:blipFill>
            <a:blip r:embed="rId3"/>
            <a:stretch>
              <a:fillRect l="0" t="0" r="0" b="0"/>
            </a:stretch>
          </a:blipFill>
        </p:spPr>
      </p:sp>
      <p:sp>
        <p:nvSpPr>
          <p:cNvPr name="TextBox 9" id="9"/>
          <p:cNvSpPr txBox="true"/>
          <p:nvPr/>
        </p:nvSpPr>
        <p:spPr>
          <a:xfrm rot="0">
            <a:off x="1685484" y="552450"/>
            <a:ext cx="3079655" cy="1740217"/>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#40</a:t>
            </a:r>
          </a:p>
          <a:p>
            <a:pPr algn="l">
              <a:lnSpc>
                <a:spcPts val="6982"/>
              </a:lnSpc>
            </a:pP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6.1.1 </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TextBox 4" id="4"/>
          <p:cNvSpPr txBox="true"/>
          <p:nvPr/>
        </p:nvSpPr>
        <p:spPr>
          <a:xfrm rot="0">
            <a:off x="1255721" y="1862931"/>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for the ROV to have the capabilty to move in the x-axis 2 ducted fans will be fixed in place along the x-axis, these generate strong directional force foward and reverse. at the end of each duct a small diverter will be palced that directs the thrust force to a desired postion allowing for more controlled micro adjustements.</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853086" y="4689159"/>
            <a:ext cx="4239897" cy="4239897"/>
          </a:xfrm>
          <a:custGeom>
            <a:avLst/>
            <a:gdLst/>
            <a:ahLst/>
            <a:cxnLst/>
            <a:rect r="r" b="b" t="t" l="l"/>
            <a:pathLst>
              <a:path h="4239897" w="4239897">
                <a:moveTo>
                  <a:pt x="0" y="0"/>
                </a:moveTo>
                <a:lnTo>
                  <a:pt x="4239897" y="0"/>
                </a:lnTo>
                <a:lnTo>
                  <a:pt x="4239897" y="4239896"/>
                </a:lnTo>
                <a:lnTo>
                  <a:pt x="0" y="4239896"/>
                </a:lnTo>
                <a:lnTo>
                  <a:pt x="0" y="0"/>
                </a:lnTo>
                <a:close/>
              </a:path>
            </a:pathLst>
          </a:custGeom>
          <a:blipFill>
            <a:blip r:embed="rId3"/>
            <a:stretch>
              <a:fillRect l="0" t="0" r="0" b="0"/>
            </a:stretch>
          </a:blipFill>
        </p:spPr>
      </p:sp>
      <p:sp>
        <p:nvSpPr>
          <p:cNvPr name="TextBox 9" id="9"/>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#41</a:t>
            </a: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6.1.1 </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for the rover to move in the y-axis the rover will be equipped with two bladders that will work as small ballasts, fill them with air two go up and flood them with water to sink. They will be connected to a surface oxygen tank through small long umbilcals. Two are needed for stability.</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4358964" y="4817696"/>
            <a:ext cx="9532758" cy="4085468"/>
          </a:xfrm>
          <a:custGeom>
            <a:avLst/>
            <a:gdLst/>
            <a:ahLst/>
            <a:cxnLst/>
            <a:rect r="r" b="b" t="t" l="l"/>
            <a:pathLst>
              <a:path h="4085468" w="9532758">
                <a:moveTo>
                  <a:pt x="0" y="0"/>
                </a:moveTo>
                <a:lnTo>
                  <a:pt x="9532758" y="0"/>
                </a:lnTo>
                <a:lnTo>
                  <a:pt x="9532758" y="4085468"/>
                </a:lnTo>
                <a:lnTo>
                  <a:pt x="0" y="4085468"/>
                </a:lnTo>
                <a:lnTo>
                  <a:pt x="0" y="0"/>
                </a:lnTo>
                <a:close/>
              </a:path>
            </a:pathLst>
          </a:custGeom>
          <a:blipFill>
            <a:blip r:embed="rId3"/>
            <a:stretch>
              <a:fillRect l="0" t="0" r="0" b="0"/>
            </a:stretch>
          </a:blipFill>
        </p:spPr>
      </p:sp>
      <p:sp>
        <p:nvSpPr>
          <p:cNvPr name="TextBox 9" id="9"/>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#42</a:t>
            </a: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6.1.2 </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TextBox 4" id="4"/>
          <p:cNvSpPr txBox="true"/>
          <p:nvPr/>
        </p:nvSpPr>
        <p:spPr>
          <a:xfrm rot="0">
            <a:off x="1546726" y="1862931"/>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For the rover to move in the y-axis AND x-axis we will use 4 horizontal water jets mounted on two seperate servo motor that can tilt 90 degrees for vertical movement. We will us the small ballast on the rover to help stabilize the rover when two or less of the jets are being used for upward thrust.</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370344" y="4365136"/>
            <a:ext cx="10761598" cy="4893164"/>
          </a:xfrm>
          <a:custGeom>
            <a:avLst/>
            <a:gdLst/>
            <a:ahLst/>
            <a:cxnLst/>
            <a:rect r="r" b="b" t="t" l="l"/>
            <a:pathLst>
              <a:path h="4893164" w="10761598">
                <a:moveTo>
                  <a:pt x="0" y="0"/>
                </a:moveTo>
                <a:lnTo>
                  <a:pt x="10761598" y="0"/>
                </a:lnTo>
                <a:lnTo>
                  <a:pt x="10761598" y="4893164"/>
                </a:lnTo>
                <a:lnTo>
                  <a:pt x="0" y="4893164"/>
                </a:lnTo>
                <a:lnTo>
                  <a:pt x="0" y="0"/>
                </a:lnTo>
                <a:close/>
              </a:path>
            </a:pathLst>
          </a:custGeom>
          <a:blipFill>
            <a:blip r:embed="rId3"/>
            <a:stretch>
              <a:fillRect l="0" t="0" r="0" b="0"/>
            </a:stretch>
          </a:blipFill>
        </p:spPr>
      </p:sp>
      <p:sp>
        <p:nvSpPr>
          <p:cNvPr name="TextBox 9" id="9"/>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#43</a:t>
            </a: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6.1.2</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167132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for all the propellers to be shrouded in XX mm thick covers we can cut out sections of PVC pipes slightly larger than the propellors and mount them as shrouds.</a:t>
            </a:r>
          </a:p>
          <a:p>
            <a:pPr algn="l">
              <a:lnSpc>
                <a:spcPts val="4480"/>
              </a:lnSpc>
            </a:pP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940987" y="3694669"/>
            <a:ext cx="5469154" cy="5469154"/>
          </a:xfrm>
          <a:custGeom>
            <a:avLst/>
            <a:gdLst/>
            <a:ahLst/>
            <a:cxnLst/>
            <a:rect r="r" b="b" t="t" l="l"/>
            <a:pathLst>
              <a:path h="5469154" w="5469154">
                <a:moveTo>
                  <a:pt x="0" y="0"/>
                </a:moveTo>
                <a:lnTo>
                  <a:pt x="5469154" y="0"/>
                </a:lnTo>
                <a:lnTo>
                  <a:pt x="5469154" y="5469154"/>
                </a:lnTo>
                <a:lnTo>
                  <a:pt x="0" y="5469154"/>
                </a:lnTo>
                <a:lnTo>
                  <a:pt x="0" y="0"/>
                </a:lnTo>
                <a:close/>
              </a:path>
            </a:pathLst>
          </a:custGeom>
          <a:blipFill>
            <a:blip r:embed="rId3"/>
            <a:stretch>
              <a:fillRect l="0" t="0" r="0" b="0"/>
            </a:stretch>
          </a:blipFill>
        </p:spPr>
      </p:sp>
      <p:sp>
        <p:nvSpPr>
          <p:cNvPr name="TextBox 9" id="9"/>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#44</a:t>
            </a: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6.1.3</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Freeform 3" id="3"/>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We can 3D print the shroud covers using only two wall loops for a lighter shroud not affecting the weight of the rover very much.</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4765140" y="3287629"/>
            <a:ext cx="7960894" cy="5970671"/>
          </a:xfrm>
          <a:custGeom>
            <a:avLst/>
            <a:gdLst/>
            <a:ahLst/>
            <a:cxnLst/>
            <a:rect r="r" b="b" t="t" l="l"/>
            <a:pathLst>
              <a:path h="5970671" w="7960894">
                <a:moveTo>
                  <a:pt x="0" y="0"/>
                </a:moveTo>
                <a:lnTo>
                  <a:pt x="7960894" y="0"/>
                </a:lnTo>
                <a:lnTo>
                  <a:pt x="7960894" y="5970671"/>
                </a:lnTo>
                <a:lnTo>
                  <a:pt x="0" y="5970671"/>
                </a:lnTo>
                <a:lnTo>
                  <a:pt x="0" y="0"/>
                </a:lnTo>
                <a:close/>
              </a:path>
            </a:pathLst>
          </a:custGeom>
          <a:blipFill>
            <a:blip r:embed="rId3"/>
            <a:stretch>
              <a:fillRect l="0" t="0" r="0" b="0"/>
            </a:stretch>
          </a:blipFill>
        </p:spPr>
      </p:sp>
      <p:sp>
        <p:nvSpPr>
          <p:cNvPr name="TextBox 9" id="9"/>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#45</a:t>
            </a: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6.1.3</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614498">
            <a:off x="10242355" y="-3961362"/>
            <a:ext cx="15234943" cy="15721589"/>
          </a:xfrm>
          <a:custGeom>
            <a:avLst/>
            <a:gdLst/>
            <a:ahLst/>
            <a:cxnLst/>
            <a:rect r="r" b="b" t="t" l="l"/>
            <a:pathLst>
              <a:path h="15721589" w="15234943">
                <a:moveTo>
                  <a:pt x="15234943" y="0"/>
                </a:moveTo>
                <a:lnTo>
                  <a:pt x="0" y="0"/>
                </a:lnTo>
                <a:lnTo>
                  <a:pt x="0" y="15721589"/>
                </a:lnTo>
                <a:lnTo>
                  <a:pt x="15234943" y="15721589"/>
                </a:lnTo>
                <a:lnTo>
                  <a:pt x="15234943"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true" flipV="false" rot="3788763">
            <a:off x="-5070090" y="-10424406"/>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167132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For the rover to comply with the use of thruster guards we will implement snap on thruster guards that can be precisly fitted to fit out configuration of propellors. They can snap on for easy cleaning or replacement in case of damages.</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823648" y="4127121"/>
            <a:ext cx="5913191" cy="4971908"/>
          </a:xfrm>
          <a:custGeom>
            <a:avLst/>
            <a:gdLst/>
            <a:ahLst/>
            <a:cxnLst/>
            <a:rect r="r" b="b" t="t" l="l"/>
            <a:pathLst>
              <a:path h="4971908" w="5913191">
                <a:moveTo>
                  <a:pt x="0" y="0"/>
                </a:moveTo>
                <a:lnTo>
                  <a:pt x="5913191" y="0"/>
                </a:lnTo>
                <a:lnTo>
                  <a:pt x="5913191" y="4971908"/>
                </a:lnTo>
                <a:lnTo>
                  <a:pt x="0" y="4971908"/>
                </a:lnTo>
                <a:lnTo>
                  <a:pt x="0" y="0"/>
                </a:lnTo>
                <a:close/>
              </a:path>
            </a:pathLst>
          </a:custGeom>
          <a:blipFill>
            <a:blip r:embed="rId3"/>
            <a:stretch>
              <a:fillRect l="0" t="0" r="0" b="0"/>
            </a:stretch>
          </a:blipFill>
        </p:spPr>
      </p:sp>
      <p:sp>
        <p:nvSpPr>
          <p:cNvPr name="TextBox 9" id="9"/>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#46</a:t>
            </a: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6.1.4</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TextBox 4" id="4"/>
          <p:cNvSpPr txBox="true"/>
          <p:nvPr/>
        </p:nvSpPr>
        <p:spPr>
          <a:xfrm rot="0">
            <a:off x="1546726" y="1864519"/>
            <a:ext cx="14810584" cy="1671320"/>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In order to comply with the thruster guard requirement we will use an adjustable guard that will have two overlapping parts which we can untighten with bolts and readjust to get the right fit for any type of propellor conifguration we may use.</a:t>
            </a:r>
          </a:p>
        </p:txBody>
      </p:sp>
      <p:grpSp>
        <p:nvGrpSpPr>
          <p:cNvPr name="Group 5" id="5"/>
          <p:cNvGrpSpPr/>
          <p:nvPr/>
        </p:nvGrpSpPr>
        <p:grpSpPr>
          <a:xfrm rot="0">
            <a:off x="15621059" y="255039"/>
            <a:ext cx="1856467" cy="18564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162582" y="3932243"/>
            <a:ext cx="5962837" cy="5972775"/>
          </a:xfrm>
          <a:custGeom>
            <a:avLst/>
            <a:gdLst/>
            <a:ahLst/>
            <a:cxnLst/>
            <a:rect r="r" b="b" t="t" l="l"/>
            <a:pathLst>
              <a:path h="5972775" w="5962837">
                <a:moveTo>
                  <a:pt x="0" y="0"/>
                </a:moveTo>
                <a:lnTo>
                  <a:pt x="5962836" y="0"/>
                </a:lnTo>
                <a:lnTo>
                  <a:pt x="5962836" y="5972775"/>
                </a:lnTo>
                <a:lnTo>
                  <a:pt x="0" y="5972775"/>
                </a:lnTo>
                <a:lnTo>
                  <a:pt x="0" y="0"/>
                </a:lnTo>
                <a:close/>
              </a:path>
            </a:pathLst>
          </a:custGeom>
          <a:blipFill>
            <a:blip r:embed="rId3"/>
            <a:stretch>
              <a:fillRect l="0" t="0" r="0" b="0"/>
            </a:stretch>
          </a:blipFill>
        </p:spPr>
      </p:sp>
      <p:sp>
        <p:nvSpPr>
          <p:cNvPr name="TextBox 9" id="9"/>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#47</a:t>
            </a:r>
          </a:p>
        </p:txBody>
      </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6.1.4 </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9792739">
            <a:off x="9636425" y="-3249861"/>
            <a:ext cx="13825734" cy="14267366"/>
          </a:xfrm>
          <a:custGeom>
            <a:avLst/>
            <a:gdLst/>
            <a:ahLst/>
            <a:cxnLst/>
            <a:rect r="r" b="b" t="t" l="l"/>
            <a:pathLst>
              <a:path h="14267366" w="13825734">
                <a:moveTo>
                  <a:pt x="13825734" y="0"/>
                </a:moveTo>
                <a:lnTo>
                  <a:pt x="0" y="0"/>
                </a:lnTo>
                <a:lnTo>
                  <a:pt x="0" y="14267367"/>
                </a:lnTo>
                <a:lnTo>
                  <a:pt x="13825734" y="14267367"/>
                </a:lnTo>
                <a:lnTo>
                  <a:pt x="13825734"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false" flipV="false" rot="-1200379">
            <a:off x="-8591728" y="-2151895"/>
            <a:ext cx="13720115" cy="14158374"/>
          </a:xfrm>
          <a:custGeom>
            <a:avLst/>
            <a:gdLst/>
            <a:ahLst/>
            <a:cxnLst/>
            <a:rect r="r" b="b" t="t" l="l"/>
            <a:pathLst>
              <a:path h="14158374" w="13720115">
                <a:moveTo>
                  <a:pt x="0" y="0"/>
                </a:moveTo>
                <a:lnTo>
                  <a:pt x="13720115" y="0"/>
                </a:lnTo>
                <a:lnTo>
                  <a:pt x="13720115" y="14158374"/>
                </a:lnTo>
                <a:lnTo>
                  <a:pt x="0" y="14158374"/>
                </a:lnTo>
                <a:lnTo>
                  <a:pt x="0"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egestas.Vestibulum ante ipsum primis faucibus posuere cubilia.</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588007">
            <a:off x="-10958461" y="-6708114"/>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Freeform 3" id="3"/>
          <p:cNvSpPr/>
          <p:nvPr/>
        </p:nvSpPr>
        <p:spPr>
          <a:xfrm flipH="false" flipV="false" rot="1661624">
            <a:off x="10850721" y="-6586001"/>
            <a:ext cx="17323115" cy="12859731"/>
          </a:xfrm>
          <a:custGeom>
            <a:avLst/>
            <a:gdLst/>
            <a:ahLst/>
            <a:cxnLst/>
            <a:rect r="r" b="b" t="t" l="l"/>
            <a:pathLst>
              <a:path h="12859731" w="17323115">
                <a:moveTo>
                  <a:pt x="0" y="0"/>
                </a:moveTo>
                <a:lnTo>
                  <a:pt x="17323115" y="0"/>
                </a:lnTo>
                <a:lnTo>
                  <a:pt x="17323115" y="12859731"/>
                </a:lnTo>
                <a:lnTo>
                  <a:pt x="0" y="12859731"/>
                </a:lnTo>
                <a:lnTo>
                  <a:pt x="0" y="0"/>
                </a:lnTo>
                <a:close/>
              </a:path>
            </a:pathLst>
          </a:custGeom>
          <a:blipFill>
            <a:blip r:embed="rId2">
              <a:alphaModFix amt="42000"/>
            </a:blip>
            <a:stretch>
              <a:fillRect l="-129" t="-39011" r="-129" b="-943"/>
            </a:stretch>
          </a:blipFill>
          <a:ln cap="sq">
            <a:noFill/>
            <a:prstDash val="solid"/>
            <a:miter/>
          </a:ln>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egestas.Vestibulum ante ipsum primis faucibus posuere cubilia.</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614498">
            <a:off x="10242355" y="-3961362"/>
            <a:ext cx="15234943" cy="15721589"/>
          </a:xfrm>
          <a:custGeom>
            <a:avLst/>
            <a:gdLst/>
            <a:ahLst/>
            <a:cxnLst/>
            <a:rect r="r" b="b" t="t" l="l"/>
            <a:pathLst>
              <a:path h="15721589" w="15234943">
                <a:moveTo>
                  <a:pt x="15234943" y="0"/>
                </a:moveTo>
                <a:lnTo>
                  <a:pt x="0" y="0"/>
                </a:lnTo>
                <a:lnTo>
                  <a:pt x="0" y="15721589"/>
                </a:lnTo>
                <a:lnTo>
                  <a:pt x="15234943" y="15721589"/>
                </a:lnTo>
                <a:lnTo>
                  <a:pt x="15234943"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true" flipV="false" rot="3788763">
            <a:off x="-5070090" y="-10424406"/>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egestas.Vestibulum ante ipsum primis faucibus posuere cubilia.</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2220A3"/>
        </a:solidFill>
      </p:bgPr>
    </p:bg>
    <p:spTree>
      <p:nvGrpSpPr>
        <p:cNvPr id="1" name=""/>
        <p:cNvGrpSpPr/>
        <p:nvPr/>
      </p:nvGrpSpPr>
      <p:grpSpPr>
        <a:xfrm>
          <a:off x="0" y="0"/>
          <a:ext cx="0" cy="0"/>
          <a:chOff x="0" y="0"/>
          <a:chExt cx="0" cy="0"/>
        </a:xfrm>
      </p:grpSpPr>
      <p:sp>
        <p:nvSpPr>
          <p:cNvPr name="Freeform 2" id="2"/>
          <p:cNvSpPr/>
          <p:nvPr/>
        </p:nvSpPr>
        <p:spPr>
          <a:xfrm flipH="true" flipV="false" rot="1614498">
            <a:off x="10242355" y="-3961362"/>
            <a:ext cx="15234943" cy="15721589"/>
          </a:xfrm>
          <a:custGeom>
            <a:avLst/>
            <a:gdLst/>
            <a:ahLst/>
            <a:cxnLst/>
            <a:rect r="r" b="b" t="t" l="l"/>
            <a:pathLst>
              <a:path h="15721589" w="15234943">
                <a:moveTo>
                  <a:pt x="15234943" y="0"/>
                </a:moveTo>
                <a:lnTo>
                  <a:pt x="0" y="0"/>
                </a:lnTo>
                <a:lnTo>
                  <a:pt x="0" y="15721589"/>
                </a:lnTo>
                <a:lnTo>
                  <a:pt x="15234943" y="15721589"/>
                </a:lnTo>
                <a:lnTo>
                  <a:pt x="15234943" y="0"/>
                </a:lnTo>
                <a:close/>
              </a:path>
            </a:pathLst>
          </a:custGeom>
          <a:blipFill>
            <a:blip r:embed="rId2">
              <a:alphaModFix amt="42000"/>
            </a:blip>
            <a:stretch>
              <a:fillRect l="-129" t="0" r="-129" b="-678"/>
            </a:stretch>
          </a:blipFill>
          <a:ln cap="sq">
            <a:noFill/>
            <a:prstDash val="solid"/>
            <a:miter/>
          </a:ln>
        </p:spPr>
      </p:sp>
      <p:sp>
        <p:nvSpPr>
          <p:cNvPr name="Freeform 3" id="3"/>
          <p:cNvSpPr/>
          <p:nvPr/>
        </p:nvSpPr>
        <p:spPr>
          <a:xfrm flipH="true" flipV="false" rot="3788763">
            <a:off x="-5070090" y="-10424406"/>
            <a:ext cx="13720115" cy="14158374"/>
          </a:xfrm>
          <a:custGeom>
            <a:avLst/>
            <a:gdLst/>
            <a:ahLst/>
            <a:cxnLst/>
            <a:rect r="r" b="b" t="t" l="l"/>
            <a:pathLst>
              <a:path h="14158374" w="13720115">
                <a:moveTo>
                  <a:pt x="13720115" y="0"/>
                </a:moveTo>
                <a:lnTo>
                  <a:pt x="0" y="0"/>
                </a:lnTo>
                <a:lnTo>
                  <a:pt x="0" y="14158374"/>
                </a:lnTo>
                <a:lnTo>
                  <a:pt x="13720115" y="14158374"/>
                </a:lnTo>
                <a:lnTo>
                  <a:pt x="13720115" y="0"/>
                </a:lnTo>
                <a:close/>
              </a:path>
            </a:pathLst>
          </a:custGeom>
          <a:blipFill>
            <a:blip r:embed="rId2">
              <a:alphaModFix amt="42000"/>
            </a:blip>
            <a:stretch>
              <a:fillRect l="-129" t="0" r="-129" b="-678"/>
            </a:stretch>
          </a:blipFill>
        </p:spPr>
      </p:sp>
      <p:sp>
        <p:nvSpPr>
          <p:cNvPr name="TextBox 4" id="4"/>
          <p:cNvSpPr txBox="true"/>
          <p:nvPr/>
        </p:nvSpPr>
        <p:spPr>
          <a:xfrm rot="0">
            <a:off x="1546726" y="1864519"/>
            <a:ext cx="14810584" cy="223329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egestas.Vestibulum ante ipsum primis faucibus posuere cubilia.</a:t>
            </a:r>
          </a:p>
        </p:txBody>
      </p:sp>
      <p:sp>
        <p:nvSpPr>
          <p:cNvPr name="TextBox 5" id="5"/>
          <p:cNvSpPr txBox="true"/>
          <p:nvPr/>
        </p:nvSpPr>
        <p:spPr>
          <a:xfrm rot="0">
            <a:off x="1685484" y="552450"/>
            <a:ext cx="3079655" cy="854392"/>
          </a:xfrm>
          <a:prstGeom prst="rect">
            <a:avLst/>
          </a:prstGeom>
        </p:spPr>
        <p:txBody>
          <a:bodyPr anchor="t" rtlCol="false" tIns="0" lIns="0" bIns="0" rIns="0">
            <a:spAutoFit/>
          </a:bodyPr>
          <a:lstStyle/>
          <a:p>
            <a:pPr algn="l">
              <a:lnSpc>
                <a:spcPts val="6982"/>
              </a:lnSpc>
            </a:pPr>
            <a:r>
              <a:rPr lang="en-US" sz="4987" i="true" spc="-443">
                <a:solidFill>
                  <a:srgbClr val="65BAFE"/>
                </a:solidFill>
                <a:latin typeface="Tex Gyre Termes Italics"/>
                <a:ea typeface="Tex Gyre Termes Italics"/>
                <a:cs typeface="Tex Gyre Termes Italics"/>
                <a:sym typeface="Tex Gyre Termes Italics"/>
              </a:rPr>
              <a:t>Solution #</a:t>
            </a:r>
          </a:p>
        </p:txBody>
      </p:sp>
      <p:sp>
        <p:nvSpPr>
          <p:cNvPr name="TextBox 6" id="6"/>
          <p:cNvSpPr txBox="true"/>
          <p:nvPr/>
        </p:nvSpPr>
        <p:spPr>
          <a:xfrm rot="0">
            <a:off x="1546726" y="4555490"/>
            <a:ext cx="14810584" cy="1109345"/>
          </a:xfrm>
          <a:prstGeom prst="rect">
            <a:avLst/>
          </a:prstGeom>
        </p:spPr>
        <p:txBody>
          <a:bodyPr anchor="t" rtlCol="false" tIns="0" lIns="0" bIns="0" rIns="0">
            <a:spAutoFit/>
          </a:bodyPr>
          <a:lstStyle/>
          <a:p>
            <a:pPr algn="l">
              <a:lnSpc>
                <a:spcPts val="4480"/>
              </a:lnSpc>
            </a:pPr>
            <a:r>
              <a:rPr lang="en-US" sz="3200">
                <a:solidFill>
                  <a:srgbClr val="65BAFE"/>
                </a:solidFill>
                <a:latin typeface="Tex Gyre Termes"/>
                <a:ea typeface="Tex Gyre Termes"/>
                <a:cs typeface="Tex Gyre Termes"/>
                <a:sym typeface="Tex Gyre Termes"/>
              </a:rPr>
              <a:t>Drawing here -&gt;</a:t>
            </a:r>
          </a:p>
          <a:p>
            <a:pPr algn="l">
              <a:lnSpc>
                <a:spcPts val="4480"/>
              </a:lnSpc>
            </a:pPr>
          </a:p>
        </p:txBody>
      </p:sp>
      <p:grpSp>
        <p:nvGrpSpPr>
          <p:cNvPr name="Group 7" id="7"/>
          <p:cNvGrpSpPr/>
          <p:nvPr/>
        </p:nvGrpSpPr>
        <p:grpSpPr>
          <a:xfrm rot="0">
            <a:off x="15621059" y="255039"/>
            <a:ext cx="1856467" cy="18564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546726" y="1340167"/>
            <a:ext cx="5624475" cy="547370"/>
          </a:xfrm>
          <a:prstGeom prst="rect">
            <a:avLst/>
          </a:prstGeom>
        </p:spPr>
        <p:txBody>
          <a:bodyPr anchor="t" rtlCol="false" tIns="0" lIns="0" bIns="0" rIns="0">
            <a:spAutoFit/>
          </a:bodyPr>
          <a:lstStyle/>
          <a:p>
            <a:pPr algn="l">
              <a:lnSpc>
                <a:spcPts val="4480"/>
              </a:lnSpc>
              <a:spcBef>
                <a:spcPct val="0"/>
              </a:spcBef>
            </a:pPr>
            <a:r>
              <a:rPr lang="en-US" sz="3200">
                <a:solidFill>
                  <a:srgbClr val="65BAFE"/>
                </a:solidFill>
                <a:latin typeface="Tex Gyre Termes"/>
                <a:ea typeface="Tex Gyre Termes"/>
                <a:cs typeface="Tex Gyre Termes"/>
                <a:sym typeface="Tex Gyre Termes"/>
              </a:rPr>
              <a:t>Requirement #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DAGux2aoSIM</dc:identifier>
  <dcterms:modified xsi:type="dcterms:W3CDTF">2011-08-01T06:04:30Z</dcterms:modified>
  <cp:revision>1</cp:revision>
  <dc:title>Presented F&amp;P Subteam</dc:title>
</cp:coreProperties>
</file>