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  <p:sldMasterId id="214748369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Bebas Neue"/>
      <p:regular r:id="rId15"/>
    </p:embeddedFont>
    <p:embeddedFont>
      <p:font typeface="PT Sans"/>
      <p:regular r:id="rId16"/>
      <p:bold r:id="rId17"/>
      <p:italic r:id="rId18"/>
      <p:boldItalic r:id="rId19"/>
    </p:embeddedFont>
    <p:embeddedFont>
      <p:font typeface="Lexend Dec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Deca-regular.fntdata"/><Relationship Id="rId21" Type="http://schemas.openxmlformats.org/officeDocument/2006/relationships/font" Target="fonts/LexendDeca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BebasNeue-regular.fntdata"/><Relationship Id="rId14" Type="http://schemas.openxmlformats.org/officeDocument/2006/relationships/slide" Target="slides/slide8.xml"/><Relationship Id="rId17" Type="http://schemas.openxmlformats.org/officeDocument/2006/relationships/font" Target="fonts/PTSans-bold.fntdata"/><Relationship Id="rId16" Type="http://schemas.openxmlformats.org/officeDocument/2006/relationships/font" Target="fonts/PTSans-regular.fntdata"/><Relationship Id="rId19" Type="http://schemas.openxmlformats.org/officeDocument/2006/relationships/font" Target="fonts/PTSans-boldItalic.fntdata"/><Relationship Id="rId18" Type="http://schemas.openxmlformats.org/officeDocument/2006/relationships/font" Target="fonts/PT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6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7" name="Google Shape;340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8" name="Google Shape;34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4" name="Google Shape;34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8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0" name="Google Shape;34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2" name="Google Shape;34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8" name="Google Shape;34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9" name="Google Shape;34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4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5" name="Google Shape;345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6" name="Google Shape;34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4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6" name="Google Shape;34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1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hyperlink" Target="http://bit.ly/2TtBDfr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hyperlink" Target="https://bit.ly/3A1uf1Q" TargetMode="External"/><Relationship Id="rId8" Type="http://schemas.openxmlformats.org/officeDocument/2006/relationships/hyperlink" Target="http://bit.ly/2TyoMs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.png"/><Relationship Id="rId6" Type="http://schemas.openxmlformats.org/officeDocument/2006/relationships/image" Target="../media/image2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190700" y="1762600"/>
            <a:ext cx="67626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6000">
                <a:solidFill>
                  <a:srgbClr val="13394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07600" y="2905100"/>
            <a:ext cx="4528800" cy="4758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13394F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3474" y="-989482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2651" y="3583027"/>
            <a:ext cx="5295899" cy="258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476374" y="3086220"/>
            <a:ext cx="5295899" cy="28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3922675" y="1181100"/>
            <a:ext cx="45081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0"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20898" l="0" r="0" t="20904"/>
          <a:stretch/>
        </p:blipFill>
        <p:spPr>
          <a:xfrm>
            <a:off x="4905375" y="-440772"/>
            <a:ext cx="5295899" cy="133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3209925" y="4501843"/>
            <a:ext cx="6029325" cy="1108375"/>
          </a:xfrm>
          <a:custGeom>
            <a:rect b="b" l="l" r="r" t="t"/>
            <a:pathLst>
              <a:path extrusionOk="0" h="44335" w="241173">
                <a:moveTo>
                  <a:pt x="0" y="44335"/>
                </a:moveTo>
                <a:cubicBezTo>
                  <a:pt x="12173" y="42306"/>
                  <a:pt x="24037" y="36880"/>
                  <a:pt x="33909" y="29476"/>
                </a:cubicBezTo>
                <a:cubicBezTo>
                  <a:pt x="43998" y="21910"/>
                  <a:pt x="52577" y="9107"/>
                  <a:pt x="65151" y="8140"/>
                </a:cubicBezTo>
                <a:cubicBezTo>
                  <a:pt x="76506" y="7267"/>
                  <a:pt x="88320" y="8541"/>
                  <a:pt x="99060" y="12331"/>
                </a:cubicBezTo>
                <a:cubicBezTo>
                  <a:pt x="113157" y="17306"/>
                  <a:pt x="131297" y="28921"/>
                  <a:pt x="143256" y="19951"/>
                </a:cubicBezTo>
                <a:cubicBezTo>
                  <a:pt x="147466" y="16794"/>
                  <a:pt x="148911" y="8373"/>
                  <a:pt x="145542" y="4330"/>
                </a:cubicBezTo>
                <a:cubicBezTo>
                  <a:pt x="143020" y="1304"/>
                  <a:pt x="138392" y="-418"/>
                  <a:pt x="134493" y="139"/>
                </a:cubicBezTo>
                <a:cubicBezTo>
                  <a:pt x="129488" y="854"/>
                  <a:pt x="136012" y="12863"/>
                  <a:pt x="140970" y="13855"/>
                </a:cubicBezTo>
                <a:cubicBezTo>
                  <a:pt x="152632" y="16187"/>
                  <a:pt x="164559" y="10741"/>
                  <a:pt x="176403" y="9664"/>
                </a:cubicBezTo>
                <a:cubicBezTo>
                  <a:pt x="189550" y="8469"/>
                  <a:pt x="202624" y="12828"/>
                  <a:pt x="215646" y="14998"/>
                </a:cubicBezTo>
                <a:cubicBezTo>
                  <a:pt x="225174" y="16586"/>
                  <a:pt x="236853" y="20074"/>
                  <a:pt x="241173" y="28714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43074" y="1815277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5">
            <a:alphaModFix/>
          </a:blip>
          <a:srcRect b="15986" l="6117" r="6109" t="15986"/>
          <a:stretch/>
        </p:blipFill>
        <p:spPr>
          <a:xfrm>
            <a:off x="1609725" y="3962400"/>
            <a:ext cx="4648198" cy="17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438274" y="-483140"/>
            <a:ext cx="5295898" cy="2407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1714500" y="445025"/>
            <a:ext cx="57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719976" y="22693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3419250" y="22693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subTitle"/>
          </p:nvPr>
        </p:nvSpPr>
        <p:spPr>
          <a:xfrm>
            <a:off x="719976" y="39313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4" type="subTitle"/>
          </p:nvPr>
        </p:nvSpPr>
        <p:spPr>
          <a:xfrm>
            <a:off x="3419250" y="39313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5" type="subTitle"/>
          </p:nvPr>
        </p:nvSpPr>
        <p:spPr>
          <a:xfrm>
            <a:off x="6118524" y="22693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6" type="subTitle"/>
          </p:nvPr>
        </p:nvSpPr>
        <p:spPr>
          <a:xfrm>
            <a:off x="6118524" y="39313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7" type="title"/>
          </p:nvPr>
        </p:nvSpPr>
        <p:spPr>
          <a:xfrm>
            <a:off x="1505376" y="1295873"/>
            <a:ext cx="734700" cy="5727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4"/>
          <p:cNvSpPr txBox="1"/>
          <p:nvPr>
            <p:ph idx="8" type="title"/>
          </p:nvPr>
        </p:nvSpPr>
        <p:spPr>
          <a:xfrm>
            <a:off x="1505376" y="2957902"/>
            <a:ext cx="734700" cy="5727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4"/>
          <p:cNvSpPr txBox="1"/>
          <p:nvPr>
            <p:ph idx="9" type="title"/>
          </p:nvPr>
        </p:nvSpPr>
        <p:spPr>
          <a:xfrm>
            <a:off x="4204650" y="1295873"/>
            <a:ext cx="734700" cy="5727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4"/>
          <p:cNvSpPr txBox="1"/>
          <p:nvPr>
            <p:ph idx="13" type="title"/>
          </p:nvPr>
        </p:nvSpPr>
        <p:spPr>
          <a:xfrm>
            <a:off x="4204650" y="2957902"/>
            <a:ext cx="734700" cy="5727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4" type="title"/>
          </p:nvPr>
        </p:nvSpPr>
        <p:spPr>
          <a:xfrm>
            <a:off x="6903950" y="1295873"/>
            <a:ext cx="734700" cy="5727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4"/>
          <p:cNvSpPr txBox="1"/>
          <p:nvPr>
            <p:ph idx="15" type="title"/>
          </p:nvPr>
        </p:nvSpPr>
        <p:spPr>
          <a:xfrm>
            <a:off x="6903950" y="2957902"/>
            <a:ext cx="734700" cy="5727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" name="Google Shape;38;p4"/>
          <p:cNvSpPr txBox="1"/>
          <p:nvPr>
            <p:ph idx="16" type="subTitle"/>
          </p:nvPr>
        </p:nvSpPr>
        <p:spPr>
          <a:xfrm>
            <a:off x="719976" y="1980375"/>
            <a:ext cx="2305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7" type="subTitle"/>
          </p:nvPr>
        </p:nvSpPr>
        <p:spPr>
          <a:xfrm>
            <a:off x="3419250" y="1980375"/>
            <a:ext cx="2305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8" type="subTitle"/>
          </p:nvPr>
        </p:nvSpPr>
        <p:spPr>
          <a:xfrm>
            <a:off x="6118524" y="1980375"/>
            <a:ext cx="2305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19" type="subTitle"/>
          </p:nvPr>
        </p:nvSpPr>
        <p:spPr>
          <a:xfrm>
            <a:off x="719976" y="3642450"/>
            <a:ext cx="2305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20" type="subTitle"/>
          </p:nvPr>
        </p:nvSpPr>
        <p:spPr>
          <a:xfrm>
            <a:off x="3419250" y="3642450"/>
            <a:ext cx="2305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21" type="subTitle"/>
          </p:nvPr>
        </p:nvSpPr>
        <p:spPr>
          <a:xfrm>
            <a:off x="6118524" y="3642450"/>
            <a:ext cx="2305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8426" y="3960743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24074" y="3844002"/>
            <a:ext cx="5295899" cy="258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463474" y="-985091"/>
            <a:ext cx="5295901" cy="236619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8677275" y="790575"/>
            <a:ext cx="407400" cy="4533900"/>
          </a:xfrm>
          <a:custGeom>
            <a:rect b="b" l="l" r="r" t="t"/>
            <a:pathLst>
              <a:path extrusionOk="0" h="181356" w="16296">
                <a:moveTo>
                  <a:pt x="8001" y="0"/>
                </a:moveTo>
                <a:cubicBezTo>
                  <a:pt x="12330" y="1732"/>
                  <a:pt x="15773" y="7620"/>
                  <a:pt x="14859" y="12192"/>
                </a:cubicBezTo>
                <a:cubicBezTo>
                  <a:pt x="12416" y="24407"/>
                  <a:pt x="0" y="34025"/>
                  <a:pt x="0" y="46482"/>
                </a:cubicBezTo>
                <a:cubicBezTo>
                  <a:pt x="0" y="57848"/>
                  <a:pt x="2153" y="69882"/>
                  <a:pt x="8001" y="79629"/>
                </a:cubicBezTo>
                <a:cubicBezTo>
                  <a:pt x="12278" y="86758"/>
                  <a:pt x="17178" y="95021"/>
                  <a:pt x="16002" y="103251"/>
                </a:cubicBezTo>
                <a:cubicBezTo>
                  <a:pt x="14881" y="111095"/>
                  <a:pt x="10783" y="118262"/>
                  <a:pt x="7239" y="125349"/>
                </a:cubicBezTo>
                <a:cubicBezTo>
                  <a:pt x="1814" y="136200"/>
                  <a:pt x="762" y="149031"/>
                  <a:pt x="762" y="161163"/>
                </a:cubicBezTo>
                <a:cubicBezTo>
                  <a:pt x="762" y="167924"/>
                  <a:pt x="-357" y="175309"/>
                  <a:pt x="2667" y="181356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-781050" y="-247650"/>
            <a:ext cx="3114675" cy="3295650"/>
          </a:xfrm>
          <a:custGeom>
            <a:rect b="b" l="l" r="r" t="t"/>
            <a:pathLst>
              <a:path extrusionOk="0" h="131826" w="124587">
                <a:moveTo>
                  <a:pt x="124587" y="762"/>
                </a:moveTo>
                <a:cubicBezTo>
                  <a:pt x="109157" y="13106"/>
                  <a:pt x="88341" y="20193"/>
                  <a:pt x="68580" y="20193"/>
                </a:cubicBezTo>
                <a:cubicBezTo>
                  <a:pt x="64845" y="20193"/>
                  <a:pt x="60823" y="17184"/>
                  <a:pt x="59436" y="13716"/>
                </a:cubicBezTo>
                <a:cubicBezTo>
                  <a:pt x="57558" y="9021"/>
                  <a:pt x="60857" y="0"/>
                  <a:pt x="65913" y="0"/>
                </a:cubicBezTo>
                <a:cubicBezTo>
                  <a:pt x="67996" y="0"/>
                  <a:pt x="69381" y="2898"/>
                  <a:pt x="69723" y="4953"/>
                </a:cubicBezTo>
                <a:cubicBezTo>
                  <a:pt x="70934" y="12219"/>
                  <a:pt x="60235" y="16353"/>
                  <a:pt x="54483" y="20955"/>
                </a:cubicBezTo>
                <a:cubicBezTo>
                  <a:pt x="47152" y="26820"/>
                  <a:pt x="43084" y="36346"/>
                  <a:pt x="40386" y="45339"/>
                </a:cubicBezTo>
                <a:cubicBezTo>
                  <a:pt x="35817" y="60568"/>
                  <a:pt x="48816" y="78145"/>
                  <a:pt x="43053" y="92964"/>
                </a:cubicBezTo>
                <a:cubicBezTo>
                  <a:pt x="36046" y="110982"/>
                  <a:pt x="15096" y="119749"/>
                  <a:pt x="0" y="131826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4"/>
          <p:cNvGrpSpPr/>
          <p:nvPr/>
        </p:nvGrpSpPr>
        <p:grpSpPr>
          <a:xfrm rot="-7874487">
            <a:off x="7445949" y="-249506"/>
            <a:ext cx="1580608" cy="1422013"/>
            <a:chOff x="3831720" y="930105"/>
            <a:chExt cx="4174638" cy="3755764"/>
          </a:xfrm>
        </p:grpSpPr>
        <p:sp>
          <p:nvSpPr>
            <p:cNvPr id="50" name="Google Shape;50;p4"/>
            <p:cNvSpPr/>
            <p:nvPr/>
          </p:nvSpPr>
          <p:spPr>
            <a:xfrm>
              <a:off x="3831720" y="1171461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52" name="Google Shape;52;p4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5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" name="Google Shape;190;p5"/>
          <p:cNvSpPr txBox="1"/>
          <p:nvPr>
            <p:ph idx="1" type="body"/>
          </p:nvPr>
        </p:nvSpPr>
        <p:spPr>
          <a:xfrm>
            <a:off x="720000" y="1215750"/>
            <a:ext cx="77040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Deca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pic>
        <p:nvPicPr>
          <p:cNvPr id="191" name="Google Shape;1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4076" y="-1092748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14549" y="4203160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2826" y="3936819"/>
            <a:ext cx="5295899" cy="254067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/>
          <p:nvPr/>
        </p:nvSpPr>
        <p:spPr>
          <a:xfrm>
            <a:off x="-476250" y="-419100"/>
            <a:ext cx="6515100" cy="1050300"/>
          </a:xfrm>
          <a:custGeom>
            <a:rect b="b" l="l" r="r" t="t"/>
            <a:pathLst>
              <a:path extrusionOk="0" h="42012" w="260604">
                <a:moveTo>
                  <a:pt x="260604" y="0"/>
                </a:moveTo>
                <a:cubicBezTo>
                  <a:pt x="253481" y="9497"/>
                  <a:pt x="242317" y="15852"/>
                  <a:pt x="231267" y="20193"/>
                </a:cubicBezTo>
                <a:cubicBezTo>
                  <a:pt x="218855" y="25069"/>
                  <a:pt x="206750" y="31642"/>
                  <a:pt x="193548" y="33528"/>
                </a:cubicBezTo>
                <a:cubicBezTo>
                  <a:pt x="181096" y="35307"/>
                  <a:pt x="168042" y="31113"/>
                  <a:pt x="156591" y="25908"/>
                </a:cubicBezTo>
                <a:cubicBezTo>
                  <a:pt x="153435" y="24474"/>
                  <a:pt x="149187" y="19215"/>
                  <a:pt x="151638" y="16764"/>
                </a:cubicBezTo>
                <a:cubicBezTo>
                  <a:pt x="154435" y="13967"/>
                  <a:pt x="160057" y="13586"/>
                  <a:pt x="163449" y="15621"/>
                </a:cubicBezTo>
                <a:cubicBezTo>
                  <a:pt x="165329" y="16749"/>
                  <a:pt x="166142" y="20548"/>
                  <a:pt x="164592" y="22098"/>
                </a:cubicBezTo>
                <a:cubicBezTo>
                  <a:pt x="158121" y="28569"/>
                  <a:pt x="146011" y="25570"/>
                  <a:pt x="137160" y="23241"/>
                </a:cubicBezTo>
                <a:cubicBezTo>
                  <a:pt x="124804" y="19989"/>
                  <a:pt x="111837" y="19050"/>
                  <a:pt x="99060" y="19050"/>
                </a:cubicBezTo>
                <a:cubicBezTo>
                  <a:pt x="92029" y="19050"/>
                  <a:pt x="80023" y="18211"/>
                  <a:pt x="78867" y="25146"/>
                </a:cubicBezTo>
                <a:cubicBezTo>
                  <a:pt x="78340" y="28308"/>
                  <a:pt x="84304" y="32403"/>
                  <a:pt x="86868" y="30480"/>
                </a:cubicBezTo>
                <a:cubicBezTo>
                  <a:pt x="88416" y="29319"/>
                  <a:pt x="86442" y="25677"/>
                  <a:pt x="84582" y="25146"/>
                </a:cubicBezTo>
                <a:cubicBezTo>
                  <a:pt x="72632" y="21732"/>
                  <a:pt x="59122" y="26827"/>
                  <a:pt x="48006" y="32385"/>
                </a:cubicBezTo>
                <a:cubicBezTo>
                  <a:pt x="44757" y="34009"/>
                  <a:pt x="42805" y="38150"/>
                  <a:pt x="39243" y="38862"/>
                </a:cubicBezTo>
                <a:cubicBezTo>
                  <a:pt x="26386" y="41433"/>
                  <a:pt x="9271" y="45466"/>
                  <a:pt x="0" y="36195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 flipH="1" rot="-3920503">
            <a:off x="7742328" y="2518330"/>
            <a:ext cx="2447892" cy="1588979"/>
          </a:xfrm>
          <a:custGeom>
            <a:rect b="b" l="l" r="r" t="t"/>
            <a:pathLst>
              <a:path extrusionOk="0" h="63560" w="97917">
                <a:moveTo>
                  <a:pt x="97917" y="26984"/>
                </a:moveTo>
                <a:cubicBezTo>
                  <a:pt x="84621" y="36956"/>
                  <a:pt x="60077" y="30781"/>
                  <a:pt x="48768" y="18602"/>
                </a:cubicBezTo>
                <a:cubicBezTo>
                  <a:pt x="44368" y="13863"/>
                  <a:pt x="49241" y="-2088"/>
                  <a:pt x="55245" y="314"/>
                </a:cubicBezTo>
                <a:cubicBezTo>
                  <a:pt x="63962" y="3801"/>
                  <a:pt x="48788" y="19241"/>
                  <a:pt x="41148" y="24698"/>
                </a:cubicBezTo>
                <a:cubicBezTo>
                  <a:pt x="25796" y="35664"/>
                  <a:pt x="11786" y="48828"/>
                  <a:pt x="0" y="6356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" name="Google Shape;196;p5"/>
          <p:cNvGrpSpPr/>
          <p:nvPr/>
        </p:nvGrpSpPr>
        <p:grpSpPr>
          <a:xfrm flipH="1" rot="-2354746">
            <a:off x="6897779" y="3910066"/>
            <a:ext cx="1429514" cy="1580654"/>
            <a:chOff x="4138184" y="930105"/>
            <a:chExt cx="3868174" cy="4277151"/>
          </a:xfrm>
        </p:grpSpPr>
        <p:sp>
          <p:nvSpPr>
            <p:cNvPr id="197" name="Google Shape;197;p5"/>
            <p:cNvSpPr/>
            <p:nvPr/>
          </p:nvSpPr>
          <p:spPr>
            <a:xfrm>
              <a:off x="4646780" y="3070434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" name="Google Shape;198;p5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199" name="Google Shape;199;p5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5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5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5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5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5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5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5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5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5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5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5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5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5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5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5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5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5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5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5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5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5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5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5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5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5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5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5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5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5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5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5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5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5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5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5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5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5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5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5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5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5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5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5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6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6"/>
          <p:cNvSpPr txBox="1"/>
          <p:nvPr>
            <p:ph type="title"/>
          </p:nvPr>
        </p:nvSpPr>
        <p:spPr>
          <a:xfrm>
            <a:off x="883900" y="1685926"/>
            <a:ext cx="13989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6"/>
          <p:cNvSpPr txBox="1"/>
          <p:nvPr>
            <p:ph idx="1" type="subTitle"/>
          </p:nvPr>
        </p:nvSpPr>
        <p:spPr>
          <a:xfrm>
            <a:off x="3986000" y="1556026"/>
            <a:ext cx="42741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38" name="Google Shape;338;p6"/>
          <p:cNvSpPr txBox="1"/>
          <p:nvPr>
            <p:ph idx="2" type="subTitle"/>
          </p:nvPr>
        </p:nvSpPr>
        <p:spPr>
          <a:xfrm>
            <a:off x="2588300" y="1556026"/>
            <a:ext cx="13977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9" name="Google Shape;339;p6"/>
          <p:cNvSpPr txBox="1"/>
          <p:nvPr>
            <p:ph idx="3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0" name="Google Shape;340;p6"/>
          <p:cNvSpPr txBox="1"/>
          <p:nvPr>
            <p:ph idx="4" type="title"/>
          </p:nvPr>
        </p:nvSpPr>
        <p:spPr>
          <a:xfrm>
            <a:off x="883900" y="3386126"/>
            <a:ext cx="13989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6"/>
          <p:cNvSpPr txBox="1"/>
          <p:nvPr>
            <p:ph idx="5" type="subTitle"/>
          </p:nvPr>
        </p:nvSpPr>
        <p:spPr>
          <a:xfrm>
            <a:off x="3986000" y="3256226"/>
            <a:ext cx="42741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42" name="Google Shape;342;p6"/>
          <p:cNvSpPr txBox="1"/>
          <p:nvPr>
            <p:ph idx="6" type="subTitle"/>
          </p:nvPr>
        </p:nvSpPr>
        <p:spPr>
          <a:xfrm>
            <a:off x="2588300" y="3256226"/>
            <a:ext cx="13977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343" name="Google Shape;3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6" y="-941691"/>
            <a:ext cx="5295899" cy="228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2826" y="3650052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2343149" y="-941690"/>
            <a:ext cx="5295898" cy="24072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6"/>
          <p:cNvGrpSpPr/>
          <p:nvPr/>
        </p:nvGrpSpPr>
        <p:grpSpPr>
          <a:xfrm rot="-1475822">
            <a:off x="7767250" y="4380446"/>
            <a:ext cx="1619097" cy="1535751"/>
            <a:chOff x="4138184" y="930105"/>
            <a:chExt cx="3959590" cy="3755764"/>
          </a:xfrm>
        </p:grpSpPr>
        <p:sp>
          <p:nvSpPr>
            <p:cNvPr id="347" name="Google Shape;347;p6"/>
            <p:cNvSpPr/>
            <p:nvPr/>
          </p:nvSpPr>
          <p:spPr>
            <a:xfrm>
              <a:off x="5909881" y="2233489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8" name="Google Shape;348;p6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349" name="Google Shape;349;p6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6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6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6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6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6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6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6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6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6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6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6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6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6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6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6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6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6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6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6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6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6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6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6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6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6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6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6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6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6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6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6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6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6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6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6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6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6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6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6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6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6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6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6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6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6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6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6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6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6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6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6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6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6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6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6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6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6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6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6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6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6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6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6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6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p6"/>
          <p:cNvSpPr/>
          <p:nvPr/>
        </p:nvSpPr>
        <p:spPr>
          <a:xfrm>
            <a:off x="4048125" y="-323850"/>
            <a:ext cx="5334000" cy="2924175"/>
          </a:xfrm>
          <a:custGeom>
            <a:rect b="b" l="l" r="r" t="t"/>
            <a:pathLst>
              <a:path extrusionOk="0" h="116967" w="213360">
                <a:moveTo>
                  <a:pt x="0" y="0"/>
                </a:moveTo>
                <a:cubicBezTo>
                  <a:pt x="13453" y="3844"/>
                  <a:pt x="28588" y="6871"/>
                  <a:pt x="38481" y="16764"/>
                </a:cubicBezTo>
                <a:cubicBezTo>
                  <a:pt x="41546" y="19829"/>
                  <a:pt x="42144" y="26191"/>
                  <a:pt x="39624" y="29718"/>
                </a:cubicBezTo>
                <a:cubicBezTo>
                  <a:pt x="38131" y="31808"/>
                  <a:pt x="33820" y="32677"/>
                  <a:pt x="32004" y="30861"/>
                </a:cubicBezTo>
                <a:cubicBezTo>
                  <a:pt x="30980" y="29837"/>
                  <a:pt x="32123" y="27694"/>
                  <a:pt x="33147" y="26670"/>
                </a:cubicBezTo>
                <a:cubicBezTo>
                  <a:pt x="38592" y="21225"/>
                  <a:pt x="47925" y="21336"/>
                  <a:pt x="55626" y="21336"/>
                </a:cubicBezTo>
                <a:cubicBezTo>
                  <a:pt x="72513" y="21336"/>
                  <a:pt x="89101" y="25903"/>
                  <a:pt x="105918" y="27432"/>
                </a:cubicBezTo>
                <a:cubicBezTo>
                  <a:pt x="117714" y="28504"/>
                  <a:pt x="132102" y="32164"/>
                  <a:pt x="141351" y="24765"/>
                </a:cubicBezTo>
                <a:cubicBezTo>
                  <a:pt x="143848" y="22767"/>
                  <a:pt x="144755" y="17501"/>
                  <a:pt x="142494" y="15240"/>
                </a:cubicBezTo>
                <a:cubicBezTo>
                  <a:pt x="140335" y="13081"/>
                  <a:pt x="132892" y="14971"/>
                  <a:pt x="133731" y="17907"/>
                </a:cubicBezTo>
                <a:cubicBezTo>
                  <a:pt x="134989" y="22310"/>
                  <a:pt x="142125" y="22064"/>
                  <a:pt x="146685" y="22479"/>
                </a:cubicBezTo>
                <a:cubicBezTo>
                  <a:pt x="158754" y="23576"/>
                  <a:pt x="171741" y="21134"/>
                  <a:pt x="182880" y="25908"/>
                </a:cubicBezTo>
                <a:cubicBezTo>
                  <a:pt x="196112" y="31579"/>
                  <a:pt x="186309" y="54565"/>
                  <a:pt x="186309" y="68961"/>
                </a:cubicBezTo>
                <a:cubicBezTo>
                  <a:pt x="186309" y="87329"/>
                  <a:pt x="196931" y="108753"/>
                  <a:pt x="213360" y="116967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"/>
          <p:cNvSpPr/>
          <p:nvPr/>
        </p:nvSpPr>
        <p:spPr>
          <a:xfrm>
            <a:off x="-285750" y="3724275"/>
            <a:ext cx="7867650" cy="1838325"/>
          </a:xfrm>
          <a:custGeom>
            <a:rect b="b" l="l" r="r" t="t"/>
            <a:pathLst>
              <a:path extrusionOk="0" h="73533" w="314706">
                <a:moveTo>
                  <a:pt x="0" y="0"/>
                </a:moveTo>
                <a:cubicBezTo>
                  <a:pt x="11869" y="5934"/>
                  <a:pt x="22965" y="17772"/>
                  <a:pt x="25146" y="30861"/>
                </a:cubicBezTo>
                <a:cubicBezTo>
                  <a:pt x="26211" y="37250"/>
                  <a:pt x="18407" y="54020"/>
                  <a:pt x="16002" y="48006"/>
                </a:cubicBezTo>
                <a:cubicBezTo>
                  <a:pt x="12000" y="38000"/>
                  <a:pt x="37516" y="40966"/>
                  <a:pt x="48006" y="43434"/>
                </a:cubicBezTo>
                <a:cubicBezTo>
                  <a:pt x="57281" y="45616"/>
                  <a:pt x="65243" y="52373"/>
                  <a:pt x="74676" y="53721"/>
                </a:cubicBezTo>
                <a:cubicBezTo>
                  <a:pt x="86311" y="55383"/>
                  <a:pt x="98816" y="54276"/>
                  <a:pt x="109728" y="49911"/>
                </a:cubicBezTo>
                <a:cubicBezTo>
                  <a:pt x="118641" y="46346"/>
                  <a:pt x="126461" y="40161"/>
                  <a:pt x="135636" y="37338"/>
                </a:cubicBezTo>
                <a:cubicBezTo>
                  <a:pt x="148381" y="33416"/>
                  <a:pt x="162565" y="34723"/>
                  <a:pt x="175641" y="37338"/>
                </a:cubicBezTo>
                <a:cubicBezTo>
                  <a:pt x="195376" y="41285"/>
                  <a:pt x="214772" y="47065"/>
                  <a:pt x="234696" y="49911"/>
                </a:cubicBezTo>
                <a:cubicBezTo>
                  <a:pt x="244510" y="51313"/>
                  <a:pt x="255009" y="54189"/>
                  <a:pt x="264414" y="51054"/>
                </a:cubicBezTo>
                <a:cubicBezTo>
                  <a:pt x="267076" y="50167"/>
                  <a:pt x="266088" y="44064"/>
                  <a:pt x="263652" y="42672"/>
                </a:cubicBezTo>
                <a:cubicBezTo>
                  <a:pt x="260129" y="40659"/>
                  <a:pt x="250715" y="43095"/>
                  <a:pt x="252222" y="46863"/>
                </a:cubicBezTo>
                <a:cubicBezTo>
                  <a:pt x="253117" y="49100"/>
                  <a:pt x="256682" y="48909"/>
                  <a:pt x="259080" y="49149"/>
                </a:cubicBezTo>
                <a:cubicBezTo>
                  <a:pt x="264607" y="49702"/>
                  <a:pt x="270193" y="50440"/>
                  <a:pt x="275463" y="52197"/>
                </a:cubicBezTo>
                <a:cubicBezTo>
                  <a:pt x="284956" y="55361"/>
                  <a:pt x="294373" y="59145"/>
                  <a:pt x="302895" y="64389"/>
                </a:cubicBezTo>
                <a:cubicBezTo>
                  <a:pt x="307135" y="66998"/>
                  <a:pt x="310253" y="71306"/>
                  <a:pt x="314706" y="7353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7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7"/>
          <p:cNvSpPr txBox="1"/>
          <p:nvPr>
            <p:ph type="title"/>
          </p:nvPr>
        </p:nvSpPr>
        <p:spPr>
          <a:xfrm>
            <a:off x="3714750" y="3265675"/>
            <a:ext cx="4716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0"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9" name="Google Shape;489;p7"/>
          <p:cNvSpPr txBox="1"/>
          <p:nvPr>
            <p:ph idx="2" type="title"/>
          </p:nvPr>
        </p:nvSpPr>
        <p:spPr>
          <a:xfrm>
            <a:off x="7529875" y="2376450"/>
            <a:ext cx="900900" cy="8418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0" name="Google Shape;490;p7"/>
          <p:cNvSpPr txBox="1"/>
          <p:nvPr>
            <p:ph idx="1" type="subTitle"/>
          </p:nvPr>
        </p:nvSpPr>
        <p:spPr>
          <a:xfrm>
            <a:off x="3714750" y="4170800"/>
            <a:ext cx="4716000" cy="4332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1" name="Google Shape;4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76424" y="836147"/>
            <a:ext cx="5295901" cy="236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5676" y="-325448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5426" y="-325440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581149" y="3202356"/>
            <a:ext cx="5295899" cy="2540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8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8" name="Google Shape;498;p8"/>
          <p:cNvSpPr txBox="1"/>
          <p:nvPr>
            <p:ph idx="1" type="subTitle"/>
          </p:nvPr>
        </p:nvSpPr>
        <p:spPr>
          <a:xfrm>
            <a:off x="5055246" y="3761149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9" name="Google Shape;499;p8"/>
          <p:cNvSpPr txBox="1"/>
          <p:nvPr>
            <p:ph idx="2" type="subTitle"/>
          </p:nvPr>
        </p:nvSpPr>
        <p:spPr>
          <a:xfrm>
            <a:off x="1583154" y="3761149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0" name="Google Shape;500;p8"/>
          <p:cNvSpPr txBox="1"/>
          <p:nvPr>
            <p:ph idx="3" type="subTitle"/>
          </p:nvPr>
        </p:nvSpPr>
        <p:spPr>
          <a:xfrm>
            <a:off x="5055246" y="3453125"/>
            <a:ext cx="25056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1" name="Google Shape;501;p8"/>
          <p:cNvSpPr txBox="1"/>
          <p:nvPr>
            <p:ph idx="4" type="subTitle"/>
          </p:nvPr>
        </p:nvSpPr>
        <p:spPr>
          <a:xfrm>
            <a:off x="1583154" y="3453125"/>
            <a:ext cx="25056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502" name="Google Shape;5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526" y="3548694"/>
            <a:ext cx="5295899" cy="254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81274" y="3391020"/>
            <a:ext cx="5295899" cy="28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326" y="-887365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504949" y="-887384"/>
            <a:ext cx="5295899" cy="2373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8"/>
          <p:cNvGrpSpPr/>
          <p:nvPr/>
        </p:nvGrpSpPr>
        <p:grpSpPr>
          <a:xfrm flipH="1" rot="1242288">
            <a:off x="-264763" y="4471204"/>
            <a:ext cx="1429970" cy="1600586"/>
            <a:chOff x="4138184" y="930105"/>
            <a:chExt cx="3868174" cy="4329704"/>
          </a:xfrm>
        </p:grpSpPr>
        <p:sp>
          <p:nvSpPr>
            <p:cNvPr id="507" name="Google Shape;507;p8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" name="Google Shape;508;p8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509" name="Google Shape;509;p8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8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8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8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8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8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8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8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8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8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8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8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8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8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8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8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8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8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8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8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8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8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8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8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8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8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8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8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8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8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8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8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8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8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8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8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8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8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8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8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8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8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8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8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8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8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8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8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8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8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8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8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8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8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8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8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8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8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8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8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8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8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8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8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8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8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8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8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8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8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8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8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8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8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8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8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8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8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8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8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8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8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8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8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8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8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8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8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8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8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8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8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8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8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8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8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8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8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8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8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8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8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8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8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8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8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8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8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8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8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8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8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8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8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8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8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8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44" name="Google Shape;644;p8"/>
          <p:cNvGrpSpPr/>
          <p:nvPr/>
        </p:nvGrpSpPr>
        <p:grpSpPr>
          <a:xfrm flipH="1" rot="-1374575">
            <a:off x="8123044" y="-260753"/>
            <a:ext cx="1429904" cy="1600512"/>
            <a:chOff x="4138184" y="930105"/>
            <a:chExt cx="3868174" cy="4329704"/>
          </a:xfrm>
        </p:grpSpPr>
        <p:sp>
          <p:nvSpPr>
            <p:cNvPr id="645" name="Google Shape;645;p8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6" name="Google Shape;646;p8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647" name="Google Shape;647;p8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8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8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8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8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8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8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8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8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8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8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8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8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8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8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8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8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8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8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8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8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8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8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8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8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8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8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8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8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8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8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8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8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8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8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8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8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8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8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8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8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8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8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8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8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8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8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8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8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8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8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8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8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8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8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8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8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8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8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8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8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8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8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8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8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8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8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8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8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8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8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8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8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8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8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8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8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8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8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8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8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8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8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8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8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8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8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8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8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8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8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8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8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8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8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8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8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8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8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8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8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82" name="Google Shape;782;p8"/>
          <p:cNvSpPr/>
          <p:nvPr/>
        </p:nvSpPr>
        <p:spPr>
          <a:xfrm>
            <a:off x="1724025" y="4609314"/>
            <a:ext cx="5857875" cy="781825"/>
          </a:xfrm>
          <a:custGeom>
            <a:rect b="b" l="l" r="r" t="t"/>
            <a:pathLst>
              <a:path extrusionOk="0" h="31273" w="234315">
                <a:moveTo>
                  <a:pt x="0" y="30892"/>
                </a:moveTo>
                <a:cubicBezTo>
                  <a:pt x="4257" y="22379"/>
                  <a:pt x="17587" y="22762"/>
                  <a:pt x="27051" y="21748"/>
                </a:cubicBezTo>
                <a:cubicBezTo>
                  <a:pt x="47607" y="19546"/>
                  <a:pt x="69013" y="21732"/>
                  <a:pt x="88773" y="15652"/>
                </a:cubicBezTo>
                <a:cubicBezTo>
                  <a:pt x="93063" y="14332"/>
                  <a:pt x="97181" y="7051"/>
                  <a:pt x="94488" y="3460"/>
                </a:cubicBezTo>
                <a:cubicBezTo>
                  <a:pt x="92342" y="599"/>
                  <a:pt x="87594" y="-719"/>
                  <a:pt x="84201" y="412"/>
                </a:cubicBezTo>
                <a:cubicBezTo>
                  <a:pt x="81625" y="1271"/>
                  <a:pt x="81280" y="6085"/>
                  <a:pt x="82677" y="8413"/>
                </a:cubicBezTo>
                <a:cubicBezTo>
                  <a:pt x="89473" y="19739"/>
                  <a:pt x="109487" y="11236"/>
                  <a:pt x="122301" y="8032"/>
                </a:cubicBezTo>
                <a:cubicBezTo>
                  <a:pt x="134391" y="5009"/>
                  <a:pt x="147217" y="5133"/>
                  <a:pt x="159639" y="6127"/>
                </a:cubicBezTo>
                <a:cubicBezTo>
                  <a:pt x="169264" y="6897"/>
                  <a:pt x="177057" y="14482"/>
                  <a:pt x="185547" y="19081"/>
                </a:cubicBezTo>
                <a:cubicBezTo>
                  <a:pt x="200281" y="27062"/>
                  <a:pt x="217559" y="31273"/>
                  <a:pt x="234315" y="3127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8"/>
          <p:cNvSpPr/>
          <p:nvPr/>
        </p:nvSpPr>
        <p:spPr>
          <a:xfrm>
            <a:off x="-285750" y="-57150"/>
            <a:ext cx="3667125" cy="3838575"/>
          </a:xfrm>
          <a:custGeom>
            <a:rect b="b" l="l" r="r" t="t"/>
            <a:pathLst>
              <a:path extrusionOk="0" h="153543" w="146685">
                <a:moveTo>
                  <a:pt x="0" y="153543"/>
                </a:moveTo>
                <a:cubicBezTo>
                  <a:pt x="18474" y="148925"/>
                  <a:pt x="28879" y="116355"/>
                  <a:pt x="19431" y="99822"/>
                </a:cubicBezTo>
                <a:cubicBezTo>
                  <a:pt x="17725" y="96837"/>
                  <a:pt x="8310" y="97248"/>
                  <a:pt x="9144" y="100584"/>
                </a:cubicBezTo>
                <a:cubicBezTo>
                  <a:pt x="10502" y="106018"/>
                  <a:pt x="17927" y="111499"/>
                  <a:pt x="23241" y="109728"/>
                </a:cubicBezTo>
                <a:cubicBezTo>
                  <a:pt x="25681" y="108915"/>
                  <a:pt x="27148" y="105807"/>
                  <a:pt x="27432" y="103251"/>
                </a:cubicBezTo>
                <a:cubicBezTo>
                  <a:pt x="28786" y="91069"/>
                  <a:pt x="27451" y="77450"/>
                  <a:pt x="20955" y="67056"/>
                </a:cubicBezTo>
                <a:cubicBezTo>
                  <a:pt x="17238" y="61109"/>
                  <a:pt x="11899" y="56183"/>
                  <a:pt x="8763" y="49911"/>
                </a:cubicBezTo>
                <a:cubicBezTo>
                  <a:pt x="5476" y="43337"/>
                  <a:pt x="8163" y="34074"/>
                  <a:pt x="12573" y="28194"/>
                </a:cubicBezTo>
                <a:cubicBezTo>
                  <a:pt x="21525" y="16258"/>
                  <a:pt x="43043" y="25722"/>
                  <a:pt x="56388" y="19050"/>
                </a:cubicBezTo>
                <a:cubicBezTo>
                  <a:pt x="61128" y="16680"/>
                  <a:pt x="68308" y="12847"/>
                  <a:pt x="67437" y="7620"/>
                </a:cubicBezTo>
                <a:cubicBezTo>
                  <a:pt x="67035" y="5210"/>
                  <a:pt x="63278" y="3418"/>
                  <a:pt x="60960" y="4191"/>
                </a:cubicBezTo>
                <a:cubicBezTo>
                  <a:pt x="59662" y="4624"/>
                  <a:pt x="58615" y="6907"/>
                  <a:pt x="59436" y="8001"/>
                </a:cubicBezTo>
                <a:cubicBezTo>
                  <a:pt x="61927" y="11323"/>
                  <a:pt x="66813" y="12053"/>
                  <a:pt x="70866" y="12954"/>
                </a:cubicBezTo>
                <a:cubicBezTo>
                  <a:pt x="95895" y="18516"/>
                  <a:pt x="121046" y="0"/>
                  <a:pt x="14668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8"/>
          <p:cNvSpPr/>
          <p:nvPr/>
        </p:nvSpPr>
        <p:spPr>
          <a:xfrm>
            <a:off x="8617400" y="1247775"/>
            <a:ext cx="1002850" cy="4648200"/>
          </a:xfrm>
          <a:custGeom>
            <a:rect b="b" l="l" r="r" t="t"/>
            <a:pathLst>
              <a:path extrusionOk="0" h="185928" w="40114">
                <a:moveTo>
                  <a:pt x="40114" y="0"/>
                </a:moveTo>
                <a:cubicBezTo>
                  <a:pt x="38722" y="6962"/>
                  <a:pt x="36939" y="15875"/>
                  <a:pt x="30589" y="19050"/>
                </a:cubicBezTo>
                <a:cubicBezTo>
                  <a:pt x="23107" y="22791"/>
                  <a:pt x="11809" y="23791"/>
                  <a:pt x="8872" y="31623"/>
                </a:cubicBezTo>
                <a:cubicBezTo>
                  <a:pt x="5828" y="39741"/>
                  <a:pt x="7281" y="49777"/>
                  <a:pt x="11158" y="57531"/>
                </a:cubicBezTo>
                <a:cubicBezTo>
                  <a:pt x="13317" y="61849"/>
                  <a:pt x="18234" y="65695"/>
                  <a:pt x="17635" y="70485"/>
                </a:cubicBezTo>
                <a:cubicBezTo>
                  <a:pt x="16499" y="79570"/>
                  <a:pt x="8645" y="86710"/>
                  <a:pt x="6586" y="95631"/>
                </a:cubicBezTo>
                <a:cubicBezTo>
                  <a:pt x="6043" y="97982"/>
                  <a:pt x="4346" y="101974"/>
                  <a:pt x="6586" y="102870"/>
                </a:cubicBezTo>
                <a:cubicBezTo>
                  <a:pt x="10024" y="104245"/>
                  <a:pt x="14673" y="103949"/>
                  <a:pt x="17635" y="101727"/>
                </a:cubicBezTo>
                <a:cubicBezTo>
                  <a:pt x="20346" y="99694"/>
                  <a:pt x="21256" y="94936"/>
                  <a:pt x="19921" y="91821"/>
                </a:cubicBezTo>
                <a:cubicBezTo>
                  <a:pt x="17728" y="86703"/>
                  <a:pt x="13545" y="81218"/>
                  <a:pt x="8110" y="80010"/>
                </a:cubicBezTo>
                <a:cubicBezTo>
                  <a:pt x="4949" y="79308"/>
                  <a:pt x="2657" y="84177"/>
                  <a:pt x="1633" y="87249"/>
                </a:cubicBezTo>
                <a:cubicBezTo>
                  <a:pt x="-5185" y="107704"/>
                  <a:pt x="12644" y="128971"/>
                  <a:pt x="16873" y="150114"/>
                </a:cubicBezTo>
                <a:cubicBezTo>
                  <a:pt x="18756" y="159527"/>
                  <a:pt x="13377" y="169521"/>
                  <a:pt x="8110" y="177546"/>
                </a:cubicBezTo>
                <a:cubicBezTo>
                  <a:pt x="6215" y="180434"/>
                  <a:pt x="5104" y="184383"/>
                  <a:pt x="2014" y="185928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9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788" name="Google Shape;7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34749" y="-1398548"/>
            <a:ext cx="5295899" cy="258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7376" y="3909101"/>
            <a:ext cx="5295897" cy="2290213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9"/>
          <p:cNvSpPr/>
          <p:nvPr/>
        </p:nvSpPr>
        <p:spPr>
          <a:xfrm>
            <a:off x="126360" y="-419100"/>
            <a:ext cx="2073925" cy="5772150"/>
          </a:xfrm>
          <a:custGeom>
            <a:rect b="b" l="l" r="r" t="t"/>
            <a:pathLst>
              <a:path extrusionOk="0" h="230886" w="82957">
                <a:moveTo>
                  <a:pt x="82957" y="0"/>
                </a:moveTo>
                <a:cubicBezTo>
                  <a:pt x="80838" y="5147"/>
                  <a:pt x="78152" y="10766"/>
                  <a:pt x="73432" y="13716"/>
                </a:cubicBezTo>
                <a:cubicBezTo>
                  <a:pt x="65148" y="18894"/>
                  <a:pt x="54790" y="19670"/>
                  <a:pt x="45238" y="21717"/>
                </a:cubicBezTo>
                <a:cubicBezTo>
                  <a:pt x="36917" y="23500"/>
                  <a:pt x="21557" y="29643"/>
                  <a:pt x="19711" y="21336"/>
                </a:cubicBezTo>
                <a:cubicBezTo>
                  <a:pt x="19013" y="18197"/>
                  <a:pt x="18724" y="13820"/>
                  <a:pt x="21235" y="11811"/>
                </a:cubicBezTo>
                <a:cubicBezTo>
                  <a:pt x="23831" y="9735"/>
                  <a:pt x="30489" y="9695"/>
                  <a:pt x="31141" y="12954"/>
                </a:cubicBezTo>
                <a:cubicBezTo>
                  <a:pt x="32066" y="17577"/>
                  <a:pt x="27195" y="21550"/>
                  <a:pt x="24664" y="25527"/>
                </a:cubicBezTo>
                <a:cubicBezTo>
                  <a:pt x="19858" y="33080"/>
                  <a:pt x="14272" y="40237"/>
                  <a:pt x="10567" y="48387"/>
                </a:cubicBezTo>
                <a:cubicBezTo>
                  <a:pt x="3198" y="64600"/>
                  <a:pt x="15824" y="84056"/>
                  <a:pt x="13615" y="101727"/>
                </a:cubicBezTo>
                <a:cubicBezTo>
                  <a:pt x="12684" y="109174"/>
                  <a:pt x="6533" y="115085"/>
                  <a:pt x="4471" y="122301"/>
                </a:cubicBezTo>
                <a:cubicBezTo>
                  <a:pt x="965" y="134573"/>
                  <a:pt x="-1144" y="147766"/>
                  <a:pt x="661" y="160401"/>
                </a:cubicBezTo>
                <a:cubicBezTo>
                  <a:pt x="2419" y="172705"/>
                  <a:pt x="10670" y="183209"/>
                  <a:pt x="14377" y="195072"/>
                </a:cubicBezTo>
                <a:cubicBezTo>
                  <a:pt x="17983" y="206611"/>
                  <a:pt x="14068" y="220073"/>
                  <a:pt x="8662" y="230886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1" name="Google Shape;791;p9"/>
          <p:cNvGrpSpPr/>
          <p:nvPr/>
        </p:nvGrpSpPr>
        <p:grpSpPr>
          <a:xfrm rot="4395373">
            <a:off x="7728124" y="-670934"/>
            <a:ext cx="1429960" cy="1388405"/>
            <a:chOff x="4138184" y="930105"/>
            <a:chExt cx="3868174" cy="3755764"/>
          </a:xfrm>
        </p:grpSpPr>
        <p:sp>
          <p:nvSpPr>
            <p:cNvPr id="792" name="Google Shape;792;p9"/>
            <p:cNvSpPr/>
            <p:nvPr/>
          </p:nvSpPr>
          <p:spPr>
            <a:xfrm>
              <a:off x="5731034" y="1868401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3" name="Google Shape;793;p9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794" name="Google Shape;794;p9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9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9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9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9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9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9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9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9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9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9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9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9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9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9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9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9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9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9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9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9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9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9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9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9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9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9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9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9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9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9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9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9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9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9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9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9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" name="Google Shape;930;p10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10"/>
          <p:cNvSpPr txBox="1"/>
          <p:nvPr>
            <p:ph type="title"/>
          </p:nvPr>
        </p:nvSpPr>
        <p:spPr>
          <a:xfrm>
            <a:off x="720000" y="445025"/>
            <a:ext cx="425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32" name="Google Shape;932;p10"/>
          <p:cNvSpPr txBox="1"/>
          <p:nvPr>
            <p:ph idx="1" type="subTitle"/>
          </p:nvPr>
        </p:nvSpPr>
        <p:spPr>
          <a:xfrm>
            <a:off x="720000" y="1703875"/>
            <a:ext cx="4294800" cy="20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Deca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33" name="Google Shape;933;p10"/>
          <p:cNvSpPr/>
          <p:nvPr/>
        </p:nvSpPr>
        <p:spPr>
          <a:xfrm>
            <a:off x="-152400" y="-180975"/>
            <a:ext cx="5124450" cy="1809750"/>
          </a:xfrm>
          <a:custGeom>
            <a:rect b="b" l="l" r="r" t="t"/>
            <a:pathLst>
              <a:path extrusionOk="0" h="72390" w="204978">
                <a:moveTo>
                  <a:pt x="0" y="72390"/>
                </a:moveTo>
                <a:cubicBezTo>
                  <a:pt x="10727" y="65238"/>
                  <a:pt x="20272" y="50227"/>
                  <a:pt x="17145" y="37719"/>
                </a:cubicBezTo>
                <a:cubicBezTo>
                  <a:pt x="16463" y="34992"/>
                  <a:pt x="11132" y="33064"/>
                  <a:pt x="9144" y="35052"/>
                </a:cubicBezTo>
                <a:cubicBezTo>
                  <a:pt x="7312" y="36884"/>
                  <a:pt x="8128" y="42164"/>
                  <a:pt x="10668" y="42672"/>
                </a:cubicBezTo>
                <a:cubicBezTo>
                  <a:pt x="14626" y="43464"/>
                  <a:pt x="18951" y="41965"/>
                  <a:pt x="22479" y="40005"/>
                </a:cubicBezTo>
                <a:cubicBezTo>
                  <a:pt x="31748" y="34856"/>
                  <a:pt x="35974" y="22465"/>
                  <a:pt x="45720" y="18288"/>
                </a:cubicBezTo>
                <a:cubicBezTo>
                  <a:pt x="59507" y="12379"/>
                  <a:pt x="75794" y="18243"/>
                  <a:pt x="90678" y="16383"/>
                </a:cubicBezTo>
                <a:cubicBezTo>
                  <a:pt x="97655" y="15511"/>
                  <a:pt x="103555" y="10300"/>
                  <a:pt x="110490" y="9144"/>
                </a:cubicBezTo>
                <a:cubicBezTo>
                  <a:pt x="125053" y="6717"/>
                  <a:pt x="139579" y="14569"/>
                  <a:pt x="154305" y="15621"/>
                </a:cubicBezTo>
                <a:cubicBezTo>
                  <a:pt x="165460" y="16418"/>
                  <a:pt x="176081" y="10394"/>
                  <a:pt x="186690" y="6858"/>
                </a:cubicBezTo>
                <a:cubicBezTo>
                  <a:pt x="192866" y="4799"/>
                  <a:pt x="199561" y="3611"/>
                  <a:pt x="204978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4" name="Google Shape;9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6701" y="975443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10"/>
          <p:cNvPicPr preferRelativeResize="0"/>
          <p:nvPr/>
        </p:nvPicPr>
        <p:blipFill rotWithShape="1">
          <a:blip r:embed="rId4">
            <a:alphaModFix/>
          </a:blip>
          <a:srcRect b="0" l="0" r="0" t="14074"/>
          <a:stretch/>
        </p:blipFill>
        <p:spPr>
          <a:xfrm>
            <a:off x="-523875" y="3748649"/>
            <a:ext cx="5295899" cy="24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9101" y="-472240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7501" y="3346591"/>
            <a:ext cx="5295899" cy="2373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" name="Google Shape;939;p11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11"/>
          <p:cNvSpPr txBox="1"/>
          <p:nvPr>
            <p:ph type="title"/>
          </p:nvPr>
        </p:nvSpPr>
        <p:spPr>
          <a:xfrm>
            <a:off x="1819275" y="1525475"/>
            <a:ext cx="5505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 sz="6000">
                <a:solidFill>
                  <a:srgbClr val="13394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1" name="Google Shape;941;p11"/>
          <p:cNvSpPr txBox="1"/>
          <p:nvPr>
            <p:ph idx="1" type="subTitle"/>
          </p:nvPr>
        </p:nvSpPr>
        <p:spPr>
          <a:xfrm>
            <a:off x="1819275" y="2429425"/>
            <a:ext cx="5505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42" name="Google Shape;942;p11"/>
          <p:cNvPicPr preferRelativeResize="0"/>
          <p:nvPr/>
        </p:nvPicPr>
        <p:blipFill rotWithShape="1">
          <a:blip r:embed="rId3">
            <a:alphaModFix/>
          </a:blip>
          <a:srcRect b="15316" l="6117" r="6109" t="15316"/>
          <a:stretch/>
        </p:blipFill>
        <p:spPr>
          <a:xfrm>
            <a:off x="-1800225" y="-335225"/>
            <a:ext cx="4648202" cy="17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11"/>
          <p:cNvPicPr preferRelativeResize="0"/>
          <p:nvPr/>
        </p:nvPicPr>
        <p:blipFill rotWithShape="1">
          <a:blip r:embed="rId4">
            <a:alphaModFix/>
          </a:blip>
          <a:srcRect b="21078" l="0" r="0" t="21078"/>
          <a:stretch/>
        </p:blipFill>
        <p:spPr>
          <a:xfrm>
            <a:off x="5725675" y="17823"/>
            <a:ext cx="5295899" cy="13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1"/>
          <p:cNvPicPr preferRelativeResize="0"/>
          <p:nvPr/>
        </p:nvPicPr>
        <p:blipFill rotWithShape="1">
          <a:blip r:embed="rId5">
            <a:alphaModFix/>
          </a:blip>
          <a:srcRect b="13668" l="6657" r="6649" t="13668"/>
          <a:stretch/>
        </p:blipFill>
        <p:spPr>
          <a:xfrm>
            <a:off x="-1171575" y="3914775"/>
            <a:ext cx="4591052" cy="20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11"/>
          <p:cNvSpPr/>
          <p:nvPr/>
        </p:nvSpPr>
        <p:spPr>
          <a:xfrm>
            <a:off x="1438275" y="-314325"/>
            <a:ext cx="5991225" cy="1042900"/>
          </a:xfrm>
          <a:custGeom>
            <a:rect b="b" l="l" r="r" t="t"/>
            <a:pathLst>
              <a:path extrusionOk="0" h="41716" w="239649">
                <a:moveTo>
                  <a:pt x="239649" y="36195"/>
                </a:moveTo>
                <a:cubicBezTo>
                  <a:pt x="232562" y="26746"/>
                  <a:pt x="217552" y="25908"/>
                  <a:pt x="205740" y="25908"/>
                </a:cubicBezTo>
                <a:cubicBezTo>
                  <a:pt x="197658" y="25908"/>
                  <a:pt x="187452" y="23622"/>
                  <a:pt x="181737" y="29337"/>
                </a:cubicBezTo>
                <a:cubicBezTo>
                  <a:pt x="176235" y="34839"/>
                  <a:pt x="198689" y="46296"/>
                  <a:pt x="202692" y="39624"/>
                </a:cubicBezTo>
                <a:cubicBezTo>
                  <a:pt x="208103" y="30606"/>
                  <a:pt x="189862" y="19775"/>
                  <a:pt x="179451" y="18288"/>
                </a:cubicBezTo>
                <a:cubicBezTo>
                  <a:pt x="163286" y="15979"/>
                  <a:pt x="148219" y="28040"/>
                  <a:pt x="132207" y="31242"/>
                </a:cubicBezTo>
                <a:cubicBezTo>
                  <a:pt x="105805" y="36522"/>
                  <a:pt x="77691" y="37971"/>
                  <a:pt x="51435" y="32004"/>
                </a:cubicBezTo>
                <a:cubicBezTo>
                  <a:pt x="31744" y="27529"/>
                  <a:pt x="15513" y="12927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11"/>
          <p:cNvPicPr preferRelativeResize="0"/>
          <p:nvPr/>
        </p:nvPicPr>
        <p:blipFill rotWithShape="1">
          <a:blip r:embed="rId6">
            <a:alphaModFix/>
          </a:blip>
          <a:srcRect b="12836" l="0" r="0" t="12836"/>
          <a:stretch/>
        </p:blipFill>
        <p:spPr>
          <a:xfrm>
            <a:off x="5954275" y="3476624"/>
            <a:ext cx="5295902" cy="17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2"/>
          <p:cNvSpPr/>
          <p:nvPr>
            <p:ph idx="2" type="pic"/>
          </p:nvPr>
        </p:nvSpPr>
        <p:spPr>
          <a:xfrm>
            <a:off x="0" y="0"/>
            <a:ext cx="9144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49" name="Google Shape;949;p1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13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13"/>
          <p:cNvSpPr txBox="1"/>
          <p:nvPr>
            <p:ph hasCustomPrompt="1" type="title"/>
          </p:nvPr>
        </p:nvSpPr>
        <p:spPr>
          <a:xfrm>
            <a:off x="1284000" y="539500"/>
            <a:ext cx="65760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53" name="Google Shape;953;p13"/>
          <p:cNvSpPr txBox="1"/>
          <p:nvPr>
            <p:ph idx="1" type="subTitle"/>
          </p:nvPr>
        </p:nvSpPr>
        <p:spPr>
          <a:xfrm>
            <a:off x="1284000" y="2112650"/>
            <a:ext cx="6576000" cy="4971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954" name="Google Shape;9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2826" y="3582827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6" y="3310839"/>
            <a:ext cx="5295899" cy="2586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15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15"/>
          <p:cNvSpPr txBox="1"/>
          <p:nvPr>
            <p:ph type="title"/>
          </p:nvPr>
        </p:nvSpPr>
        <p:spPr>
          <a:xfrm>
            <a:off x="5591175" y="3586200"/>
            <a:ext cx="28398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0" name="Google Shape;960;p15"/>
          <p:cNvSpPr txBox="1"/>
          <p:nvPr>
            <p:ph idx="1" type="subTitle"/>
          </p:nvPr>
        </p:nvSpPr>
        <p:spPr>
          <a:xfrm>
            <a:off x="1809750" y="1025400"/>
            <a:ext cx="6621300" cy="24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961" name="Google Shape;9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8651" y="-1302290"/>
            <a:ext cx="5295898" cy="2407246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15"/>
          <p:cNvSpPr/>
          <p:nvPr/>
        </p:nvSpPr>
        <p:spPr>
          <a:xfrm>
            <a:off x="2800350" y="-266700"/>
            <a:ext cx="6410325" cy="771725"/>
          </a:xfrm>
          <a:custGeom>
            <a:rect b="b" l="l" r="r" t="t"/>
            <a:pathLst>
              <a:path extrusionOk="0" h="30869" w="256413">
                <a:moveTo>
                  <a:pt x="256413" y="19050"/>
                </a:moveTo>
                <a:cubicBezTo>
                  <a:pt x="234726" y="23869"/>
                  <a:pt x="208604" y="38231"/>
                  <a:pt x="190119" y="25908"/>
                </a:cubicBezTo>
                <a:cubicBezTo>
                  <a:pt x="186705" y="23632"/>
                  <a:pt x="190798" y="15776"/>
                  <a:pt x="194691" y="14478"/>
                </a:cubicBezTo>
                <a:cubicBezTo>
                  <a:pt x="198324" y="13267"/>
                  <a:pt x="202874" y="13592"/>
                  <a:pt x="206121" y="15621"/>
                </a:cubicBezTo>
                <a:cubicBezTo>
                  <a:pt x="207736" y="16631"/>
                  <a:pt x="207468" y="19989"/>
                  <a:pt x="206121" y="21336"/>
                </a:cubicBezTo>
                <a:cubicBezTo>
                  <a:pt x="198096" y="29361"/>
                  <a:pt x="182978" y="21877"/>
                  <a:pt x="172212" y="18288"/>
                </a:cubicBezTo>
                <a:cubicBezTo>
                  <a:pt x="160984" y="14545"/>
                  <a:pt x="148580" y="15094"/>
                  <a:pt x="136779" y="16002"/>
                </a:cubicBezTo>
                <a:cubicBezTo>
                  <a:pt x="121053" y="17212"/>
                  <a:pt x="106225" y="23861"/>
                  <a:pt x="91059" y="28194"/>
                </a:cubicBezTo>
                <a:cubicBezTo>
                  <a:pt x="80174" y="31304"/>
                  <a:pt x="68437" y="30967"/>
                  <a:pt x="57150" y="30099"/>
                </a:cubicBezTo>
                <a:cubicBezTo>
                  <a:pt x="44255" y="29107"/>
                  <a:pt x="31887" y="23810"/>
                  <a:pt x="20193" y="18288"/>
                </a:cubicBezTo>
                <a:cubicBezTo>
                  <a:pt x="11981" y="14410"/>
                  <a:pt x="8122" y="4061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3" name="Google Shape;9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28824" y="-961881"/>
            <a:ext cx="5295899" cy="2540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16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67" name="Google Shape;9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895974" y="-1246148"/>
            <a:ext cx="5295899" cy="258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-2591949" y="3756701"/>
            <a:ext cx="5295897" cy="2290213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16"/>
          <p:cNvSpPr/>
          <p:nvPr/>
        </p:nvSpPr>
        <p:spPr>
          <a:xfrm rot="10800000">
            <a:off x="7009239" y="-419100"/>
            <a:ext cx="2073925" cy="5772150"/>
          </a:xfrm>
          <a:custGeom>
            <a:rect b="b" l="l" r="r" t="t"/>
            <a:pathLst>
              <a:path extrusionOk="0" h="230886" w="82957">
                <a:moveTo>
                  <a:pt x="82957" y="0"/>
                </a:moveTo>
                <a:cubicBezTo>
                  <a:pt x="80838" y="5147"/>
                  <a:pt x="78152" y="10766"/>
                  <a:pt x="73432" y="13716"/>
                </a:cubicBezTo>
                <a:cubicBezTo>
                  <a:pt x="65148" y="18894"/>
                  <a:pt x="54790" y="19670"/>
                  <a:pt x="45238" y="21717"/>
                </a:cubicBezTo>
                <a:cubicBezTo>
                  <a:pt x="36917" y="23500"/>
                  <a:pt x="21557" y="29643"/>
                  <a:pt x="19711" y="21336"/>
                </a:cubicBezTo>
                <a:cubicBezTo>
                  <a:pt x="19013" y="18197"/>
                  <a:pt x="18724" y="13820"/>
                  <a:pt x="21235" y="11811"/>
                </a:cubicBezTo>
                <a:cubicBezTo>
                  <a:pt x="23831" y="9735"/>
                  <a:pt x="30489" y="9695"/>
                  <a:pt x="31141" y="12954"/>
                </a:cubicBezTo>
                <a:cubicBezTo>
                  <a:pt x="32066" y="17577"/>
                  <a:pt x="27195" y="21550"/>
                  <a:pt x="24664" y="25527"/>
                </a:cubicBezTo>
                <a:cubicBezTo>
                  <a:pt x="19858" y="33080"/>
                  <a:pt x="14272" y="40237"/>
                  <a:pt x="10567" y="48387"/>
                </a:cubicBezTo>
                <a:cubicBezTo>
                  <a:pt x="3198" y="64600"/>
                  <a:pt x="15824" y="84056"/>
                  <a:pt x="13615" y="101727"/>
                </a:cubicBezTo>
                <a:cubicBezTo>
                  <a:pt x="12684" y="109174"/>
                  <a:pt x="6533" y="115085"/>
                  <a:pt x="4471" y="122301"/>
                </a:cubicBezTo>
                <a:cubicBezTo>
                  <a:pt x="965" y="134573"/>
                  <a:pt x="-1144" y="147766"/>
                  <a:pt x="661" y="160401"/>
                </a:cubicBezTo>
                <a:cubicBezTo>
                  <a:pt x="2419" y="172705"/>
                  <a:pt x="10670" y="183209"/>
                  <a:pt x="14377" y="195072"/>
                </a:cubicBezTo>
                <a:cubicBezTo>
                  <a:pt x="17983" y="206611"/>
                  <a:pt x="14068" y="220073"/>
                  <a:pt x="8662" y="230886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6"/>
          <p:cNvSpPr/>
          <p:nvPr/>
        </p:nvSpPr>
        <p:spPr>
          <a:xfrm>
            <a:off x="-657225" y="-219075"/>
            <a:ext cx="2552700" cy="3190875"/>
          </a:xfrm>
          <a:custGeom>
            <a:rect b="b" l="l" r="r" t="t"/>
            <a:pathLst>
              <a:path extrusionOk="0" h="127635" w="102108">
                <a:moveTo>
                  <a:pt x="102108" y="0"/>
                </a:moveTo>
                <a:cubicBezTo>
                  <a:pt x="96950" y="15475"/>
                  <a:pt x="71349" y="11500"/>
                  <a:pt x="55245" y="14097"/>
                </a:cubicBezTo>
                <a:cubicBezTo>
                  <a:pt x="49448" y="15032"/>
                  <a:pt x="41488" y="15322"/>
                  <a:pt x="38862" y="20574"/>
                </a:cubicBezTo>
                <a:cubicBezTo>
                  <a:pt x="30344" y="37609"/>
                  <a:pt x="47333" y="58402"/>
                  <a:pt x="45339" y="77343"/>
                </a:cubicBezTo>
                <a:cubicBezTo>
                  <a:pt x="43890" y="91112"/>
                  <a:pt x="30486" y="101291"/>
                  <a:pt x="19812" y="110109"/>
                </a:cubicBezTo>
                <a:cubicBezTo>
                  <a:pt x="13014" y="115724"/>
                  <a:pt x="7886" y="123692"/>
                  <a:pt x="0" y="127635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1" name="Google Shape;971;p16"/>
          <p:cNvGrpSpPr/>
          <p:nvPr/>
        </p:nvGrpSpPr>
        <p:grpSpPr>
          <a:xfrm flipH="1" rot="2827379">
            <a:off x="-276219" y="4328879"/>
            <a:ext cx="1225669" cy="1371910"/>
            <a:chOff x="4138184" y="930105"/>
            <a:chExt cx="3868174" cy="4329704"/>
          </a:xfrm>
        </p:grpSpPr>
        <p:sp>
          <p:nvSpPr>
            <p:cNvPr id="972" name="Google Shape;972;p16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" name="Google Shape;973;p16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974" name="Google Shape;974;p16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16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16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16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16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16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16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16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16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16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16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16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16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16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16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16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16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16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16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16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16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16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16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16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8" name="Google Shape;998;p16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16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16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16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16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16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16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16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16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16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16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16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16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16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16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16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16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16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16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16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16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16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16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16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16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16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16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16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16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16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16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16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16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16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16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16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16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16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16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16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16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16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16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16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16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16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16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16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16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16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16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16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16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16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16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6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16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16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16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16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16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16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16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16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16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16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16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16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16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16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16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16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16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16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16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16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16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16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16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16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16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16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16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16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16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16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16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16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16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16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16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16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16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16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16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16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16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16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16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16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16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16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16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16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16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16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16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16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16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16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16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"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110;p17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638426" y="-1137141"/>
            <a:ext cx="5295899" cy="2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113" name="Google Shape;11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-2449074" y="3486056"/>
            <a:ext cx="5295899" cy="254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543551" y="3841884"/>
            <a:ext cx="5295899" cy="2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17"/>
          <p:cNvSpPr/>
          <p:nvPr/>
        </p:nvSpPr>
        <p:spPr>
          <a:xfrm>
            <a:off x="607999" y="-504825"/>
            <a:ext cx="8888425" cy="1790700"/>
          </a:xfrm>
          <a:custGeom>
            <a:rect b="b" l="l" r="r" t="t"/>
            <a:pathLst>
              <a:path extrusionOk="0" h="71628" w="355537">
                <a:moveTo>
                  <a:pt x="28639" y="0"/>
                </a:moveTo>
                <a:cubicBezTo>
                  <a:pt x="23081" y="8337"/>
                  <a:pt x="9816" y="8155"/>
                  <a:pt x="2731" y="15240"/>
                </a:cubicBezTo>
                <a:cubicBezTo>
                  <a:pt x="-593" y="18564"/>
                  <a:pt x="-974" y="26013"/>
                  <a:pt x="2350" y="29337"/>
                </a:cubicBezTo>
                <a:cubicBezTo>
                  <a:pt x="8310" y="35297"/>
                  <a:pt x="19500" y="34669"/>
                  <a:pt x="27496" y="32004"/>
                </a:cubicBezTo>
                <a:cubicBezTo>
                  <a:pt x="31277" y="30744"/>
                  <a:pt x="33951" y="27003"/>
                  <a:pt x="37783" y="25908"/>
                </a:cubicBezTo>
                <a:cubicBezTo>
                  <a:pt x="47686" y="23078"/>
                  <a:pt x="58590" y="22150"/>
                  <a:pt x="68644" y="24384"/>
                </a:cubicBezTo>
                <a:cubicBezTo>
                  <a:pt x="87852" y="28652"/>
                  <a:pt x="107415" y="40371"/>
                  <a:pt x="126556" y="35814"/>
                </a:cubicBezTo>
                <a:cubicBezTo>
                  <a:pt x="130709" y="34825"/>
                  <a:pt x="137605" y="33606"/>
                  <a:pt x="137605" y="29337"/>
                </a:cubicBezTo>
                <a:cubicBezTo>
                  <a:pt x="137605" y="24833"/>
                  <a:pt x="128217" y="21199"/>
                  <a:pt x="125032" y="24384"/>
                </a:cubicBezTo>
                <a:cubicBezTo>
                  <a:pt x="124040" y="25376"/>
                  <a:pt x="124420" y="27191"/>
                  <a:pt x="124651" y="28575"/>
                </a:cubicBezTo>
                <a:cubicBezTo>
                  <a:pt x="125006" y="30705"/>
                  <a:pt x="128298" y="31003"/>
                  <a:pt x="130366" y="31623"/>
                </a:cubicBezTo>
                <a:cubicBezTo>
                  <a:pt x="136026" y="33321"/>
                  <a:pt x="141991" y="34601"/>
                  <a:pt x="147892" y="34290"/>
                </a:cubicBezTo>
                <a:cubicBezTo>
                  <a:pt x="172123" y="33015"/>
                  <a:pt x="195698" y="21893"/>
                  <a:pt x="219901" y="23622"/>
                </a:cubicBezTo>
                <a:cubicBezTo>
                  <a:pt x="239852" y="25047"/>
                  <a:pt x="258774" y="39024"/>
                  <a:pt x="278575" y="36195"/>
                </a:cubicBezTo>
                <a:cubicBezTo>
                  <a:pt x="281894" y="35721"/>
                  <a:pt x="285916" y="31307"/>
                  <a:pt x="284671" y="28194"/>
                </a:cubicBezTo>
                <a:cubicBezTo>
                  <a:pt x="283728" y="25836"/>
                  <a:pt x="276633" y="25689"/>
                  <a:pt x="277051" y="28194"/>
                </a:cubicBezTo>
                <a:cubicBezTo>
                  <a:pt x="278902" y="39299"/>
                  <a:pt x="300544" y="28879"/>
                  <a:pt x="310198" y="34671"/>
                </a:cubicBezTo>
                <a:cubicBezTo>
                  <a:pt x="317806" y="39236"/>
                  <a:pt x="315092" y="52319"/>
                  <a:pt x="320866" y="59055"/>
                </a:cubicBezTo>
                <a:cubicBezTo>
                  <a:pt x="328866" y="68389"/>
                  <a:pt x="343244" y="71628"/>
                  <a:pt x="355537" y="71628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7"/>
          <p:cNvSpPr/>
          <p:nvPr/>
        </p:nvSpPr>
        <p:spPr>
          <a:xfrm>
            <a:off x="-352425" y="2454588"/>
            <a:ext cx="3876675" cy="3031800"/>
          </a:xfrm>
          <a:custGeom>
            <a:rect b="b" l="l" r="r" t="t"/>
            <a:pathLst>
              <a:path extrusionOk="0" h="121272" w="155067">
                <a:moveTo>
                  <a:pt x="0" y="28689"/>
                </a:moveTo>
                <a:cubicBezTo>
                  <a:pt x="9500" y="31064"/>
                  <a:pt x="19212" y="18055"/>
                  <a:pt x="21336" y="8496"/>
                </a:cubicBezTo>
                <a:cubicBezTo>
                  <a:pt x="21964" y="5669"/>
                  <a:pt x="21797" y="-802"/>
                  <a:pt x="19050" y="114"/>
                </a:cubicBezTo>
                <a:cubicBezTo>
                  <a:pt x="4685" y="4902"/>
                  <a:pt x="34698" y="26999"/>
                  <a:pt x="36576" y="42024"/>
                </a:cubicBezTo>
                <a:cubicBezTo>
                  <a:pt x="38866" y="60340"/>
                  <a:pt x="13234" y="81712"/>
                  <a:pt x="24765" y="96126"/>
                </a:cubicBezTo>
                <a:cubicBezTo>
                  <a:pt x="30954" y="103862"/>
                  <a:pt x="45085" y="99640"/>
                  <a:pt x="54483" y="96507"/>
                </a:cubicBezTo>
                <a:cubicBezTo>
                  <a:pt x="64038" y="93322"/>
                  <a:pt x="74627" y="92308"/>
                  <a:pt x="84582" y="93840"/>
                </a:cubicBezTo>
                <a:cubicBezTo>
                  <a:pt x="109500" y="97674"/>
                  <a:pt x="129855" y="121272"/>
                  <a:pt x="155067" y="121272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7" name="Google Shape;1117;p17"/>
          <p:cNvGrpSpPr/>
          <p:nvPr/>
        </p:nvGrpSpPr>
        <p:grpSpPr>
          <a:xfrm flipH="1" rot="1601181">
            <a:off x="8224730" y="3764413"/>
            <a:ext cx="1225637" cy="1371873"/>
            <a:chOff x="4138184" y="930105"/>
            <a:chExt cx="3868174" cy="4329704"/>
          </a:xfrm>
        </p:grpSpPr>
        <p:sp>
          <p:nvSpPr>
            <p:cNvPr id="1118" name="Google Shape;1118;p17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9" name="Google Shape;1119;p17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1120" name="Google Shape;1120;p17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17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17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17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17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17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17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17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17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17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17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17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17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17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17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17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17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17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17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17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17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17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17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17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17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17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17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17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17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17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17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17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17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17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17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17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17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17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17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17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17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17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17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17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17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17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17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17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17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17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17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17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17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17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17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17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17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17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17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7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17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17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17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17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17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17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17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17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17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17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7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17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17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17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17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17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17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17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17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17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17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17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17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17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17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17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17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17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17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17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17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17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17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17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17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17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17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17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17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17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17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17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17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17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17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17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17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17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17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p17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17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Google Shape;1231;p17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17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17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17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17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17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17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17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17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17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17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17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17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17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17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17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17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17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17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17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17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17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17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17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1_1"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1256;p18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258" name="Google Shape;12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65724" y="3464541"/>
            <a:ext cx="5295899" cy="2373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4051" y="4112364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334126" y="4026526"/>
            <a:ext cx="5295897" cy="229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8"/>
          <p:cNvSpPr/>
          <p:nvPr/>
        </p:nvSpPr>
        <p:spPr>
          <a:xfrm>
            <a:off x="-47625" y="-171450"/>
            <a:ext cx="3648075" cy="2457450"/>
          </a:xfrm>
          <a:custGeom>
            <a:rect b="b" l="l" r="r" t="t"/>
            <a:pathLst>
              <a:path extrusionOk="0" h="98298" w="145923">
                <a:moveTo>
                  <a:pt x="0" y="98298"/>
                </a:moveTo>
                <a:cubicBezTo>
                  <a:pt x="6958" y="86122"/>
                  <a:pt x="8763" y="71174"/>
                  <a:pt x="8763" y="57150"/>
                </a:cubicBezTo>
                <a:cubicBezTo>
                  <a:pt x="8763" y="52576"/>
                  <a:pt x="9144" y="48008"/>
                  <a:pt x="9144" y="43434"/>
                </a:cubicBezTo>
                <a:cubicBezTo>
                  <a:pt x="9144" y="41275"/>
                  <a:pt x="10940" y="38155"/>
                  <a:pt x="9144" y="36957"/>
                </a:cubicBezTo>
                <a:cubicBezTo>
                  <a:pt x="7401" y="35795"/>
                  <a:pt x="4529" y="37000"/>
                  <a:pt x="3048" y="38481"/>
                </a:cubicBezTo>
                <a:cubicBezTo>
                  <a:pt x="1128" y="40401"/>
                  <a:pt x="1857" y="46482"/>
                  <a:pt x="4572" y="46482"/>
                </a:cubicBezTo>
                <a:cubicBezTo>
                  <a:pt x="12625" y="46482"/>
                  <a:pt x="13736" y="33127"/>
                  <a:pt x="19431" y="27432"/>
                </a:cubicBezTo>
                <a:cubicBezTo>
                  <a:pt x="27448" y="19415"/>
                  <a:pt x="41622" y="21717"/>
                  <a:pt x="52959" y="21717"/>
                </a:cubicBezTo>
                <a:cubicBezTo>
                  <a:pt x="64067" y="21717"/>
                  <a:pt x="77432" y="25227"/>
                  <a:pt x="86106" y="18288"/>
                </a:cubicBezTo>
                <a:cubicBezTo>
                  <a:pt x="87993" y="16779"/>
                  <a:pt x="88420" y="12499"/>
                  <a:pt x="86487" y="11049"/>
                </a:cubicBezTo>
                <a:cubicBezTo>
                  <a:pt x="84849" y="9820"/>
                  <a:pt x="80099" y="12341"/>
                  <a:pt x="81153" y="14097"/>
                </a:cubicBezTo>
                <a:cubicBezTo>
                  <a:pt x="82993" y="17164"/>
                  <a:pt x="87912" y="16557"/>
                  <a:pt x="91440" y="17145"/>
                </a:cubicBezTo>
                <a:cubicBezTo>
                  <a:pt x="110220" y="20275"/>
                  <a:pt x="127452" y="4618"/>
                  <a:pt x="145923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8"/>
          <p:cNvSpPr/>
          <p:nvPr/>
        </p:nvSpPr>
        <p:spPr>
          <a:xfrm>
            <a:off x="6172200" y="1257300"/>
            <a:ext cx="3267075" cy="4210050"/>
          </a:xfrm>
          <a:custGeom>
            <a:rect b="b" l="l" r="r" t="t"/>
            <a:pathLst>
              <a:path extrusionOk="0" h="168402" w="130683">
                <a:moveTo>
                  <a:pt x="0" y="168402"/>
                </a:moveTo>
                <a:cubicBezTo>
                  <a:pt x="8534" y="162428"/>
                  <a:pt x="19571" y="156410"/>
                  <a:pt x="22098" y="146304"/>
                </a:cubicBezTo>
                <a:cubicBezTo>
                  <a:pt x="22585" y="144356"/>
                  <a:pt x="21718" y="141896"/>
                  <a:pt x="20193" y="140589"/>
                </a:cubicBezTo>
                <a:cubicBezTo>
                  <a:pt x="18484" y="139124"/>
                  <a:pt x="14086" y="140274"/>
                  <a:pt x="13716" y="142494"/>
                </a:cubicBezTo>
                <a:cubicBezTo>
                  <a:pt x="13181" y="145703"/>
                  <a:pt x="18208" y="147696"/>
                  <a:pt x="21336" y="148590"/>
                </a:cubicBezTo>
                <a:cubicBezTo>
                  <a:pt x="33481" y="152060"/>
                  <a:pt x="45658" y="141748"/>
                  <a:pt x="57912" y="138684"/>
                </a:cubicBezTo>
                <a:cubicBezTo>
                  <a:pt x="70933" y="135429"/>
                  <a:pt x="87606" y="151848"/>
                  <a:pt x="97917" y="143256"/>
                </a:cubicBezTo>
                <a:cubicBezTo>
                  <a:pt x="107576" y="135207"/>
                  <a:pt x="100764" y="117866"/>
                  <a:pt x="98298" y="105537"/>
                </a:cubicBezTo>
                <a:cubicBezTo>
                  <a:pt x="96351" y="95803"/>
                  <a:pt x="105276" y="86789"/>
                  <a:pt x="106680" y="76962"/>
                </a:cubicBezTo>
                <a:cubicBezTo>
                  <a:pt x="108570" y="63733"/>
                  <a:pt x="99917" y="50685"/>
                  <a:pt x="100584" y="37338"/>
                </a:cubicBezTo>
                <a:cubicBezTo>
                  <a:pt x="101382" y="21372"/>
                  <a:pt x="125628" y="15166"/>
                  <a:pt x="130683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3" name="Google Shape;1263;p18"/>
          <p:cNvGrpSpPr/>
          <p:nvPr/>
        </p:nvGrpSpPr>
        <p:grpSpPr>
          <a:xfrm flipH="1" rot="2107164">
            <a:off x="8199541" y="131935"/>
            <a:ext cx="1225778" cy="1372031"/>
            <a:chOff x="4138184" y="930105"/>
            <a:chExt cx="3868174" cy="4329704"/>
          </a:xfrm>
        </p:grpSpPr>
        <p:sp>
          <p:nvSpPr>
            <p:cNvPr id="1264" name="Google Shape;1264;p18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5" name="Google Shape;1265;p18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1266" name="Google Shape;1266;p18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18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18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18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18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18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18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8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18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18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8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18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18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18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18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18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18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18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18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18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18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18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18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8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18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8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8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8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8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8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8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8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8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8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8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8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8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8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8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8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18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18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8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8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18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18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8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8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18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18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18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18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p18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p18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18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18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p18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3" name="Google Shape;1323;p18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18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18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p18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p18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18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18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18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1" name="Google Shape;1331;p18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18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18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18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18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18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18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p18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18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18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18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18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18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18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18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18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18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18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18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18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18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18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18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p18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18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18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18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p18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18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18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18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18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18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18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18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18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18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18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18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18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18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18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18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18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18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18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18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18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18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18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18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18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18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18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18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18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18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18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18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18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18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18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18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18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18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18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18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18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18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18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9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9"/>
          <p:cNvSpPr txBox="1"/>
          <p:nvPr>
            <p:ph type="title"/>
          </p:nvPr>
        </p:nvSpPr>
        <p:spPr>
          <a:xfrm>
            <a:off x="720000" y="1251300"/>
            <a:ext cx="30804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04" name="Google Shape;1404;p19"/>
          <p:cNvSpPr txBox="1"/>
          <p:nvPr>
            <p:ph idx="1" type="subTitle"/>
          </p:nvPr>
        </p:nvSpPr>
        <p:spPr>
          <a:xfrm>
            <a:off x="720000" y="2883275"/>
            <a:ext cx="30804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5" name="Google Shape;1405;p19"/>
          <p:cNvSpPr/>
          <p:nvPr>
            <p:ph idx="2" type="pic"/>
          </p:nvPr>
        </p:nvSpPr>
        <p:spPr>
          <a:xfrm>
            <a:off x="5086350" y="888025"/>
            <a:ext cx="3344400" cy="336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06" name="Google Shape;14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3101" y="-770407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1" y="-1064165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8026" y="3686159"/>
            <a:ext cx="5295901" cy="236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571699" y="3752109"/>
            <a:ext cx="5295899" cy="2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19"/>
          <p:cNvSpPr/>
          <p:nvPr/>
        </p:nvSpPr>
        <p:spPr>
          <a:xfrm>
            <a:off x="-723900" y="-200025"/>
            <a:ext cx="6057900" cy="3952875"/>
          </a:xfrm>
          <a:custGeom>
            <a:rect b="b" l="l" r="r" t="t"/>
            <a:pathLst>
              <a:path extrusionOk="0" h="158115" w="242316">
                <a:moveTo>
                  <a:pt x="0" y="158115"/>
                </a:moveTo>
                <a:cubicBezTo>
                  <a:pt x="12807" y="148510"/>
                  <a:pt x="18670" y="131770"/>
                  <a:pt x="24765" y="116967"/>
                </a:cubicBezTo>
                <a:cubicBezTo>
                  <a:pt x="32259" y="98766"/>
                  <a:pt x="35764" y="79118"/>
                  <a:pt x="39624" y="59817"/>
                </a:cubicBezTo>
                <a:cubicBezTo>
                  <a:pt x="41769" y="49092"/>
                  <a:pt x="45316" y="38641"/>
                  <a:pt x="46863" y="27813"/>
                </a:cubicBezTo>
                <a:cubicBezTo>
                  <a:pt x="47569" y="22870"/>
                  <a:pt x="48489" y="16485"/>
                  <a:pt x="44958" y="12954"/>
                </a:cubicBezTo>
                <a:cubicBezTo>
                  <a:pt x="42986" y="10982"/>
                  <a:pt x="40213" y="7516"/>
                  <a:pt x="37719" y="8763"/>
                </a:cubicBezTo>
                <a:cubicBezTo>
                  <a:pt x="35624" y="9810"/>
                  <a:pt x="36580" y="13311"/>
                  <a:pt x="36195" y="15621"/>
                </a:cubicBezTo>
                <a:cubicBezTo>
                  <a:pt x="35171" y="21764"/>
                  <a:pt x="35433" y="28062"/>
                  <a:pt x="35433" y="34290"/>
                </a:cubicBezTo>
                <a:cubicBezTo>
                  <a:pt x="35433" y="42238"/>
                  <a:pt x="32927" y="58838"/>
                  <a:pt x="40767" y="57531"/>
                </a:cubicBezTo>
                <a:cubicBezTo>
                  <a:pt x="46262" y="56615"/>
                  <a:pt x="51197" y="51386"/>
                  <a:pt x="52959" y="46101"/>
                </a:cubicBezTo>
                <a:cubicBezTo>
                  <a:pt x="55024" y="39906"/>
                  <a:pt x="53909" y="32485"/>
                  <a:pt x="57531" y="27051"/>
                </a:cubicBezTo>
                <a:cubicBezTo>
                  <a:pt x="60021" y="23316"/>
                  <a:pt x="65280" y="21971"/>
                  <a:pt x="69723" y="21336"/>
                </a:cubicBezTo>
                <a:cubicBezTo>
                  <a:pt x="82847" y="19461"/>
                  <a:pt x="96155" y="26084"/>
                  <a:pt x="109347" y="24765"/>
                </a:cubicBezTo>
                <a:cubicBezTo>
                  <a:pt x="116187" y="24081"/>
                  <a:pt x="121633" y="18555"/>
                  <a:pt x="128016" y="16002"/>
                </a:cubicBezTo>
                <a:cubicBezTo>
                  <a:pt x="133799" y="13689"/>
                  <a:pt x="140482" y="14676"/>
                  <a:pt x="146685" y="15240"/>
                </a:cubicBezTo>
                <a:cubicBezTo>
                  <a:pt x="159932" y="16444"/>
                  <a:pt x="172717" y="24033"/>
                  <a:pt x="185928" y="22479"/>
                </a:cubicBezTo>
                <a:cubicBezTo>
                  <a:pt x="206024" y="20115"/>
                  <a:pt x="224218" y="9049"/>
                  <a:pt x="242316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19"/>
          <p:cNvSpPr/>
          <p:nvPr/>
        </p:nvSpPr>
        <p:spPr>
          <a:xfrm rot="-176774">
            <a:off x="2028919" y="1399996"/>
            <a:ext cx="7384936" cy="4391121"/>
          </a:xfrm>
          <a:custGeom>
            <a:rect b="b" l="l" r="r" t="t"/>
            <a:pathLst>
              <a:path extrusionOk="0" h="175641" w="295391">
                <a:moveTo>
                  <a:pt x="0" y="175641"/>
                </a:moveTo>
                <a:cubicBezTo>
                  <a:pt x="12827" y="175641"/>
                  <a:pt x="25096" y="170297"/>
                  <a:pt x="37719" y="168021"/>
                </a:cubicBezTo>
                <a:cubicBezTo>
                  <a:pt x="53647" y="165149"/>
                  <a:pt x="72144" y="163990"/>
                  <a:pt x="83820" y="152781"/>
                </a:cubicBezTo>
                <a:cubicBezTo>
                  <a:pt x="88983" y="147824"/>
                  <a:pt x="97408" y="139868"/>
                  <a:pt x="93726" y="133731"/>
                </a:cubicBezTo>
                <a:cubicBezTo>
                  <a:pt x="90376" y="128148"/>
                  <a:pt x="77497" y="120697"/>
                  <a:pt x="75438" y="126873"/>
                </a:cubicBezTo>
                <a:cubicBezTo>
                  <a:pt x="71935" y="137383"/>
                  <a:pt x="93793" y="141030"/>
                  <a:pt x="104775" y="142494"/>
                </a:cubicBezTo>
                <a:cubicBezTo>
                  <a:pt x="111200" y="143351"/>
                  <a:pt x="117960" y="144991"/>
                  <a:pt x="124206" y="143256"/>
                </a:cubicBezTo>
                <a:cubicBezTo>
                  <a:pt x="135277" y="140181"/>
                  <a:pt x="145126" y="132209"/>
                  <a:pt x="156591" y="131445"/>
                </a:cubicBezTo>
                <a:cubicBezTo>
                  <a:pt x="170045" y="130548"/>
                  <a:pt x="183777" y="130981"/>
                  <a:pt x="196977" y="133731"/>
                </a:cubicBezTo>
                <a:cubicBezTo>
                  <a:pt x="206508" y="135717"/>
                  <a:pt x="215511" y="140143"/>
                  <a:pt x="225171" y="141351"/>
                </a:cubicBezTo>
                <a:cubicBezTo>
                  <a:pt x="239180" y="143102"/>
                  <a:pt x="256168" y="152108"/>
                  <a:pt x="267462" y="143637"/>
                </a:cubicBezTo>
                <a:cubicBezTo>
                  <a:pt x="279346" y="134724"/>
                  <a:pt x="270735" y="114094"/>
                  <a:pt x="273177" y="99441"/>
                </a:cubicBezTo>
                <a:cubicBezTo>
                  <a:pt x="276108" y="81854"/>
                  <a:pt x="290849" y="67561"/>
                  <a:pt x="293370" y="49911"/>
                </a:cubicBezTo>
                <a:cubicBezTo>
                  <a:pt x="294610" y="41228"/>
                  <a:pt x="296416" y="32184"/>
                  <a:pt x="294513" y="23622"/>
                </a:cubicBezTo>
                <a:cubicBezTo>
                  <a:pt x="292639" y="15188"/>
                  <a:pt x="286577" y="8196"/>
                  <a:pt x="28384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20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20"/>
          <p:cNvSpPr txBox="1"/>
          <p:nvPr>
            <p:ph type="title"/>
          </p:nvPr>
        </p:nvSpPr>
        <p:spPr>
          <a:xfrm>
            <a:off x="948600" y="1801350"/>
            <a:ext cx="300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5" name="Google Shape;1415;p20"/>
          <p:cNvSpPr txBox="1"/>
          <p:nvPr>
            <p:ph idx="1" type="subTitle"/>
          </p:nvPr>
        </p:nvSpPr>
        <p:spPr>
          <a:xfrm>
            <a:off x="948600" y="2297850"/>
            <a:ext cx="3004200" cy="10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6" name="Google Shape;14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176" y="-563832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551" y="3192806"/>
            <a:ext cx="5295899" cy="254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162049" y="3460884"/>
            <a:ext cx="5295899" cy="2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20"/>
          <p:cNvSpPr/>
          <p:nvPr/>
        </p:nvSpPr>
        <p:spPr>
          <a:xfrm>
            <a:off x="-398799" y="116472"/>
            <a:ext cx="3532525" cy="5417550"/>
          </a:xfrm>
          <a:custGeom>
            <a:rect b="b" l="l" r="r" t="t"/>
            <a:pathLst>
              <a:path extrusionOk="0" h="216702" w="141301">
                <a:moveTo>
                  <a:pt x="141301" y="17820"/>
                </a:moveTo>
                <a:cubicBezTo>
                  <a:pt x="129853" y="17820"/>
                  <a:pt x="118439" y="16587"/>
                  <a:pt x="107011" y="15915"/>
                </a:cubicBezTo>
                <a:cubicBezTo>
                  <a:pt x="101290" y="15578"/>
                  <a:pt x="93916" y="16507"/>
                  <a:pt x="90247" y="12105"/>
                </a:cubicBezTo>
                <a:cubicBezTo>
                  <a:pt x="87721" y="9074"/>
                  <a:pt x="86329" y="2661"/>
                  <a:pt x="89485" y="294"/>
                </a:cubicBezTo>
                <a:cubicBezTo>
                  <a:pt x="91741" y="-1398"/>
                  <a:pt x="96432" y="5158"/>
                  <a:pt x="94438" y="7152"/>
                </a:cubicBezTo>
                <a:cubicBezTo>
                  <a:pt x="89575" y="12015"/>
                  <a:pt x="80699" y="9435"/>
                  <a:pt x="73864" y="8676"/>
                </a:cubicBezTo>
                <a:cubicBezTo>
                  <a:pt x="60509" y="7192"/>
                  <a:pt x="45381" y="6716"/>
                  <a:pt x="33859" y="13629"/>
                </a:cubicBezTo>
                <a:cubicBezTo>
                  <a:pt x="18774" y="22680"/>
                  <a:pt x="36567" y="50192"/>
                  <a:pt x="29287" y="66207"/>
                </a:cubicBezTo>
                <a:cubicBezTo>
                  <a:pt x="24074" y="77676"/>
                  <a:pt x="13986" y="86227"/>
                  <a:pt x="6427" y="96306"/>
                </a:cubicBezTo>
                <a:cubicBezTo>
                  <a:pt x="-75" y="104975"/>
                  <a:pt x="-821" y="117582"/>
                  <a:pt x="712" y="128310"/>
                </a:cubicBezTo>
                <a:cubicBezTo>
                  <a:pt x="5387" y="161034"/>
                  <a:pt x="30887" y="187136"/>
                  <a:pt x="45670" y="216702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20"/>
          <p:cNvSpPr/>
          <p:nvPr/>
        </p:nvSpPr>
        <p:spPr>
          <a:xfrm>
            <a:off x="1828800" y="4040834"/>
            <a:ext cx="7677150" cy="1331275"/>
          </a:xfrm>
          <a:custGeom>
            <a:rect b="b" l="l" r="r" t="t"/>
            <a:pathLst>
              <a:path extrusionOk="0" h="53251" w="307086">
                <a:moveTo>
                  <a:pt x="0" y="53251"/>
                </a:moveTo>
                <a:cubicBezTo>
                  <a:pt x="13437" y="53251"/>
                  <a:pt x="26773" y="50633"/>
                  <a:pt x="40005" y="48298"/>
                </a:cubicBezTo>
                <a:cubicBezTo>
                  <a:pt x="54753" y="45695"/>
                  <a:pt x="70944" y="41743"/>
                  <a:pt x="81534" y="31153"/>
                </a:cubicBezTo>
                <a:cubicBezTo>
                  <a:pt x="87654" y="25033"/>
                  <a:pt x="93138" y="15638"/>
                  <a:pt x="91440" y="7150"/>
                </a:cubicBezTo>
                <a:cubicBezTo>
                  <a:pt x="90297" y="1436"/>
                  <a:pt x="78172" y="-2464"/>
                  <a:pt x="74676" y="2197"/>
                </a:cubicBezTo>
                <a:cubicBezTo>
                  <a:pt x="67976" y="11130"/>
                  <a:pt x="83650" y="24470"/>
                  <a:pt x="93345" y="30010"/>
                </a:cubicBezTo>
                <a:cubicBezTo>
                  <a:pt x="110548" y="39841"/>
                  <a:pt x="132475" y="42792"/>
                  <a:pt x="152019" y="39535"/>
                </a:cubicBezTo>
                <a:cubicBezTo>
                  <a:pt x="170227" y="36500"/>
                  <a:pt x="184847" y="22630"/>
                  <a:pt x="201549" y="14770"/>
                </a:cubicBezTo>
                <a:cubicBezTo>
                  <a:pt x="210429" y="10591"/>
                  <a:pt x="220710" y="10048"/>
                  <a:pt x="230505" y="9436"/>
                </a:cubicBezTo>
                <a:cubicBezTo>
                  <a:pt x="258167" y="7707"/>
                  <a:pt x="282296" y="29426"/>
                  <a:pt x="307086" y="41821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1" name="Google Shape;1421;p20"/>
          <p:cNvGrpSpPr/>
          <p:nvPr/>
        </p:nvGrpSpPr>
        <p:grpSpPr>
          <a:xfrm rot="1693547">
            <a:off x="3168872" y="-137321"/>
            <a:ext cx="1619674" cy="1741954"/>
            <a:chOff x="4045548" y="930105"/>
            <a:chExt cx="3960810" cy="4259837"/>
          </a:xfrm>
        </p:grpSpPr>
        <p:sp>
          <p:nvSpPr>
            <p:cNvPr id="1422" name="Google Shape;1422;p20"/>
            <p:cNvSpPr/>
            <p:nvPr/>
          </p:nvSpPr>
          <p:spPr>
            <a:xfrm>
              <a:off x="4045548" y="3053120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3" name="Google Shape;1423;p20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1424" name="Google Shape;1424;p20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20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20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20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20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20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20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20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20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20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20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20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20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20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20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20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20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20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20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20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20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20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20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20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20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20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20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20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20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20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20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20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20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20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20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20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20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20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20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20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20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20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20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20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20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20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20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20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20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20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20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20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20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20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20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20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20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20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20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20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20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20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20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20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20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20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20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20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20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20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20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20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20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20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20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20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20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20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20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20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20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20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20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20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20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20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20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20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20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20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20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20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20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20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20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20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20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20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20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20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20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20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20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20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20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20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20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20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20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20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20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20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20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20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20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20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20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20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20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20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20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20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20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20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20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20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20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20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20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20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20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p20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20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20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20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0" name="Google Shape;1560;p21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21"/>
          <p:cNvSpPr txBox="1"/>
          <p:nvPr>
            <p:ph type="title"/>
          </p:nvPr>
        </p:nvSpPr>
        <p:spPr>
          <a:xfrm>
            <a:off x="5571650" y="1797338"/>
            <a:ext cx="26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2" name="Google Shape;1562;p21"/>
          <p:cNvSpPr txBox="1"/>
          <p:nvPr>
            <p:ph idx="1" type="subTitle"/>
          </p:nvPr>
        </p:nvSpPr>
        <p:spPr>
          <a:xfrm>
            <a:off x="5571775" y="2293838"/>
            <a:ext cx="2630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63" name="Google Shape;15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1426" y="3541866"/>
            <a:ext cx="5295899" cy="2373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4" name="Google Shape;15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514474" y="3137044"/>
            <a:ext cx="5295899" cy="254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5" name="Google Shape;156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828674" y="-452567"/>
            <a:ext cx="5295899" cy="28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21"/>
          <p:cNvSpPr/>
          <p:nvPr/>
        </p:nvSpPr>
        <p:spPr>
          <a:xfrm>
            <a:off x="-161925" y="2990850"/>
            <a:ext cx="7715250" cy="2257425"/>
          </a:xfrm>
          <a:custGeom>
            <a:rect b="b" l="l" r="r" t="t"/>
            <a:pathLst>
              <a:path extrusionOk="0" h="90297" w="308610">
                <a:moveTo>
                  <a:pt x="0" y="0"/>
                </a:moveTo>
                <a:cubicBezTo>
                  <a:pt x="12336" y="9869"/>
                  <a:pt x="19812" y="27255"/>
                  <a:pt x="19812" y="43053"/>
                </a:cubicBezTo>
                <a:cubicBezTo>
                  <a:pt x="19812" y="47632"/>
                  <a:pt x="19492" y="54306"/>
                  <a:pt x="15240" y="56007"/>
                </a:cubicBezTo>
                <a:cubicBezTo>
                  <a:pt x="13232" y="56810"/>
                  <a:pt x="11405" y="53187"/>
                  <a:pt x="11049" y="51054"/>
                </a:cubicBezTo>
                <a:cubicBezTo>
                  <a:pt x="9221" y="40086"/>
                  <a:pt x="15250" y="29119"/>
                  <a:pt x="19050" y="18669"/>
                </a:cubicBezTo>
                <a:cubicBezTo>
                  <a:pt x="20196" y="15518"/>
                  <a:pt x="22775" y="8297"/>
                  <a:pt x="25146" y="10668"/>
                </a:cubicBezTo>
                <a:cubicBezTo>
                  <a:pt x="29532" y="15054"/>
                  <a:pt x="28575" y="22754"/>
                  <a:pt x="28575" y="28956"/>
                </a:cubicBezTo>
                <a:cubicBezTo>
                  <a:pt x="28575" y="38227"/>
                  <a:pt x="28575" y="47498"/>
                  <a:pt x="28575" y="56769"/>
                </a:cubicBezTo>
                <a:cubicBezTo>
                  <a:pt x="28575" y="62074"/>
                  <a:pt x="27379" y="69207"/>
                  <a:pt x="31623" y="72390"/>
                </a:cubicBezTo>
                <a:cubicBezTo>
                  <a:pt x="42295" y="80394"/>
                  <a:pt x="58782" y="74844"/>
                  <a:pt x="71628" y="71247"/>
                </a:cubicBezTo>
                <a:cubicBezTo>
                  <a:pt x="81046" y="68610"/>
                  <a:pt x="91261" y="69653"/>
                  <a:pt x="100965" y="70866"/>
                </a:cubicBezTo>
                <a:cubicBezTo>
                  <a:pt x="120894" y="73357"/>
                  <a:pt x="139174" y="86106"/>
                  <a:pt x="159258" y="86106"/>
                </a:cubicBezTo>
                <a:cubicBezTo>
                  <a:pt x="164218" y="86106"/>
                  <a:pt x="170892" y="86740"/>
                  <a:pt x="173736" y="82677"/>
                </a:cubicBezTo>
                <a:cubicBezTo>
                  <a:pt x="176407" y="78861"/>
                  <a:pt x="175393" y="70691"/>
                  <a:pt x="171069" y="68961"/>
                </a:cubicBezTo>
                <a:cubicBezTo>
                  <a:pt x="166629" y="67185"/>
                  <a:pt x="161073" y="63833"/>
                  <a:pt x="156972" y="66294"/>
                </a:cubicBezTo>
                <a:cubicBezTo>
                  <a:pt x="154783" y="67607"/>
                  <a:pt x="155518" y="72648"/>
                  <a:pt x="157734" y="73914"/>
                </a:cubicBezTo>
                <a:cubicBezTo>
                  <a:pt x="175709" y="84185"/>
                  <a:pt x="199294" y="75720"/>
                  <a:pt x="219837" y="73152"/>
                </a:cubicBezTo>
                <a:cubicBezTo>
                  <a:pt x="249742" y="69414"/>
                  <a:pt x="281654" y="76819"/>
                  <a:pt x="308610" y="90297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21"/>
          <p:cNvSpPr/>
          <p:nvPr/>
        </p:nvSpPr>
        <p:spPr>
          <a:xfrm>
            <a:off x="1543050" y="-304800"/>
            <a:ext cx="5715000" cy="1281175"/>
          </a:xfrm>
          <a:custGeom>
            <a:rect b="b" l="l" r="r" t="t"/>
            <a:pathLst>
              <a:path extrusionOk="0" h="51247" w="228600">
                <a:moveTo>
                  <a:pt x="228600" y="50292"/>
                </a:moveTo>
                <a:cubicBezTo>
                  <a:pt x="212888" y="50292"/>
                  <a:pt x="193119" y="46982"/>
                  <a:pt x="184404" y="33909"/>
                </a:cubicBezTo>
                <a:cubicBezTo>
                  <a:pt x="181136" y="29007"/>
                  <a:pt x="181306" y="18776"/>
                  <a:pt x="186690" y="16383"/>
                </a:cubicBezTo>
                <a:cubicBezTo>
                  <a:pt x="188922" y="15391"/>
                  <a:pt x="191661" y="14333"/>
                  <a:pt x="193929" y="15240"/>
                </a:cubicBezTo>
                <a:cubicBezTo>
                  <a:pt x="197250" y="16568"/>
                  <a:pt x="199123" y="22666"/>
                  <a:pt x="196977" y="25527"/>
                </a:cubicBezTo>
                <a:cubicBezTo>
                  <a:pt x="190312" y="34413"/>
                  <a:pt x="174883" y="30061"/>
                  <a:pt x="163830" y="28956"/>
                </a:cubicBezTo>
                <a:cubicBezTo>
                  <a:pt x="139721" y="26545"/>
                  <a:pt x="108954" y="21729"/>
                  <a:pt x="91821" y="38862"/>
                </a:cubicBezTo>
                <a:cubicBezTo>
                  <a:pt x="89738" y="40945"/>
                  <a:pt x="88838" y="45325"/>
                  <a:pt x="90678" y="47625"/>
                </a:cubicBezTo>
                <a:cubicBezTo>
                  <a:pt x="94148" y="51962"/>
                  <a:pt x="101529" y="51176"/>
                  <a:pt x="107061" y="50673"/>
                </a:cubicBezTo>
                <a:cubicBezTo>
                  <a:pt x="114172" y="50027"/>
                  <a:pt x="124911" y="44395"/>
                  <a:pt x="123825" y="37338"/>
                </a:cubicBezTo>
                <a:cubicBezTo>
                  <a:pt x="123202" y="33290"/>
                  <a:pt x="116960" y="32763"/>
                  <a:pt x="113157" y="31242"/>
                </a:cubicBezTo>
                <a:cubicBezTo>
                  <a:pt x="101149" y="26439"/>
                  <a:pt x="88802" y="22339"/>
                  <a:pt x="76200" y="19431"/>
                </a:cubicBezTo>
                <a:cubicBezTo>
                  <a:pt x="56781" y="14950"/>
                  <a:pt x="37622" y="9406"/>
                  <a:pt x="18288" y="4572"/>
                </a:cubicBezTo>
                <a:cubicBezTo>
                  <a:pt x="12192" y="3048"/>
                  <a:pt x="6284" y="0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8" name="Google Shape;1568;p21"/>
          <p:cNvGrpSpPr/>
          <p:nvPr/>
        </p:nvGrpSpPr>
        <p:grpSpPr>
          <a:xfrm rot="324148">
            <a:off x="6951365" y="-106973"/>
            <a:ext cx="2002318" cy="1535794"/>
            <a:chOff x="3109713" y="930105"/>
            <a:chExt cx="4896645" cy="3755764"/>
          </a:xfrm>
        </p:grpSpPr>
        <p:sp>
          <p:nvSpPr>
            <p:cNvPr id="1569" name="Google Shape;1569;p21"/>
            <p:cNvSpPr/>
            <p:nvPr/>
          </p:nvSpPr>
          <p:spPr>
            <a:xfrm>
              <a:off x="3109713" y="1216406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70" name="Google Shape;1570;p21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1571" name="Google Shape;1571;p21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21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21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21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21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21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21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21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21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21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21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21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p21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21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21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21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p21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21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21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21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21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21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21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21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21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21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21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21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21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21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21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1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21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21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1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21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21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21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21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21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21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21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21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21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21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21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21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21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21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21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21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21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21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21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21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21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21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21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21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21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21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21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21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21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21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21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21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21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21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21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21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21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21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21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21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21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21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21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21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21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21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21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21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21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21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21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21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21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9" name="Google Shape;1659;p21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21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21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21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21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21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21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21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21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21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21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0" name="Google Shape;1670;p21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21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1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21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21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1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21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21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1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21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21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21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21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21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1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21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21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21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21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21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21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21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2" name="Google Shape;1692;p21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3" name="Google Shape;1693;p21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21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21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6" name="Google Shape;1696;p21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7" name="Google Shape;1697;p21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21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21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0" name="Google Shape;1700;p21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1" name="Google Shape;1701;p21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21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21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21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5" name="Google Shape;1705;p21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p22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22"/>
          <p:cNvSpPr txBox="1"/>
          <p:nvPr>
            <p:ph type="title"/>
          </p:nvPr>
        </p:nvSpPr>
        <p:spPr>
          <a:xfrm>
            <a:off x="2135550" y="1790700"/>
            <a:ext cx="4872900" cy="20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09" name="Google Shape;1709;p22"/>
          <p:cNvSpPr txBox="1"/>
          <p:nvPr>
            <p:ph idx="1" type="subTitle"/>
          </p:nvPr>
        </p:nvSpPr>
        <p:spPr>
          <a:xfrm>
            <a:off x="2135550" y="367572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10" name="Google Shape;17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8451" y="3057645"/>
            <a:ext cx="5295899" cy="28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11874" y="2762370"/>
            <a:ext cx="5295899" cy="28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22"/>
          <p:cNvSpPr/>
          <p:nvPr/>
        </p:nvSpPr>
        <p:spPr>
          <a:xfrm>
            <a:off x="7410450" y="2819400"/>
            <a:ext cx="2019300" cy="2562225"/>
          </a:xfrm>
          <a:custGeom>
            <a:rect b="b" l="l" r="r" t="t"/>
            <a:pathLst>
              <a:path extrusionOk="0" h="102489" w="80772">
                <a:moveTo>
                  <a:pt x="0" y="102489"/>
                </a:moveTo>
                <a:cubicBezTo>
                  <a:pt x="11886" y="99942"/>
                  <a:pt x="24875" y="95283"/>
                  <a:pt x="32385" y="85725"/>
                </a:cubicBezTo>
                <a:cubicBezTo>
                  <a:pt x="35292" y="82025"/>
                  <a:pt x="36475" y="74956"/>
                  <a:pt x="33147" y="71628"/>
                </a:cubicBezTo>
                <a:cubicBezTo>
                  <a:pt x="31163" y="69644"/>
                  <a:pt x="27370" y="69824"/>
                  <a:pt x="24765" y="70866"/>
                </a:cubicBezTo>
                <a:cubicBezTo>
                  <a:pt x="22845" y="71634"/>
                  <a:pt x="22854" y="75042"/>
                  <a:pt x="23622" y="76962"/>
                </a:cubicBezTo>
                <a:cubicBezTo>
                  <a:pt x="27344" y="86268"/>
                  <a:pt x="46993" y="89291"/>
                  <a:pt x="53340" y="81534"/>
                </a:cubicBezTo>
                <a:cubicBezTo>
                  <a:pt x="58670" y="75020"/>
                  <a:pt x="59616" y="63799"/>
                  <a:pt x="55626" y="56388"/>
                </a:cubicBezTo>
                <a:cubicBezTo>
                  <a:pt x="50887" y="47586"/>
                  <a:pt x="40267" y="39579"/>
                  <a:pt x="41910" y="29718"/>
                </a:cubicBezTo>
                <a:cubicBezTo>
                  <a:pt x="43765" y="18586"/>
                  <a:pt x="57781" y="12723"/>
                  <a:pt x="68199" y="8382"/>
                </a:cubicBezTo>
                <a:cubicBezTo>
                  <a:pt x="72848" y="6445"/>
                  <a:pt x="76267" y="2253"/>
                  <a:pt x="80772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3" name="Google Shape;17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0226" y="-242349"/>
            <a:ext cx="5295897" cy="229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4" name="Google Shape;171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628774" y="-228165"/>
            <a:ext cx="5295898" cy="2407246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22"/>
          <p:cNvSpPr/>
          <p:nvPr/>
        </p:nvSpPr>
        <p:spPr>
          <a:xfrm rot="530494">
            <a:off x="-809680" y="2269255"/>
            <a:ext cx="3467040" cy="3074272"/>
          </a:xfrm>
          <a:custGeom>
            <a:rect b="b" l="l" r="r" t="t"/>
            <a:pathLst>
              <a:path extrusionOk="0" h="122973" w="138684">
                <a:moveTo>
                  <a:pt x="0" y="4482"/>
                </a:moveTo>
                <a:cubicBezTo>
                  <a:pt x="8886" y="-2183"/>
                  <a:pt x="27432" y="-1614"/>
                  <a:pt x="33147" y="7911"/>
                </a:cubicBezTo>
                <a:cubicBezTo>
                  <a:pt x="39360" y="18266"/>
                  <a:pt x="29271" y="33305"/>
                  <a:pt x="34671" y="44106"/>
                </a:cubicBezTo>
                <a:cubicBezTo>
                  <a:pt x="39371" y="53507"/>
                  <a:pt x="51701" y="57078"/>
                  <a:pt x="57531" y="65823"/>
                </a:cubicBezTo>
                <a:cubicBezTo>
                  <a:pt x="64402" y="76129"/>
                  <a:pt x="61064" y="91016"/>
                  <a:pt x="67437" y="101637"/>
                </a:cubicBezTo>
                <a:cubicBezTo>
                  <a:pt x="72973" y="110863"/>
                  <a:pt x="88509" y="106004"/>
                  <a:pt x="99060" y="108114"/>
                </a:cubicBezTo>
                <a:cubicBezTo>
                  <a:pt x="104507" y="109203"/>
                  <a:pt x="109996" y="110073"/>
                  <a:pt x="115443" y="111162"/>
                </a:cubicBezTo>
                <a:cubicBezTo>
                  <a:pt x="123964" y="112866"/>
                  <a:pt x="130253" y="120865"/>
                  <a:pt x="138684" y="12297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6" name="Google Shape;17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1776" y="-720584"/>
            <a:ext cx="5295899" cy="2373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_1"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8" name="Google Shape;1718;p23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20" name="Google Shape;1720;p23"/>
          <p:cNvSpPr txBox="1"/>
          <p:nvPr>
            <p:ph idx="1" type="body"/>
          </p:nvPr>
        </p:nvSpPr>
        <p:spPr>
          <a:xfrm>
            <a:off x="720000" y="1215750"/>
            <a:ext cx="47091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Deca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pic>
        <p:nvPicPr>
          <p:cNvPr id="1721" name="Google Shape;17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2400299" y="-1234173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972176" y="4174585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3" name="Google Shape;17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1963300" y="3936819"/>
            <a:ext cx="5295899" cy="2540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4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27" name="Google Shape;1727;p24"/>
          <p:cNvSpPr txBox="1"/>
          <p:nvPr>
            <p:ph idx="1" type="subTitle"/>
          </p:nvPr>
        </p:nvSpPr>
        <p:spPr>
          <a:xfrm>
            <a:off x="2990696" y="3640836"/>
            <a:ext cx="4318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8" name="Google Shape;1728;p24"/>
          <p:cNvSpPr txBox="1"/>
          <p:nvPr>
            <p:ph idx="2" type="subTitle"/>
          </p:nvPr>
        </p:nvSpPr>
        <p:spPr>
          <a:xfrm>
            <a:off x="1834496" y="1964437"/>
            <a:ext cx="4318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9" name="Google Shape;1729;p24"/>
          <p:cNvSpPr txBox="1"/>
          <p:nvPr>
            <p:ph idx="3" type="subTitle"/>
          </p:nvPr>
        </p:nvSpPr>
        <p:spPr>
          <a:xfrm>
            <a:off x="1834496" y="1476813"/>
            <a:ext cx="4318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0" name="Google Shape;1730;p24"/>
          <p:cNvSpPr txBox="1"/>
          <p:nvPr>
            <p:ph idx="4" type="subTitle"/>
          </p:nvPr>
        </p:nvSpPr>
        <p:spPr>
          <a:xfrm>
            <a:off x="2990704" y="3153213"/>
            <a:ext cx="4318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1731" name="Google Shape;17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343651" y="-1140056"/>
            <a:ext cx="5295899" cy="25406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2" name="Google Shape;1732;p24"/>
          <p:cNvGrpSpPr/>
          <p:nvPr/>
        </p:nvGrpSpPr>
        <p:grpSpPr>
          <a:xfrm rot="-401264">
            <a:off x="-584108" y="13034"/>
            <a:ext cx="1464787" cy="1541509"/>
            <a:chOff x="4138184" y="930105"/>
            <a:chExt cx="3868174" cy="4070779"/>
          </a:xfrm>
        </p:grpSpPr>
        <p:sp>
          <p:nvSpPr>
            <p:cNvPr id="1733" name="Google Shape;1733;p24"/>
            <p:cNvSpPr/>
            <p:nvPr/>
          </p:nvSpPr>
          <p:spPr>
            <a:xfrm>
              <a:off x="4443675" y="2864062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34" name="Google Shape;1734;p24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1735" name="Google Shape;1735;p24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6" name="Google Shape;1736;p24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7" name="Google Shape;1737;p24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24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24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0" name="Google Shape;1740;p24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1" name="Google Shape;1741;p24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24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24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24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5" name="Google Shape;1745;p24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24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24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8" name="Google Shape;1748;p24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9" name="Google Shape;1749;p24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0" name="Google Shape;1750;p24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24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2" name="Google Shape;1752;p24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3" name="Google Shape;1753;p24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24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24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6" name="Google Shape;1756;p24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7" name="Google Shape;1757;p24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24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9" name="Google Shape;1759;p24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0" name="Google Shape;1760;p24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24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24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24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4" name="Google Shape;1764;p24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5" name="Google Shape;1765;p24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6" name="Google Shape;1766;p24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7" name="Google Shape;1767;p24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8" name="Google Shape;1768;p24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9" name="Google Shape;1769;p24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24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24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2" name="Google Shape;1772;p24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3" name="Google Shape;1773;p24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4" name="Google Shape;1774;p24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24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p24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24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24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24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0" name="Google Shape;1780;p24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24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24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24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4" name="Google Shape;1784;p24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24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24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24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24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9" name="Google Shape;1789;p24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24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24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24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24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24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24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24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24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24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24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24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24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24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24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24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24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6" name="Google Shape;1806;p24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24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24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9" name="Google Shape;1809;p24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0" name="Google Shape;1810;p24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24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24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3" name="Google Shape;1813;p24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24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24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24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24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24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24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24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24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24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24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24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24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24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24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24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24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24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24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24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24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24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24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24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24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24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24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24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24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24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24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24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24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6" name="Google Shape;1846;p24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24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24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9" name="Google Shape;1849;p24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24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24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24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3" name="Google Shape;1853;p24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4" name="Google Shape;1854;p24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24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24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7" name="Google Shape;1857;p24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24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24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24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24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24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24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24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24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24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24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24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869;p24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70" name="Google Shape;1870;p24"/>
          <p:cNvSpPr/>
          <p:nvPr/>
        </p:nvSpPr>
        <p:spPr>
          <a:xfrm>
            <a:off x="-104775" y="1695450"/>
            <a:ext cx="629775" cy="3886200"/>
          </a:xfrm>
          <a:custGeom>
            <a:rect b="b" l="l" r="r" t="t"/>
            <a:pathLst>
              <a:path extrusionOk="0" h="155448" w="25191">
                <a:moveTo>
                  <a:pt x="0" y="0"/>
                </a:moveTo>
                <a:cubicBezTo>
                  <a:pt x="2018" y="10090"/>
                  <a:pt x="16342" y="14976"/>
                  <a:pt x="17907" y="25146"/>
                </a:cubicBezTo>
                <a:cubicBezTo>
                  <a:pt x="20160" y="39790"/>
                  <a:pt x="1022" y="54581"/>
                  <a:pt x="6858" y="68199"/>
                </a:cubicBezTo>
                <a:cubicBezTo>
                  <a:pt x="8962" y="73109"/>
                  <a:pt x="16860" y="74200"/>
                  <a:pt x="22098" y="73152"/>
                </a:cubicBezTo>
                <a:cubicBezTo>
                  <a:pt x="24849" y="72602"/>
                  <a:pt x="24142" y="64770"/>
                  <a:pt x="21336" y="64770"/>
                </a:cubicBezTo>
                <a:cubicBezTo>
                  <a:pt x="18551" y="64770"/>
                  <a:pt x="18215" y="69622"/>
                  <a:pt x="17907" y="72390"/>
                </a:cubicBezTo>
                <a:cubicBezTo>
                  <a:pt x="17289" y="77950"/>
                  <a:pt x="16048" y="83669"/>
                  <a:pt x="17145" y="89154"/>
                </a:cubicBezTo>
                <a:cubicBezTo>
                  <a:pt x="17936" y="93110"/>
                  <a:pt x="21752" y="95943"/>
                  <a:pt x="22860" y="99822"/>
                </a:cubicBezTo>
                <a:cubicBezTo>
                  <a:pt x="25130" y="107768"/>
                  <a:pt x="26077" y="116588"/>
                  <a:pt x="24003" y="124587"/>
                </a:cubicBezTo>
                <a:cubicBezTo>
                  <a:pt x="22238" y="131393"/>
                  <a:pt x="20766" y="138618"/>
                  <a:pt x="16764" y="144399"/>
                </a:cubicBezTo>
                <a:cubicBezTo>
                  <a:pt x="14370" y="147857"/>
                  <a:pt x="10668" y="151242"/>
                  <a:pt x="10668" y="155448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24"/>
          <p:cNvSpPr/>
          <p:nvPr/>
        </p:nvSpPr>
        <p:spPr>
          <a:xfrm>
            <a:off x="5800725" y="-133350"/>
            <a:ext cx="3829050" cy="4267200"/>
          </a:xfrm>
          <a:custGeom>
            <a:rect b="b" l="l" r="r" t="t"/>
            <a:pathLst>
              <a:path extrusionOk="0" h="170688" w="153162">
                <a:moveTo>
                  <a:pt x="0" y="0"/>
                </a:moveTo>
                <a:cubicBezTo>
                  <a:pt x="1503" y="9020"/>
                  <a:pt x="12894" y="14358"/>
                  <a:pt x="21717" y="16764"/>
                </a:cubicBezTo>
                <a:cubicBezTo>
                  <a:pt x="33191" y="19893"/>
                  <a:pt x="45488" y="23287"/>
                  <a:pt x="57150" y="20955"/>
                </a:cubicBezTo>
                <a:cubicBezTo>
                  <a:pt x="59949" y="20395"/>
                  <a:pt x="63829" y="19182"/>
                  <a:pt x="64389" y="16383"/>
                </a:cubicBezTo>
                <a:cubicBezTo>
                  <a:pt x="64900" y="13828"/>
                  <a:pt x="61610" y="10157"/>
                  <a:pt x="59055" y="10668"/>
                </a:cubicBezTo>
                <a:cubicBezTo>
                  <a:pt x="56335" y="11212"/>
                  <a:pt x="58860" y="17429"/>
                  <a:pt x="61341" y="18669"/>
                </a:cubicBezTo>
                <a:cubicBezTo>
                  <a:pt x="74784" y="25390"/>
                  <a:pt x="91361" y="16900"/>
                  <a:pt x="106299" y="15240"/>
                </a:cubicBezTo>
                <a:cubicBezTo>
                  <a:pt x="111097" y="14707"/>
                  <a:pt x="117068" y="12530"/>
                  <a:pt x="120777" y="15621"/>
                </a:cubicBezTo>
                <a:cubicBezTo>
                  <a:pt x="128509" y="22064"/>
                  <a:pt x="118208" y="35662"/>
                  <a:pt x="115443" y="45339"/>
                </a:cubicBezTo>
                <a:cubicBezTo>
                  <a:pt x="113216" y="53132"/>
                  <a:pt x="124677" y="58667"/>
                  <a:pt x="129540" y="65151"/>
                </a:cubicBezTo>
                <a:cubicBezTo>
                  <a:pt x="131451" y="67699"/>
                  <a:pt x="130302" y="71491"/>
                  <a:pt x="130302" y="74676"/>
                </a:cubicBezTo>
                <a:cubicBezTo>
                  <a:pt x="130302" y="88540"/>
                  <a:pt x="112776" y="98531"/>
                  <a:pt x="112776" y="112395"/>
                </a:cubicBezTo>
                <a:cubicBezTo>
                  <a:pt x="112776" y="123658"/>
                  <a:pt x="122994" y="132567"/>
                  <a:pt x="129540" y="141732"/>
                </a:cubicBezTo>
                <a:cubicBezTo>
                  <a:pt x="136780" y="151868"/>
                  <a:pt x="144354" y="161880"/>
                  <a:pt x="153162" y="170688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2" name="Google Shape;1872;p24"/>
          <p:cNvPicPr preferRelativeResize="0"/>
          <p:nvPr/>
        </p:nvPicPr>
        <p:blipFill rotWithShape="1">
          <a:blip r:embed="rId4">
            <a:alphaModFix/>
          </a:blip>
          <a:srcRect b="22306" l="8076" r="19622" t="22301"/>
          <a:stretch/>
        </p:blipFill>
        <p:spPr>
          <a:xfrm>
            <a:off x="-1392950" y="4248150"/>
            <a:ext cx="3829051" cy="12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4" name="Google Shape;1874;p25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5" name="Google Shape;187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6" name="Google Shape;1876;p25"/>
          <p:cNvSpPr txBox="1"/>
          <p:nvPr>
            <p:ph idx="1" type="subTitle"/>
          </p:nvPr>
        </p:nvSpPr>
        <p:spPr>
          <a:xfrm>
            <a:off x="4730353" y="1429500"/>
            <a:ext cx="3693600" cy="2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7" name="Google Shape;1877;p25"/>
          <p:cNvSpPr txBox="1"/>
          <p:nvPr>
            <p:ph idx="2" type="subTitle"/>
          </p:nvPr>
        </p:nvSpPr>
        <p:spPr>
          <a:xfrm>
            <a:off x="720000" y="1429500"/>
            <a:ext cx="3693600" cy="2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78" name="Google Shape;18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3476" y="-1243691"/>
            <a:ext cx="5295901" cy="236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9" name="Google Shape;187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4101" y="3773527"/>
            <a:ext cx="5295899" cy="2251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0" name="Google Shape;1880;p25"/>
          <p:cNvSpPr/>
          <p:nvPr/>
        </p:nvSpPr>
        <p:spPr>
          <a:xfrm rot="-251187">
            <a:off x="7194911" y="-190501"/>
            <a:ext cx="2287827" cy="5467176"/>
          </a:xfrm>
          <a:custGeom>
            <a:rect b="b" l="l" r="r" t="t"/>
            <a:pathLst>
              <a:path extrusionOk="0" h="218694" w="91516">
                <a:moveTo>
                  <a:pt x="6336" y="0"/>
                </a:moveTo>
                <a:cubicBezTo>
                  <a:pt x="2426" y="2932"/>
                  <a:pt x="-719" y="8542"/>
                  <a:pt x="240" y="13335"/>
                </a:cubicBezTo>
                <a:cubicBezTo>
                  <a:pt x="1262" y="18447"/>
                  <a:pt x="8033" y="21361"/>
                  <a:pt x="13194" y="22098"/>
                </a:cubicBezTo>
                <a:cubicBezTo>
                  <a:pt x="32334" y="24832"/>
                  <a:pt x="65916" y="13184"/>
                  <a:pt x="70344" y="32004"/>
                </a:cubicBezTo>
                <a:cubicBezTo>
                  <a:pt x="72191" y="39855"/>
                  <a:pt x="70473" y="48594"/>
                  <a:pt x="67296" y="56007"/>
                </a:cubicBezTo>
                <a:cubicBezTo>
                  <a:pt x="64745" y="61960"/>
                  <a:pt x="59217" y="66763"/>
                  <a:pt x="58152" y="73152"/>
                </a:cubicBezTo>
                <a:cubicBezTo>
                  <a:pt x="57443" y="77406"/>
                  <a:pt x="59750" y="81664"/>
                  <a:pt x="61200" y="85725"/>
                </a:cubicBezTo>
                <a:cubicBezTo>
                  <a:pt x="64704" y="95535"/>
                  <a:pt x="76519" y="99914"/>
                  <a:pt x="83298" y="107823"/>
                </a:cubicBezTo>
                <a:cubicBezTo>
                  <a:pt x="88991" y="114465"/>
                  <a:pt x="94643" y="126351"/>
                  <a:pt x="89394" y="133350"/>
                </a:cubicBezTo>
                <a:cubicBezTo>
                  <a:pt x="86292" y="137486"/>
                  <a:pt x="80848" y="140589"/>
                  <a:pt x="75678" y="140589"/>
                </a:cubicBezTo>
                <a:cubicBezTo>
                  <a:pt x="72534" y="140589"/>
                  <a:pt x="70440" y="136621"/>
                  <a:pt x="69201" y="133731"/>
                </a:cubicBezTo>
                <a:cubicBezTo>
                  <a:pt x="66618" y="127705"/>
                  <a:pt x="74243" y="113033"/>
                  <a:pt x="79488" y="116967"/>
                </a:cubicBezTo>
                <a:cubicBezTo>
                  <a:pt x="96619" y="129815"/>
                  <a:pt x="54966" y="153252"/>
                  <a:pt x="50151" y="174117"/>
                </a:cubicBezTo>
                <a:cubicBezTo>
                  <a:pt x="48398" y="181715"/>
                  <a:pt x="58734" y="187272"/>
                  <a:pt x="64248" y="192786"/>
                </a:cubicBezTo>
                <a:cubicBezTo>
                  <a:pt x="70501" y="199039"/>
                  <a:pt x="69963" y="209850"/>
                  <a:pt x="69963" y="218694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25"/>
          <p:cNvSpPr/>
          <p:nvPr/>
        </p:nvSpPr>
        <p:spPr>
          <a:xfrm>
            <a:off x="4724400" y="4609318"/>
            <a:ext cx="3905250" cy="915175"/>
          </a:xfrm>
          <a:custGeom>
            <a:rect b="b" l="l" r="r" t="t"/>
            <a:pathLst>
              <a:path extrusionOk="0" h="36607" w="156210">
                <a:moveTo>
                  <a:pt x="0" y="20605"/>
                </a:moveTo>
                <a:cubicBezTo>
                  <a:pt x="7819" y="22343"/>
                  <a:pt x="16102" y="23065"/>
                  <a:pt x="24003" y="21748"/>
                </a:cubicBezTo>
                <a:cubicBezTo>
                  <a:pt x="36962" y="19588"/>
                  <a:pt x="46333" y="7753"/>
                  <a:pt x="58293" y="2317"/>
                </a:cubicBezTo>
                <a:cubicBezTo>
                  <a:pt x="66617" y="-1467"/>
                  <a:pt x="76830" y="199"/>
                  <a:pt x="85725" y="2317"/>
                </a:cubicBezTo>
                <a:cubicBezTo>
                  <a:pt x="88937" y="3082"/>
                  <a:pt x="93119" y="3327"/>
                  <a:pt x="94869" y="6127"/>
                </a:cubicBezTo>
                <a:cubicBezTo>
                  <a:pt x="97166" y="9803"/>
                  <a:pt x="97153" y="14899"/>
                  <a:pt x="96012" y="19081"/>
                </a:cubicBezTo>
                <a:cubicBezTo>
                  <a:pt x="94446" y="24824"/>
                  <a:pt x="77195" y="28321"/>
                  <a:pt x="78486" y="22510"/>
                </a:cubicBezTo>
                <a:cubicBezTo>
                  <a:pt x="79985" y="15763"/>
                  <a:pt x="91005" y="15271"/>
                  <a:pt x="97917" y="15271"/>
                </a:cubicBezTo>
                <a:cubicBezTo>
                  <a:pt x="104161" y="15271"/>
                  <a:pt x="110847" y="14335"/>
                  <a:pt x="116586" y="16795"/>
                </a:cubicBezTo>
                <a:cubicBezTo>
                  <a:pt x="121931" y="19086"/>
                  <a:pt x="126396" y="23054"/>
                  <a:pt x="131445" y="25939"/>
                </a:cubicBezTo>
                <a:cubicBezTo>
                  <a:pt x="139249" y="30398"/>
                  <a:pt x="149854" y="30251"/>
                  <a:pt x="156210" y="36607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2" name="Google Shape;1882;p25"/>
          <p:cNvPicPr preferRelativeResize="0"/>
          <p:nvPr/>
        </p:nvPicPr>
        <p:blipFill rotWithShape="1">
          <a:blip r:embed="rId5">
            <a:alphaModFix/>
          </a:blip>
          <a:srcRect b="15040" l="0" r="0" t="15033"/>
          <a:stretch/>
        </p:blipFill>
        <p:spPr>
          <a:xfrm>
            <a:off x="-882300" y="4152899"/>
            <a:ext cx="5295899" cy="180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" name="Google Shape;1884;p26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5" name="Google Shape;188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86" name="Google Shape;1886;p26"/>
          <p:cNvSpPr txBox="1"/>
          <p:nvPr>
            <p:ph idx="1" type="subTitle"/>
          </p:nvPr>
        </p:nvSpPr>
        <p:spPr>
          <a:xfrm>
            <a:off x="850162" y="3565100"/>
            <a:ext cx="2350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7" name="Google Shape;1887;p26"/>
          <p:cNvSpPr txBox="1"/>
          <p:nvPr>
            <p:ph idx="2" type="subTitle"/>
          </p:nvPr>
        </p:nvSpPr>
        <p:spPr>
          <a:xfrm>
            <a:off x="3396900" y="2828325"/>
            <a:ext cx="2350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8" name="Google Shape;1888;p26"/>
          <p:cNvSpPr txBox="1"/>
          <p:nvPr>
            <p:ph idx="3" type="subTitle"/>
          </p:nvPr>
        </p:nvSpPr>
        <p:spPr>
          <a:xfrm>
            <a:off x="5943638" y="3565100"/>
            <a:ext cx="2350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9" name="Google Shape;1889;p26"/>
          <p:cNvSpPr txBox="1"/>
          <p:nvPr>
            <p:ph idx="4" type="subTitle"/>
          </p:nvPr>
        </p:nvSpPr>
        <p:spPr>
          <a:xfrm>
            <a:off x="850162" y="3110525"/>
            <a:ext cx="2350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0" name="Google Shape;1890;p26"/>
          <p:cNvSpPr txBox="1"/>
          <p:nvPr>
            <p:ph idx="5" type="subTitle"/>
          </p:nvPr>
        </p:nvSpPr>
        <p:spPr>
          <a:xfrm>
            <a:off x="3396900" y="2373750"/>
            <a:ext cx="2350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1" name="Google Shape;1891;p26"/>
          <p:cNvSpPr txBox="1"/>
          <p:nvPr>
            <p:ph idx="6" type="subTitle"/>
          </p:nvPr>
        </p:nvSpPr>
        <p:spPr>
          <a:xfrm>
            <a:off x="5943638" y="3110525"/>
            <a:ext cx="2350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1892" name="Google Shape;18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7476" y="-857991"/>
            <a:ext cx="5295899" cy="228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3" name="Google Shape;18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90724" y="-1342905"/>
            <a:ext cx="5295899" cy="28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4" name="Google Shape;189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5551" y="3555570"/>
            <a:ext cx="5295899" cy="28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5" name="Google Shape;18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71724" y="3840471"/>
            <a:ext cx="5295899" cy="2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1896" name="Google Shape;1896;p26"/>
          <p:cNvSpPr/>
          <p:nvPr/>
        </p:nvSpPr>
        <p:spPr>
          <a:xfrm>
            <a:off x="-342900" y="1333500"/>
            <a:ext cx="968975" cy="2638425"/>
          </a:xfrm>
          <a:custGeom>
            <a:rect b="b" l="l" r="r" t="t"/>
            <a:pathLst>
              <a:path extrusionOk="0" h="105537" w="38759">
                <a:moveTo>
                  <a:pt x="4191" y="0"/>
                </a:moveTo>
                <a:cubicBezTo>
                  <a:pt x="7031" y="11359"/>
                  <a:pt x="15531" y="24575"/>
                  <a:pt x="27051" y="26670"/>
                </a:cubicBezTo>
                <a:cubicBezTo>
                  <a:pt x="30091" y="27223"/>
                  <a:pt x="33575" y="26784"/>
                  <a:pt x="36195" y="25146"/>
                </a:cubicBezTo>
                <a:cubicBezTo>
                  <a:pt x="40096" y="22708"/>
                  <a:pt x="39243" y="11938"/>
                  <a:pt x="34671" y="11430"/>
                </a:cubicBezTo>
                <a:cubicBezTo>
                  <a:pt x="17836" y="9559"/>
                  <a:pt x="29394" y="45228"/>
                  <a:pt x="30861" y="62103"/>
                </a:cubicBezTo>
                <a:cubicBezTo>
                  <a:pt x="32400" y="79797"/>
                  <a:pt x="12559" y="92978"/>
                  <a:pt x="0" y="105537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26"/>
          <p:cNvSpPr/>
          <p:nvPr/>
        </p:nvSpPr>
        <p:spPr>
          <a:xfrm>
            <a:off x="2105025" y="4814237"/>
            <a:ext cx="5638800" cy="519775"/>
          </a:xfrm>
          <a:custGeom>
            <a:rect b="b" l="l" r="r" t="t"/>
            <a:pathLst>
              <a:path extrusionOk="0" h="20791" w="225552">
                <a:moveTo>
                  <a:pt x="0" y="20791"/>
                </a:moveTo>
                <a:cubicBezTo>
                  <a:pt x="15450" y="8774"/>
                  <a:pt x="37011" y="1640"/>
                  <a:pt x="56388" y="4408"/>
                </a:cubicBezTo>
                <a:cubicBezTo>
                  <a:pt x="72093" y="6652"/>
                  <a:pt x="85917" y="17568"/>
                  <a:pt x="101727" y="18886"/>
                </a:cubicBezTo>
                <a:cubicBezTo>
                  <a:pt x="123511" y="20701"/>
                  <a:pt x="142808" y="2032"/>
                  <a:pt x="164592" y="217"/>
                </a:cubicBezTo>
                <a:cubicBezTo>
                  <a:pt x="185376" y="-1515"/>
                  <a:pt x="204980" y="10885"/>
                  <a:pt x="225552" y="14314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26"/>
          <p:cNvSpPr/>
          <p:nvPr/>
        </p:nvSpPr>
        <p:spPr>
          <a:xfrm>
            <a:off x="8601075" y="-152400"/>
            <a:ext cx="781050" cy="3276600"/>
          </a:xfrm>
          <a:custGeom>
            <a:rect b="b" l="l" r="r" t="t"/>
            <a:pathLst>
              <a:path extrusionOk="0" h="131064" w="31242">
                <a:moveTo>
                  <a:pt x="18669" y="0"/>
                </a:moveTo>
                <a:cubicBezTo>
                  <a:pt x="11045" y="3812"/>
                  <a:pt x="3631" y="12864"/>
                  <a:pt x="4572" y="21336"/>
                </a:cubicBezTo>
                <a:cubicBezTo>
                  <a:pt x="5953" y="33766"/>
                  <a:pt x="16642" y="47107"/>
                  <a:pt x="11049" y="58293"/>
                </a:cubicBezTo>
                <a:cubicBezTo>
                  <a:pt x="10002" y="60388"/>
                  <a:pt x="8011" y="62406"/>
                  <a:pt x="5715" y="62865"/>
                </a:cubicBezTo>
                <a:cubicBezTo>
                  <a:pt x="3243" y="63359"/>
                  <a:pt x="0" y="60433"/>
                  <a:pt x="0" y="57912"/>
                </a:cubicBezTo>
                <a:cubicBezTo>
                  <a:pt x="0" y="54418"/>
                  <a:pt x="7875" y="51640"/>
                  <a:pt x="9906" y="54483"/>
                </a:cubicBezTo>
                <a:cubicBezTo>
                  <a:pt x="14347" y="60701"/>
                  <a:pt x="6873" y="69581"/>
                  <a:pt x="3810" y="76581"/>
                </a:cubicBezTo>
                <a:cubicBezTo>
                  <a:pt x="-11" y="85314"/>
                  <a:pt x="-347" y="96113"/>
                  <a:pt x="2667" y="105156"/>
                </a:cubicBezTo>
                <a:cubicBezTo>
                  <a:pt x="6733" y="117353"/>
                  <a:pt x="31242" y="118207"/>
                  <a:pt x="31242" y="131064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9" name="Google Shape;1899;p26"/>
          <p:cNvGrpSpPr/>
          <p:nvPr/>
        </p:nvGrpSpPr>
        <p:grpSpPr>
          <a:xfrm rot="-1242288">
            <a:off x="7836536" y="4471204"/>
            <a:ext cx="1429970" cy="1600586"/>
            <a:chOff x="4138184" y="930105"/>
            <a:chExt cx="3868174" cy="4329704"/>
          </a:xfrm>
        </p:grpSpPr>
        <p:sp>
          <p:nvSpPr>
            <p:cNvPr id="1900" name="Google Shape;1900;p26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1" name="Google Shape;1901;p26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1902" name="Google Shape;1902;p26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26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26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p26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p26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26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26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26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0" name="Google Shape;1910;p26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26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26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26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p26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26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26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917;p26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26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26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26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1" name="Google Shape;1921;p26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26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26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26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p26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6" name="Google Shape;1926;p26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26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26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26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p26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1" name="Google Shape;1931;p26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2" name="Google Shape;1932;p26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26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p26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5" name="Google Shape;1935;p26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p26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26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8" name="Google Shape;1938;p26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9" name="Google Shape;1939;p26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0" name="Google Shape;1940;p26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1" name="Google Shape;1941;p26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2" name="Google Shape;1942;p26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3" name="Google Shape;1943;p26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4" name="Google Shape;1944;p26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5" name="Google Shape;1945;p26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6" name="Google Shape;1946;p26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7" name="Google Shape;1947;p26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8" name="Google Shape;1948;p26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9" name="Google Shape;1949;p26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0" name="Google Shape;1950;p26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p26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2" name="Google Shape;1952;p26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p26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p26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p26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p26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7" name="Google Shape;1957;p26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8" name="Google Shape;1958;p26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p26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26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p26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p26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p26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4" name="Google Shape;1964;p26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5" name="Google Shape;1965;p26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6" name="Google Shape;1966;p26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7" name="Google Shape;1967;p26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8" name="Google Shape;1968;p26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9" name="Google Shape;1969;p26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0" name="Google Shape;1970;p26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1" name="Google Shape;1971;p26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2" name="Google Shape;1972;p26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3" name="Google Shape;1973;p26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4" name="Google Shape;1974;p26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5" name="Google Shape;1975;p26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6" name="Google Shape;1976;p26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7" name="Google Shape;1977;p26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8" name="Google Shape;1978;p26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9" name="Google Shape;1979;p26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0" name="Google Shape;1980;p26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1" name="Google Shape;1981;p26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2" name="Google Shape;1982;p26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p26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4" name="Google Shape;1984;p26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5" name="Google Shape;1985;p26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6" name="Google Shape;1986;p26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7" name="Google Shape;1987;p26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8" name="Google Shape;1988;p26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9" name="Google Shape;1989;p26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0" name="Google Shape;1990;p26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1" name="Google Shape;1991;p26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2" name="Google Shape;1992;p26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3" name="Google Shape;1993;p26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4" name="Google Shape;1994;p26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5" name="Google Shape;1995;p26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6" name="Google Shape;1996;p26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7" name="Google Shape;1997;p26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8" name="Google Shape;1998;p26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9" name="Google Shape;1999;p26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0" name="Google Shape;2000;p26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1" name="Google Shape;2001;p26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2" name="Google Shape;2002;p26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3" name="Google Shape;2003;p26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4" name="Google Shape;2004;p26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5" name="Google Shape;2005;p26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6" name="Google Shape;2006;p26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7" name="Google Shape;2007;p26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8" name="Google Shape;2008;p26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9" name="Google Shape;2009;p26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0" name="Google Shape;2010;p26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1" name="Google Shape;2011;p26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2" name="Google Shape;2012;p26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3" name="Google Shape;2013;p26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4" name="Google Shape;2014;p26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5" name="Google Shape;2015;p26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6" name="Google Shape;2016;p26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7" name="Google Shape;2017;p26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8" name="Google Shape;2018;p26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9" name="Google Shape;2019;p26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0" name="Google Shape;2020;p26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1" name="Google Shape;2021;p26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2" name="Google Shape;2022;p26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3" name="Google Shape;2023;p26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4" name="Google Shape;2024;p26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5" name="Google Shape;2025;p26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6" name="Google Shape;2026;p26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7" name="Google Shape;2027;p26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8" name="Google Shape;2028;p26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9" name="Google Shape;2029;p26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0" name="Google Shape;2030;p26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1" name="Google Shape;2031;p26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2" name="Google Shape;2032;p26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3" name="Google Shape;2033;p26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4" name="Google Shape;2034;p26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5" name="Google Shape;2035;p26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6" name="Google Shape;2036;p26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37" name="Google Shape;2037;p26"/>
          <p:cNvGrpSpPr/>
          <p:nvPr/>
        </p:nvGrpSpPr>
        <p:grpSpPr>
          <a:xfrm rot="1374575">
            <a:off x="-551204" y="-260753"/>
            <a:ext cx="1429904" cy="1600512"/>
            <a:chOff x="4138184" y="930105"/>
            <a:chExt cx="3868174" cy="4329704"/>
          </a:xfrm>
        </p:grpSpPr>
        <p:sp>
          <p:nvSpPr>
            <p:cNvPr id="2038" name="Google Shape;2038;p26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39" name="Google Shape;2039;p26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040" name="Google Shape;2040;p26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1" name="Google Shape;2041;p26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2" name="Google Shape;2042;p26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3" name="Google Shape;2043;p26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4" name="Google Shape;2044;p26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5" name="Google Shape;2045;p26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6" name="Google Shape;2046;p26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7" name="Google Shape;2047;p26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8" name="Google Shape;2048;p26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9" name="Google Shape;2049;p26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0" name="Google Shape;2050;p26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1" name="Google Shape;2051;p26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2" name="Google Shape;2052;p26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p26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p26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5" name="Google Shape;2055;p26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6" name="Google Shape;2056;p26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26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8" name="Google Shape;2058;p26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9" name="Google Shape;2059;p26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0" name="Google Shape;2060;p26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1" name="Google Shape;2061;p26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2" name="Google Shape;2062;p26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3" name="Google Shape;2063;p26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4" name="Google Shape;2064;p26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p26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6" name="Google Shape;2066;p26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7" name="Google Shape;2067;p26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8" name="Google Shape;2068;p26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9" name="Google Shape;2069;p26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0" name="Google Shape;2070;p26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1" name="Google Shape;2071;p26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2" name="Google Shape;2072;p26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3" name="Google Shape;2073;p26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4" name="Google Shape;2074;p26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5" name="Google Shape;2075;p26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6" name="Google Shape;2076;p26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7" name="Google Shape;2077;p26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26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9" name="Google Shape;2079;p26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0" name="Google Shape;2080;p26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26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p26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3" name="Google Shape;2083;p26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4" name="Google Shape;2084;p26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p26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p26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7" name="Google Shape;2087;p26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8" name="Google Shape;2088;p26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26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26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1" name="Google Shape;2091;p26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p26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26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26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5" name="Google Shape;2095;p26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6" name="Google Shape;2096;p26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7" name="Google Shape;2097;p26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26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26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p26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p26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26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26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4" name="Google Shape;2104;p26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5" name="Google Shape;2105;p26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p26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26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p26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9" name="Google Shape;2109;p26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26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26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2" name="Google Shape;2112;p26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3" name="Google Shape;2113;p26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4" name="Google Shape;2114;p26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26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6" name="Google Shape;2116;p26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7" name="Google Shape;2117;p26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26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9" name="Google Shape;2119;p26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0" name="Google Shape;2120;p26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1" name="Google Shape;2121;p26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2" name="Google Shape;2122;p26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26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26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5" name="Google Shape;2125;p26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6" name="Google Shape;2126;p26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26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8" name="Google Shape;2128;p26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9" name="Google Shape;2129;p26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p26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1" name="Google Shape;2131;p26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p26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3" name="Google Shape;2133;p26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4" name="Google Shape;2134;p26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5" name="Google Shape;2135;p26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6" name="Google Shape;2136;p26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7" name="Google Shape;2137;p26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8" name="Google Shape;2138;p26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9" name="Google Shape;2139;p26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0" name="Google Shape;2140;p26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p26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2" name="Google Shape;2142;p26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p26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4" name="Google Shape;2144;p26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5" name="Google Shape;2145;p26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6" name="Google Shape;2146;p26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7" name="Google Shape;2147;p26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8" name="Google Shape;2148;p26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9" name="Google Shape;2149;p26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26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1" name="Google Shape;2151;p26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" name="Google Shape;2152;p26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p26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p26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5" name="Google Shape;2155;p26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6" name="Google Shape;2156;p26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7" name="Google Shape;2157;p26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p26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9" name="Google Shape;2159;p26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0" name="Google Shape;2160;p26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p26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p26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p26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p26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p26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p26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7" name="Google Shape;2167;p26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8" name="Google Shape;2168;p26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9" name="Google Shape;2169;p26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0" name="Google Shape;2170;p26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1" name="Google Shape;2171;p26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2" name="Google Shape;2172;p26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3" name="Google Shape;2173;p26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4" name="Google Shape;2174;p26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6" name="Google Shape;2176;p27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Google Shape;217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78" name="Google Shape;2178;p27"/>
          <p:cNvSpPr txBox="1"/>
          <p:nvPr>
            <p:ph idx="1" type="subTitle"/>
          </p:nvPr>
        </p:nvSpPr>
        <p:spPr>
          <a:xfrm>
            <a:off x="910500" y="1985500"/>
            <a:ext cx="214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9" name="Google Shape;2179;p27"/>
          <p:cNvSpPr txBox="1"/>
          <p:nvPr>
            <p:ph idx="2" type="subTitle"/>
          </p:nvPr>
        </p:nvSpPr>
        <p:spPr>
          <a:xfrm>
            <a:off x="6092400" y="1985500"/>
            <a:ext cx="214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0" name="Google Shape;2180;p27"/>
          <p:cNvSpPr txBox="1"/>
          <p:nvPr>
            <p:ph idx="3" type="subTitle"/>
          </p:nvPr>
        </p:nvSpPr>
        <p:spPr>
          <a:xfrm>
            <a:off x="910500" y="3404688"/>
            <a:ext cx="214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1" name="Google Shape;2181;p27"/>
          <p:cNvSpPr txBox="1"/>
          <p:nvPr>
            <p:ph idx="4" type="subTitle"/>
          </p:nvPr>
        </p:nvSpPr>
        <p:spPr>
          <a:xfrm>
            <a:off x="6092400" y="3404688"/>
            <a:ext cx="214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2" name="Google Shape;2182;p27"/>
          <p:cNvSpPr txBox="1"/>
          <p:nvPr>
            <p:ph idx="5" type="subTitle"/>
          </p:nvPr>
        </p:nvSpPr>
        <p:spPr>
          <a:xfrm>
            <a:off x="910500" y="1701900"/>
            <a:ext cx="2141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83" name="Google Shape;2183;p27"/>
          <p:cNvSpPr txBox="1"/>
          <p:nvPr>
            <p:ph idx="6" type="subTitle"/>
          </p:nvPr>
        </p:nvSpPr>
        <p:spPr>
          <a:xfrm>
            <a:off x="910500" y="3121163"/>
            <a:ext cx="2141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84" name="Google Shape;2184;p27"/>
          <p:cNvSpPr txBox="1"/>
          <p:nvPr>
            <p:ph idx="7" type="subTitle"/>
          </p:nvPr>
        </p:nvSpPr>
        <p:spPr>
          <a:xfrm>
            <a:off x="6092396" y="1701900"/>
            <a:ext cx="2141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85" name="Google Shape;2185;p27"/>
          <p:cNvSpPr txBox="1"/>
          <p:nvPr>
            <p:ph idx="8" type="subTitle"/>
          </p:nvPr>
        </p:nvSpPr>
        <p:spPr>
          <a:xfrm>
            <a:off x="6092396" y="3121163"/>
            <a:ext cx="2141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2186" name="Google Shape;21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89549" y="3771084"/>
            <a:ext cx="5295901" cy="236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2826" y="3574481"/>
            <a:ext cx="5295899" cy="254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8" name="Google Shape;21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032424" y="-1208048"/>
            <a:ext cx="5295899" cy="25863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9" name="Google Shape;2189;p27"/>
          <p:cNvGrpSpPr/>
          <p:nvPr/>
        </p:nvGrpSpPr>
        <p:grpSpPr>
          <a:xfrm rot="-5400000">
            <a:off x="72297" y="4222928"/>
            <a:ext cx="1429677" cy="1600259"/>
            <a:chOff x="4138184" y="930105"/>
            <a:chExt cx="3868174" cy="4329704"/>
          </a:xfrm>
        </p:grpSpPr>
        <p:sp>
          <p:nvSpPr>
            <p:cNvPr id="2190" name="Google Shape;2190;p27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91" name="Google Shape;2191;p27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192" name="Google Shape;2192;p27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3" name="Google Shape;2193;p27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p27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5" name="Google Shape;2195;p27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6" name="Google Shape;2196;p27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p27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8" name="Google Shape;2198;p27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9" name="Google Shape;2199;p27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0" name="Google Shape;2200;p27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1" name="Google Shape;2201;p27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2" name="Google Shape;2202;p27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3" name="Google Shape;2203;p27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4" name="Google Shape;2204;p27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5" name="Google Shape;2205;p27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6" name="Google Shape;2206;p27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7" name="Google Shape;2207;p27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8" name="Google Shape;2208;p27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9" name="Google Shape;2209;p27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0" name="Google Shape;2210;p27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1" name="Google Shape;2211;p27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2" name="Google Shape;2212;p27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3" name="Google Shape;2213;p27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4" name="Google Shape;2214;p27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5" name="Google Shape;2215;p27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6" name="Google Shape;2216;p27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7" name="Google Shape;2217;p27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8" name="Google Shape;2218;p27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9" name="Google Shape;2219;p27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0" name="Google Shape;2220;p27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1" name="Google Shape;2221;p27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2" name="Google Shape;2222;p27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p27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4" name="Google Shape;2224;p27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5" name="Google Shape;2225;p27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p27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7" name="Google Shape;2227;p27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8" name="Google Shape;2228;p27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9" name="Google Shape;2229;p27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0" name="Google Shape;2230;p27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p27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p27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p27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4" name="Google Shape;2234;p27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5" name="Google Shape;2235;p27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p27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7" name="Google Shape;2237;p27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8" name="Google Shape;2238;p27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p27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27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1" name="Google Shape;2241;p27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2" name="Google Shape;2242;p27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3" name="Google Shape;2243;p27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4" name="Google Shape;2244;p27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5" name="Google Shape;2245;p27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6" name="Google Shape;2246;p27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7" name="Google Shape;2247;p27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8" name="Google Shape;2248;p27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p27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0" name="Google Shape;2250;p27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p27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2" name="Google Shape;2252;p27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3" name="Google Shape;2253;p27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27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5" name="Google Shape;2255;p27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6" name="Google Shape;2256;p27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7" name="Google Shape;2257;p27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8" name="Google Shape;2258;p27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9" name="Google Shape;2259;p27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0" name="Google Shape;2260;p27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1" name="Google Shape;2261;p27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2" name="Google Shape;2262;p27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3" name="Google Shape;2263;p27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4" name="Google Shape;2264;p27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5" name="Google Shape;2265;p27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6" name="Google Shape;2266;p27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7" name="Google Shape;2267;p27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8" name="Google Shape;2268;p27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9" name="Google Shape;2269;p27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0" name="Google Shape;2270;p27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1" name="Google Shape;2271;p27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2" name="Google Shape;2272;p27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3" name="Google Shape;2273;p27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4" name="Google Shape;2274;p27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5" name="Google Shape;2275;p27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6" name="Google Shape;2276;p27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27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27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9" name="Google Shape;2279;p27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27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27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2" name="Google Shape;2282;p27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3" name="Google Shape;2283;p27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p27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27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27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27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p27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p27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p27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p27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2" name="Google Shape;2292;p27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3" name="Google Shape;2293;p27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4" name="Google Shape;2294;p27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5" name="Google Shape;2295;p27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6" name="Google Shape;2296;p27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7" name="Google Shape;2297;p27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8" name="Google Shape;2298;p27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9" name="Google Shape;2299;p27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0" name="Google Shape;2300;p27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1" name="Google Shape;2301;p27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2" name="Google Shape;2302;p27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3" name="Google Shape;2303;p27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4" name="Google Shape;2304;p27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5" name="Google Shape;2305;p27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6" name="Google Shape;2306;p27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7" name="Google Shape;2307;p27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8" name="Google Shape;2308;p27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9" name="Google Shape;2309;p27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0" name="Google Shape;2310;p27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1" name="Google Shape;2311;p27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2" name="Google Shape;2312;p27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p27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4" name="Google Shape;2314;p27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5" name="Google Shape;2315;p27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6" name="Google Shape;2316;p27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7" name="Google Shape;2317;p27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8" name="Google Shape;2318;p27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9" name="Google Shape;2319;p27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0" name="Google Shape;2320;p27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1" name="Google Shape;2321;p27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2" name="Google Shape;2322;p27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3" name="Google Shape;2323;p27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4" name="Google Shape;2324;p27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5" name="Google Shape;2325;p27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6" name="Google Shape;2326;p27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27" name="Google Shape;2327;p27"/>
          <p:cNvSpPr/>
          <p:nvPr/>
        </p:nvSpPr>
        <p:spPr>
          <a:xfrm>
            <a:off x="-809625" y="-276225"/>
            <a:ext cx="8086725" cy="675200"/>
          </a:xfrm>
          <a:custGeom>
            <a:rect b="b" l="l" r="r" t="t"/>
            <a:pathLst>
              <a:path extrusionOk="0" h="27008" w="323469">
                <a:moveTo>
                  <a:pt x="0" y="15621"/>
                </a:moveTo>
                <a:cubicBezTo>
                  <a:pt x="16062" y="20210"/>
                  <a:pt x="32851" y="24168"/>
                  <a:pt x="49530" y="23241"/>
                </a:cubicBezTo>
                <a:cubicBezTo>
                  <a:pt x="61126" y="22597"/>
                  <a:pt x="71889" y="16456"/>
                  <a:pt x="83439" y="15240"/>
                </a:cubicBezTo>
                <a:cubicBezTo>
                  <a:pt x="99366" y="13564"/>
                  <a:pt x="115528" y="11566"/>
                  <a:pt x="131445" y="13335"/>
                </a:cubicBezTo>
                <a:cubicBezTo>
                  <a:pt x="148560" y="15237"/>
                  <a:pt x="164186" y="25349"/>
                  <a:pt x="181356" y="26670"/>
                </a:cubicBezTo>
                <a:cubicBezTo>
                  <a:pt x="192643" y="27538"/>
                  <a:pt x="204098" y="26626"/>
                  <a:pt x="215265" y="24765"/>
                </a:cubicBezTo>
                <a:cubicBezTo>
                  <a:pt x="222686" y="23528"/>
                  <a:pt x="228773" y="17447"/>
                  <a:pt x="236220" y="16383"/>
                </a:cubicBezTo>
                <a:cubicBezTo>
                  <a:pt x="254854" y="13721"/>
                  <a:pt x="274150" y="23123"/>
                  <a:pt x="292608" y="19431"/>
                </a:cubicBezTo>
                <a:cubicBezTo>
                  <a:pt x="304528" y="17047"/>
                  <a:pt x="312596" y="5436"/>
                  <a:pt x="323469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1866900" y="4644105"/>
            <a:ext cx="9334500" cy="604175"/>
          </a:xfrm>
          <a:custGeom>
            <a:rect b="b" l="l" r="r" t="t"/>
            <a:pathLst>
              <a:path extrusionOk="0" h="24167" w="373380">
                <a:moveTo>
                  <a:pt x="373380" y="10070"/>
                </a:moveTo>
                <a:cubicBezTo>
                  <a:pt x="364752" y="6834"/>
                  <a:pt x="355125" y="7475"/>
                  <a:pt x="345948" y="6641"/>
                </a:cubicBezTo>
                <a:cubicBezTo>
                  <a:pt x="328237" y="5031"/>
                  <a:pt x="310331" y="4021"/>
                  <a:pt x="292608" y="5498"/>
                </a:cubicBezTo>
                <a:cubicBezTo>
                  <a:pt x="283691" y="6241"/>
                  <a:pt x="274841" y="7656"/>
                  <a:pt x="265938" y="8546"/>
                </a:cubicBezTo>
                <a:cubicBezTo>
                  <a:pt x="259999" y="9140"/>
                  <a:pt x="252806" y="12127"/>
                  <a:pt x="248031" y="8546"/>
                </a:cubicBezTo>
                <a:cubicBezTo>
                  <a:pt x="245976" y="7005"/>
                  <a:pt x="246877" y="2075"/>
                  <a:pt x="249174" y="926"/>
                </a:cubicBezTo>
                <a:cubicBezTo>
                  <a:pt x="251826" y="-400"/>
                  <a:pt x="257518" y="-485"/>
                  <a:pt x="257937" y="2450"/>
                </a:cubicBezTo>
                <a:cubicBezTo>
                  <a:pt x="258889" y="9113"/>
                  <a:pt x="247523" y="13118"/>
                  <a:pt x="240792" y="13118"/>
                </a:cubicBezTo>
                <a:cubicBezTo>
                  <a:pt x="209626" y="13118"/>
                  <a:pt x="178505" y="5196"/>
                  <a:pt x="147447" y="7784"/>
                </a:cubicBezTo>
                <a:cubicBezTo>
                  <a:pt x="131358" y="9125"/>
                  <a:pt x="116347" y="18452"/>
                  <a:pt x="100203" y="18452"/>
                </a:cubicBezTo>
                <a:cubicBezTo>
                  <a:pt x="84686" y="18452"/>
                  <a:pt x="69881" y="11614"/>
                  <a:pt x="54483" y="9689"/>
                </a:cubicBezTo>
                <a:cubicBezTo>
                  <a:pt x="35837" y="7358"/>
                  <a:pt x="16807" y="15763"/>
                  <a:pt x="0" y="24167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9" name="Google Shape;2329;p27"/>
          <p:cNvGrpSpPr/>
          <p:nvPr/>
        </p:nvGrpSpPr>
        <p:grpSpPr>
          <a:xfrm rot="-7391998">
            <a:off x="8105838" y="-32442"/>
            <a:ext cx="1819956" cy="1388273"/>
            <a:chOff x="3082740" y="930105"/>
            <a:chExt cx="4923618" cy="3755764"/>
          </a:xfrm>
        </p:grpSpPr>
        <p:sp>
          <p:nvSpPr>
            <p:cNvPr id="2330" name="Google Shape;2330;p27"/>
            <p:cNvSpPr/>
            <p:nvPr/>
          </p:nvSpPr>
          <p:spPr>
            <a:xfrm>
              <a:off x="3082740" y="1411676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31" name="Google Shape;2331;p27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332" name="Google Shape;2332;p27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3" name="Google Shape;2333;p27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4" name="Google Shape;2334;p27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5" name="Google Shape;2335;p27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6" name="Google Shape;2336;p27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7" name="Google Shape;2337;p27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8" name="Google Shape;2338;p27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9" name="Google Shape;2339;p27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0" name="Google Shape;2340;p27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1" name="Google Shape;2341;p27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2" name="Google Shape;2342;p27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3" name="Google Shape;2343;p27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4" name="Google Shape;2344;p27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5" name="Google Shape;2345;p27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6" name="Google Shape;2346;p27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7" name="Google Shape;2347;p27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8" name="Google Shape;2348;p27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9" name="Google Shape;2349;p27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0" name="Google Shape;2350;p27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1" name="Google Shape;2351;p27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2" name="Google Shape;2352;p27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3" name="Google Shape;2353;p27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4" name="Google Shape;2354;p27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p27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1" name="Google Shape;2361;p27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2" name="Google Shape;2362;p27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3" name="Google Shape;2363;p27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4" name="Google Shape;2364;p27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5" name="Google Shape;2365;p27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p27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7" name="Google Shape;2367;p27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8" name="Google Shape;2368;p27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9" name="Google Shape;2369;p27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0" name="Google Shape;2370;p27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1" name="Google Shape;2371;p27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2" name="Google Shape;2372;p27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3" name="Google Shape;2373;p27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4" name="Google Shape;2374;p27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5" name="Google Shape;2375;p27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6" name="Google Shape;2376;p27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7" name="Google Shape;2377;p27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8" name="Google Shape;2378;p27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9" name="Google Shape;2379;p27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0" name="Google Shape;2380;p27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1" name="Google Shape;2381;p27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2" name="Google Shape;2382;p27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2" name="Google Shape;2392;p27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3" name="Google Shape;2393;p27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3" name="Google Shape;2403;p27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4" name="Google Shape;2404;p27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5" name="Google Shape;2405;p27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6" name="Google Shape;2406;p27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7" name="Google Shape;2407;p27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8" name="Google Shape;2408;p27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9" name="Google Shape;2409;p27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p27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1" name="Google Shape;2411;p27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p27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3" name="Google Shape;2413;p27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p27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4" name="Google Shape;2424;p27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4" name="Google Shape;2434;p27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5" name="Google Shape;2435;p27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6" name="Google Shape;2436;p27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p27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8" name="Google Shape;2438;p27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9" name="Google Shape;2439;p27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0" name="Google Shape;2440;p27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p27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2" name="Google Shape;2442;p27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3" name="Google Shape;2443;p27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4" name="Google Shape;2444;p27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5" name="Google Shape;2445;p27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6" name="Google Shape;2446;p27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7" name="Google Shape;2447;p27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8" name="Google Shape;2448;p27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9" name="Google Shape;2449;p27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0" name="Google Shape;2450;p27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1" name="Google Shape;2451;p27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2" name="Google Shape;2452;p27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3" name="Google Shape;2453;p27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4" name="Google Shape;2454;p27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5" name="Google Shape;2455;p27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6" name="Google Shape;2456;p27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7" name="Google Shape;2457;p27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8" name="Google Shape;2458;p27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p27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p27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p27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p27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3" name="Google Shape;2463;p27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4" name="Google Shape;2464;p27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5" name="Google Shape;2465;p27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6" name="Google Shape;2466;p27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8" name="Google Shape;2468;p28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0" name="Google Shape;2470;p28"/>
          <p:cNvSpPr txBox="1"/>
          <p:nvPr>
            <p:ph idx="1" type="subTitle"/>
          </p:nvPr>
        </p:nvSpPr>
        <p:spPr>
          <a:xfrm>
            <a:off x="775825" y="2296866"/>
            <a:ext cx="217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1" name="Google Shape;2471;p28"/>
          <p:cNvSpPr txBox="1"/>
          <p:nvPr>
            <p:ph idx="2" type="subTitle"/>
          </p:nvPr>
        </p:nvSpPr>
        <p:spPr>
          <a:xfrm>
            <a:off x="3483485" y="2296866"/>
            <a:ext cx="217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2" name="Google Shape;2472;p28"/>
          <p:cNvSpPr txBox="1"/>
          <p:nvPr>
            <p:ph idx="3" type="subTitle"/>
          </p:nvPr>
        </p:nvSpPr>
        <p:spPr>
          <a:xfrm>
            <a:off x="775825" y="4062051"/>
            <a:ext cx="217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3" name="Google Shape;2473;p28"/>
          <p:cNvSpPr txBox="1"/>
          <p:nvPr>
            <p:ph idx="4" type="subTitle"/>
          </p:nvPr>
        </p:nvSpPr>
        <p:spPr>
          <a:xfrm>
            <a:off x="3483485" y="4062051"/>
            <a:ext cx="217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4" name="Google Shape;2474;p28"/>
          <p:cNvSpPr txBox="1"/>
          <p:nvPr>
            <p:ph idx="5" type="subTitle"/>
          </p:nvPr>
        </p:nvSpPr>
        <p:spPr>
          <a:xfrm>
            <a:off x="6191133" y="2296866"/>
            <a:ext cx="217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5" name="Google Shape;2475;p28"/>
          <p:cNvSpPr txBox="1"/>
          <p:nvPr>
            <p:ph idx="6" type="subTitle"/>
          </p:nvPr>
        </p:nvSpPr>
        <p:spPr>
          <a:xfrm>
            <a:off x="6191133" y="4062051"/>
            <a:ext cx="217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6" name="Google Shape;2476;p28"/>
          <p:cNvSpPr txBox="1"/>
          <p:nvPr>
            <p:ph idx="7" type="subTitle"/>
          </p:nvPr>
        </p:nvSpPr>
        <p:spPr>
          <a:xfrm>
            <a:off x="775825" y="2035375"/>
            <a:ext cx="21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7" name="Google Shape;2477;p28"/>
          <p:cNvSpPr txBox="1"/>
          <p:nvPr>
            <p:ph idx="8" type="subTitle"/>
          </p:nvPr>
        </p:nvSpPr>
        <p:spPr>
          <a:xfrm>
            <a:off x="3483485" y="2035375"/>
            <a:ext cx="21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8" name="Google Shape;2478;p28"/>
          <p:cNvSpPr txBox="1"/>
          <p:nvPr>
            <p:ph idx="9" type="subTitle"/>
          </p:nvPr>
        </p:nvSpPr>
        <p:spPr>
          <a:xfrm>
            <a:off x="6191133" y="2035375"/>
            <a:ext cx="21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9" name="Google Shape;2479;p28"/>
          <p:cNvSpPr txBox="1"/>
          <p:nvPr>
            <p:ph idx="13" type="subTitle"/>
          </p:nvPr>
        </p:nvSpPr>
        <p:spPr>
          <a:xfrm>
            <a:off x="775825" y="3799425"/>
            <a:ext cx="21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80" name="Google Shape;2480;p28"/>
          <p:cNvSpPr txBox="1"/>
          <p:nvPr>
            <p:ph idx="14" type="subTitle"/>
          </p:nvPr>
        </p:nvSpPr>
        <p:spPr>
          <a:xfrm>
            <a:off x="3483485" y="3799424"/>
            <a:ext cx="21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81" name="Google Shape;2481;p28"/>
          <p:cNvSpPr txBox="1"/>
          <p:nvPr>
            <p:ph idx="15" type="subTitle"/>
          </p:nvPr>
        </p:nvSpPr>
        <p:spPr>
          <a:xfrm>
            <a:off x="6191133" y="3799425"/>
            <a:ext cx="21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2482" name="Google Shape;24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70524" y="-826609"/>
            <a:ext cx="5295899" cy="2373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3" name="Google Shape;248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51" y="-910298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4" name="Google Shape;248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676524" y="4083676"/>
            <a:ext cx="5295897" cy="229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5" name="Google Shape;248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051" y="4083676"/>
            <a:ext cx="5295897" cy="22902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6" name="Google Shape;2486;p28"/>
          <p:cNvGrpSpPr/>
          <p:nvPr/>
        </p:nvGrpSpPr>
        <p:grpSpPr>
          <a:xfrm rot="-1478259">
            <a:off x="-523033" y="2736311"/>
            <a:ext cx="1429879" cy="1600485"/>
            <a:chOff x="4138184" y="930105"/>
            <a:chExt cx="3868174" cy="4329704"/>
          </a:xfrm>
        </p:grpSpPr>
        <p:sp>
          <p:nvSpPr>
            <p:cNvPr id="2487" name="Google Shape;2487;p28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88" name="Google Shape;2488;p28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489" name="Google Shape;2489;p28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0" name="Google Shape;2490;p28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1" name="Google Shape;2491;p28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2" name="Google Shape;2492;p28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3" name="Google Shape;2493;p28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4" name="Google Shape;2494;p28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5" name="Google Shape;2495;p28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6" name="Google Shape;2496;p28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7" name="Google Shape;2497;p28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8" name="Google Shape;2498;p28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9" name="Google Shape;2499;p28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0" name="Google Shape;2500;p28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1" name="Google Shape;2501;p28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28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3" name="Google Shape;2503;p28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p28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4" name="Google Shape;2514;p28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4" name="Google Shape;2524;p28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5" name="Google Shape;2525;p28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6" name="Google Shape;2526;p28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7" name="Google Shape;2527;p28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8" name="Google Shape;2528;p28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9" name="Google Shape;2529;p28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p28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1" name="Google Shape;2531;p28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p28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3" name="Google Shape;2533;p28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p28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p28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p28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p28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8" name="Google Shape;2538;p28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28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p28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p28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p28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p28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p28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p28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p28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7" name="Google Shape;2547;p28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8" name="Google Shape;2548;p28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9" name="Google Shape;2549;p28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0" name="Google Shape;2550;p28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1" name="Google Shape;2551;p28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2" name="Google Shape;2552;p28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3" name="Google Shape;2553;p28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4" name="Google Shape;2554;p28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5" name="Google Shape;2555;p28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6" name="Google Shape;2556;p28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p28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8" name="Google Shape;2558;p28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p28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0" name="Google Shape;2560;p28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1" name="Google Shape;2561;p28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2" name="Google Shape;2562;p28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p28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4" name="Google Shape;2564;p28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5" name="Google Shape;2565;p28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6" name="Google Shape;2566;p28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7" name="Google Shape;2567;p28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p28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9" name="Google Shape;2569;p28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0" name="Google Shape;2570;p28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1" name="Google Shape;2571;p28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2" name="Google Shape;2572;p28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3" name="Google Shape;2573;p28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4" name="Google Shape;2574;p28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5" name="Google Shape;2575;p28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6" name="Google Shape;2576;p28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7" name="Google Shape;2577;p28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8" name="Google Shape;2578;p28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9" name="Google Shape;2579;p28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p28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p28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2" name="Google Shape;2582;p28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p28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4" name="Google Shape;2584;p28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5" name="Google Shape;2585;p28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6" name="Google Shape;2586;p28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7" name="Google Shape;2587;p28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8" name="Google Shape;2588;p28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9" name="Google Shape;2589;p28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0" name="Google Shape;2590;p28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1" name="Google Shape;2591;p28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2" name="Google Shape;2592;p28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3" name="Google Shape;2593;p28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p28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p28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6" name="Google Shape;2596;p28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7" name="Google Shape;2597;p28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8" name="Google Shape;2598;p28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9" name="Google Shape;2599;p28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0" name="Google Shape;2600;p28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1" name="Google Shape;2601;p28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2" name="Google Shape;2602;p28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3" name="Google Shape;2603;p28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4" name="Google Shape;2604;p28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5" name="Google Shape;2605;p28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6" name="Google Shape;2606;p28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7" name="Google Shape;2607;p28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p28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9" name="Google Shape;2609;p28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0" name="Google Shape;2610;p28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1" name="Google Shape;2611;p28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2" name="Google Shape;2612;p28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3" name="Google Shape;2613;p28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4" name="Google Shape;2614;p28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5" name="Google Shape;2615;p28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6" name="Google Shape;2616;p28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7" name="Google Shape;2617;p28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8" name="Google Shape;2618;p28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9" name="Google Shape;2619;p28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0" name="Google Shape;2620;p28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1" name="Google Shape;2621;p28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2" name="Google Shape;2622;p28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3" name="Google Shape;2623;p28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24" name="Google Shape;2624;p28"/>
          <p:cNvGrpSpPr/>
          <p:nvPr/>
        </p:nvGrpSpPr>
        <p:grpSpPr>
          <a:xfrm rot="-6170894">
            <a:off x="8212218" y="1602879"/>
            <a:ext cx="1896899" cy="1388338"/>
            <a:chOff x="2874822" y="930105"/>
            <a:chExt cx="5131536" cy="3755764"/>
          </a:xfrm>
        </p:grpSpPr>
        <p:sp>
          <p:nvSpPr>
            <p:cNvPr id="2625" name="Google Shape;2625;p28"/>
            <p:cNvSpPr/>
            <p:nvPr/>
          </p:nvSpPr>
          <p:spPr>
            <a:xfrm>
              <a:off x="2874822" y="123737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6" name="Google Shape;2626;p28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627" name="Google Shape;2627;p28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p28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p28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0" name="Google Shape;2630;p28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1" name="Google Shape;2631;p28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p28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3" name="Google Shape;2633;p28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4" name="Google Shape;2634;p28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5" name="Google Shape;2635;p28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6" name="Google Shape;2636;p28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28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8" name="Google Shape;2638;p28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9" name="Google Shape;2639;p28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0" name="Google Shape;2640;p28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28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2" name="Google Shape;2642;p28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3" name="Google Shape;2643;p28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4" name="Google Shape;2644;p28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5" name="Google Shape;2645;p28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6" name="Google Shape;2646;p28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7" name="Google Shape;2647;p28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8" name="Google Shape;2648;p28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9" name="Google Shape;2649;p28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0" name="Google Shape;2650;p28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1" name="Google Shape;2651;p28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2" name="Google Shape;2652;p28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3" name="Google Shape;2653;p28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4" name="Google Shape;2654;p28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5" name="Google Shape;2655;p28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6" name="Google Shape;2656;p28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7" name="Google Shape;2657;p28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8" name="Google Shape;2658;p28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9" name="Google Shape;2659;p28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0" name="Google Shape;2660;p28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p28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p28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3" name="Google Shape;2663;p28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4" name="Google Shape;2664;p28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p28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6" name="Google Shape;2666;p28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7" name="Google Shape;2667;p28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8" name="Google Shape;2668;p28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p28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28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1" name="Google Shape;2671;p28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2" name="Google Shape;2672;p28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3" name="Google Shape;2673;p28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p28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5" name="Google Shape;2675;p28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p28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7" name="Google Shape;2677;p28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8" name="Google Shape;2678;p28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9" name="Google Shape;2679;p28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p28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1" name="Google Shape;2681;p28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p28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p28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p28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5" name="Google Shape;2685;p28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6" name="Google Shape;2686;p28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7" name="Google Shape;2687;p28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8" name="Google Shape;2688;p28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p28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0" name="Google Shape;2690;p28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1" name="Google Shape;2691;p28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2" name="Google Shape;2692;p28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3" name="Google Shape;2693;p28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p28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5" name="Google Shape;2695;p28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6" name="Google Shape;2696;p28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7" name="Google Shape;2697;p28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p28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9" name="Google Shape;2699;p28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0" name="Google Shape;2700;p28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1" name="Google Shape;2701;p28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2" name="Google Shape;2702;p28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p28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4" name="Google Shape;2704;p28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5" name="Google Shape;2705;p28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6" name="Google Shape;2706;p28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p28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8" name="Google Shape;2708;p28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9" name="Google Shape;2709;p28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p28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1" name="Google Shape;2711;p28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p28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3" name="Google Shape;2713;p28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4" name="Google Shape;2714;p28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5" name="Google Shape;2715;p28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6" name="Google Shape;2716;p28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7" name="Google Shape;2717;p28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8" name="Google Shape;2718;p28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p28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0" name="Google Shape;2720;p28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1" name="Google Shape;2721;p28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2" name="Google Shape;2722;p28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p28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4" name="Google Shape;2724;p28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5" name="Google Shape;2725;p28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6" name="Google Shape;2726;p28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7" name="Google Shape;2727;p28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8" name="Google Shape;2728;p28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9" name="Google Shape;2729;p28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0" name="Google Shape;2730;p28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1" name="Google Shape;2731;p28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2" name="Google Shape;2732;p28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3" name="Google Shape;2733;p28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4" name="Google Shape;2734;p28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5" name="Google Shape;2735;p28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6" name="Google Shape;2736;p28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7" name="Google Shape;2737;p28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8" name="Google Shape;2738;p28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9" name="Google Shape;2739;p28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0" name="Google Shape;2740;p28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1" name="Google Shape;2741;p28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2" name="Google Shape;2742;p28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3" name="Google Shape;2743;p28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4" name="Google Shape;2744;p28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p28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6" name="Google Shape;2746;p28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7" name="Google Shape;2747;p28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8" name="Google Shape;2748;p28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9" name="Google Shape;2749;p28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p28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1" name="Google Shape;2751;p28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p28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p28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4" name="Google Shape;2754;p28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5" name="Google Shape;2755;p28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6" name="Google Shape;2756;p28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7" name="Google Shape;2757;p28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8" name="Google Shape;2758;p28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9" name="Google Shape;2759;p28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0" name="Google Shape;2760;p28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1" name="Google Shape;2761;p28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62" name="Google Shape;2762;p28"/>
          <p:cNvSpPr/>
          <p:nvPr/>
        </p:nvSpPr>
        <p:spPr>
          <a:xfrm>
            <a:off x="-450834" y="4191000"/>
            <a:ext cx="9794850" cy="1002925"/>
          </a:xfrm>
          <a:custGeom>
            <a:rect b="b" l="l" r="r" t="t"/>
            <a:pathLst>
              <a:path extrusionOk="0" h="40117" w="391794">
                <a:moveTo>
                  <a:pt x="3174" y="0"/>
                </a:moveTo>
                <a:cubicBezTo>
                  <a:pt x="-2909" y="6083"/>
                  <a:pt x="589" y="19772"/>
                  <a:pt x="6984" y="25527"/>
                </a:cubicBezTo>
                <a:cubicBezTo>
                  <a:pt x="13414" y="31314"/>
                  <a:pt x="25694" y="31850"/>
                  <a:pt x="32892" y="27051"/>
                </a:cubicBezTo>
                <a:cubicBezTo>
                  <a:pt x="35633" y="25223"/>
                  <a:pt x="38110" y="21519"/>
                  <a:pt x="37464" y="18288"/>
                </a:cubicBezTo>
                <a:cubicBezTo>
                  <a:pt x="36960" y="15766"/>
                  <a:pt x="33539" y="13778"/>
                  <a:pt x="30987" y="14097"/>
                </a:cubicBezTo>
                <a:cubicBezTo>
                  <a:pt x="25063" y="14838"/>
                  <a:pt x="25063" y="29787"/>
                  <a:pt x="30606" y="32004"/>
                </a:cubicBezTo>
                <a:cubicBezTo>
                  <a:pt x="57874" y="42911"/>
                  <a:pt x="89438" y="17100"/>
                  <a:pt x="118236" y="22860"/>
                </a:cubicBezTo>
                <a:cubicBezTo>
                  <a:pt x="142766" y="27766"/>
                  <a:pt x="166565" y="42727"/>
                  <a:pt x="191388" y="39624"/>
                </a:cubicBezTo>
                <a:cubicBezTo>
                  <a:pt x="203350" y="38129"/>
                  <a:pt x="214572" y="32992"/>
                  <a:pt x="226059" y="29337"/>
                </a:cubicBezTo>
                <a:cubicBezTo>
                  <a:pt x="240306" y="24804"/>
                  <a:pt x="255730" y="23237"/>
                  <a:pt x="270636" y="24384"/>
                </a:cubicBezTo>
                <a:cubicBezTo>
                  <a:pt x="294454" y="26216"/>
                  <a:pt x="317351" y="39715"/>
                  <a:pt x="341121" y="37338"/>
                </a:cubicBezTo>
                <a:cubicBezTo>
                  <a:pt x="358566" y="35593"/>
                  <a:pt x="374262" y="23241"/>
                  <a:pt x="391794" y="23241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28"/>
          <p:cNvSpPr/>
          <p:nvPr/>
        </p:nvSpPr>
        <p:spPr>
          <a:xfrm>
            <a:off x="3333750" y="-190500"/>
            <a:ext cx="6019800" cy="1533525"/>
          </a:xfrm>
          <a:custGeom>
            <a:rect b="b" l="l" r="r" t="t"/>
            <a:pathLst>
              <a:path extrusionOk="0" h="61341" w="240792">
                <a:moveTo>
                  <a:pt x="240792" y="61341"/>
                </a:moveTo>
                <a:cubicBezTo>
                  <a:pt x="231352" y="61341"/>
                  <a:pt x="220676" y="54485"/>
                  <a:pt x="217170" y="45720"/>
                </a:cubicBezTo>
                <a:cubicBezTo>
                  <a:pt x="214326" y="38610"/>
                  <a:pt x="217599" y="30289"/>
                  <a:pt x="219456" y="22860"/>
                </a:cubicBezTo>
                <a:cubicBezTo>
                  <a:pt x="220186" y="19939"/>
                  <a:pt x="220636" y="14859"/>
                  <a:pt x="223647" y="14859"/>
                </a:cubicBezTo>
                <a:cubicBezTo>
                  <a:pt x="225133" y="14859"/>
                  <a:pt x="225171" y="17564"/>
                  <a:pt x="225171" y="19050"/>
                </a:cubicBezTo>
                <a:cubicBezTo>
                  <a:pt x="225171" y="26155"/>
                  <a:pt x="221851" y="36326"/>
                  <a:pt x="214884" y="37719"/>
                </a:cubicBezTo>
                <a:cubicBezTo>
                  <a:pt x="205077" y="39680"/>
                  <a:pt x="201603" y="21162"/>
                  <a:pt x="192024" y="18288"/>
                </a:cubicBezTo>
                <a:cubicBezTo>
                  <a:pt x="177507" y="13933"/>
                  <a:pt x="161828" y="22348"/>
                  <a:pt x="146685" y="21717"/>
                </a:cubicBezTo>
                <a:cubicBezTo>
                  <a:pt x="133437" y="21165"/>
                  <a:pt x="121763" y="11751"/>
                  <a:pt x="108585" y="10287"/>
                </a:cubicBezTo>
                <a:cubicBezTo>
                  <a:pt x="87855" y="7984"/>
                  <a:pt x="67466" y="23827"/>
                  <a:pt x="46863" y="20574"/>
                </a:cubicBezTo>
                <a:cubicBezTo>
                  <a:pt x="38739" y="19291"/>
                  <a:pt x="30138" y="18690"/>
                  <a:pt x="22860" y="14859"/>
                </a:cubicBezTo>
                <a:cubicBezTo>
                  <a:pt x="14818" y="10626"/>
                  <a:pt x="8129" y="4064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" name="Google Shape;2765;p29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6" name="Google Shape;2766;p29"/>
          <p:cNvSpPr txBox="1"/>
          <p:nvPr>
            <p:ph type="title"/>
          </p:nvPr>
        </p:nvSpPr>
        <p:spPr>
          <a:xfrm>
            <a:off x="713225" y="706175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7" name="Google Shape;2767;p29"/>
          <p:cNvSpPr txBox="1"/>
          <p:nvPr>
            <p:ph idx="1" type="subTitle"/>
          </p:nvPr>
        </p:nvSpPr>
        <p:spPr>
          <a:xfrm>
            <a:off x="713225" y="1464176"/>
            <a:ext cx="4696800" cy="3726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68" name="Google Shape;2768;p29"/>
          <p:cNvSpPr txBox="1"/>
          <p:nvPr>
            <p:ph idx="2" type="title"/>
          </p:nvPr>
        </p:nvSpPr>
        <p:spPr>
          <a:xfrm>
            <a:off x="713225" y="2003881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9" name="Google Shape;2769;p29"/>
          <p:cNvSpPr txBox="1"/>
          <p:nvPr>
            <p:ph idx="3" type="subTitle"/>
          </p:nvPr>
        </p:nvSpPr>
        <p:spPr>
          <a:xfrm>
            <a:off x="713225" y="2764453"/>
            <a:ext cx="4696800" cy="3726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70" name="Google Shape;2770;p29"/>
          <p:cNvSpPr txBox="1"/>
          <p:nvPr>
            <p:ph idx="4" type="title"/>
          </p:nvPr>
        </p:nvSpPr>
        <p:spPr>
          <a:xfrm>
            <a:off x="713225" y="3301588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1" name="Google Shape;2771;p29"/>
          <p:cNvSpPr txBox="1"/>
          <p:nvPr>
            <p:ph idx="5" type="subTitle"/>
          </p:nvPr>
        </p:nvSpPr>
        <p:spPr>
          <a:xfrm>
            <a:off x="713225" y="4064731"/>
            <a:ext cx="4696800" cy="3726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2772" name="Google Shape;27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2376" y="2146753"/>
            <a:ext cx="5295899" cy="2373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3" name="Google Shape;2773;p29"/>
          <p:cNvPicPr preferRelativeResize="0"/>
          <p:nvPr/>
        </p:nvPicPr>
        <p:blipFill rotWithShape="1">
          <a:blip r:embed="rId4">
            <a:alphaModFix/>
          </a:blip>
          <a:srcRect b="12189" l="8096" r="0" t="12189"/>
          <a:stretch/>
        </p:blipFill>
        <p:spPr>
          <a:xfrm>
            <a:off x="5486400" y="4064725"/>
            <a:ext cx="4867276" cy="18204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4" name="Google Shape;2774;p29"/>
          <p:cNvSpPr/>
          <p:nvPr/>
        </p:nvSpPr>
        <p:spPr>
          <a:xfrm>
            <a:off x="2085975" y="2447925"/>
            <a:ext cx="7229475" cy="2857500"/>
          </a:xfrm>
          <a:custGeom>
            <a:rect b="b" l="l" r="r" t="t"/>
            <a:pathLst>
              <a:path extrusionOk="0" h="114300" w="289179">
                <a:moveTo>
                  <a:pt x="289179" y="0"/>
                </a:moveTo>
                <a:cubicBezTo>
                  <a:pt x="285805" y="6748"/>
                  <a:pt x="279965" y="11969"/>
                  <a:pt x="275844" y="18288"/>
                </a:cubicBezTo>
                <a:cubicBezTo>
                  <a:pt x="268977" y="28817"/>
                  <a:pt x="264516" y="41541"/>
                  <a:pt x="264033" y="54102"/>
                </a:cubicBezTo>
                <a:cubicBezTo>
                  <a:pt x="263681" y="63253"/>
                  <a:pt x="260845" y="73681"/>
                  <a:pt x="265557" y="81534"/>
                </a:cubicBezTo>
                <a:cubicBezTo>
                  <a:pt x="266904" y="83779"/>
                  <a:pt x="272542" y="82169"/>
                  <a:pt x="273177" y="79629"/>
                </a:cubicBezTo>
                <a:cubicBezTo>
                  <a:pt x="274310" y="75099"/>
                  <a:pt x="272135" y="68514"/>
                  <a:pt x="267843" y="66675"/>
                </a:cubicBezTo>
                <a:cubicBezTo>
                  <a:pt x="261890" y="64124"/>
                  <a:pt x="254661" y="64971"/>
                  <a:pt x="248412" y="66675"/>
                </a:cubicBezTo>
                <a:cubicBezTo>
                  <a:pt x="227152" y="72473"/>
                  <a:pt x="211172" y="93277"/>
                  <a:pt x="189357" y="96393"/>
                </a:cubicBezTo>
                <a:cubicBezTo>
                  <a:pt x="179749" y="97766"/>
                  <a:pt x="169940" y="95134"/>
                  <a:pt x="160401" y="93345"/>
                </a:cubicBezTo>
                <a:cubicBezTo>
                  <a:pt x="144411" y="90347"/>
                  <a:pt x="127826" y="89873"/>
                  <a:pt x="111633" y="91440"/>
                </a:cubicBezTo>
                <a:cubicBezTo>
                  <a:pt x="73826" y="95099"/>
                  <a:pt x="37983" y="114300"/>
                  <a:pt x="0" y="11430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5" name="Google Shape;2775;p29"/>
          <p:cNvPicPr preferRelativeResize="0"/>
          <p:nvPr/>
        </p:nvPicPr>
        <p:blipFill rotWithShape="1">
          <a:blip r:embed="rId5">
            <a:alphaModFix/>
          </a:blip>
          <a:srcRect b="12411" l="5392" r="0" t="0"/>
          <a:stretch/>
        </p:blipFill>
        <p:spPr>
          <a:xfrm>
            <a:off x="5562425" y="-453425"/>
            <a:ext cx="5010325" cy="200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776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7" name="Google Shape;2777;p30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8" name="Google Shape;2778;p30"/>
          <p:cNvSpPr txBox="1"/>
          <p:nvPr>
            <p:ph type="title"/>
          </p:nvPr>
        </p:nvSpPr>
        <p:spPr>
          <a:xfrm>
            <a:off x="713225" y="732900"/>
            <a:ext cx="33552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79" name="Google Shape;2779;p30"/>
          <p:cNvSpPr txBox="1"/>
          <p:nvPr>
            <p:ph idx="1" type="subTitle"/>
          </p:nvPr>
        </p:nvSpPr>
        <p:spPr>
          <a:xfrm>
            <a:off x="713225" y="1841450"/>
            <a:ext cx="33552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80" name="Google Shape;27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505575" y="-1083882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1" name="Google Shape;27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200099" y="1723074"/>
            <a:ext cx="4461351" cy="19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2" name="Google Shape;278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198763" y="3100170"/>
            <a:ext cx="5295899" cy="28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3" name="Google Shape;278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-964375" y="-1007677"/>
            <a:ext cx="4248775" cy="20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4" name="Google Shape;2784;p30"/>
          <p:cNvSpPr/>
          <p:nvPr/>
        </p:nvSpPr>
        <p:spPr>
          <a:xfrm flipH="1">
            <a:off x="-329215" y="1123950"/>
            <a:ext cx="895650" cy="4038600"/>
          </a:xfrm>
          <a:custGeom>
            <a:rect b="b" l="l" r="r" t="t"/>
            <a:pathLst>
              <a:path extrusionOk="0" h="161544" w="35826">
                <a:moveTo>
                  <a:pt x="35826" y="0"/>
                </a:moveTo>
                <a:cubicBezTo>
                  <a:pt x="35826" y="7522"/>
                  <a:pt x="35426" y="15839"/>
                  <a:pt x="31254" y="22098"/>
                </a:cubicBezTo>
                <a:cubicBezTo>
                  <a:pt x="23682" y="33456"/>
                  <a:pt x="9702" y="39729"/>
                  <a:pt x="2679" y="51435"/>
                </a:cubicBezTo>
                <a:cubicBezTo>
                  <a:pt x="-924" y="57440"/>
                  <a:pt x="-218" y="65523"/>
                  <a:pt x="1155" y="72390"/>
                </a:cubicBezTo>
                <a:cubicBezTo>
                  <a:pt x="3222" y="82727"/>
                  <a:pt x="23401" y="92001"/>
                  <a:pt x="30492" y="84201"/>
                </a:cubicBezTo>
                <a:cubicBezTo>
                  <a:pt x="34084" y="80250"/>
                  <a:pt x="34638" y="70303"/>
                  <a:pt x="29730" y="68199"/>
                </a:cubicBezTo>
                <a:cubicBezTo>
                  <a:pt x="25105" y="66217"/>
                  <a:pt x="19058" y="68075"/>
                  <a:pt x="14871" y="70866"/>
                </a:cubicBezTo>
                <a:cubicBezTo>
                  <a:pt x="7918" y="75501"/>
                  <a:pt x="5560" y="85427"/>
                  <a:pt x="4584" y="93726"/>
                </a:cubicBezTo>
                <a:cubicBezTo>
                  <a:pt x="3188" y="105588"/>
                  <a:pt x="1833" y="118248"/>
                  <a:pt x="5727" y="129540"/>
                </a:cubicBezTo>
                <a:cubicBezTo>
                  <a:pt x="10281" y="142745"/>
                  <a:pt x="20284" y="155297"/>
                  <a:pt x="32778" y="161544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30"/>
          <p:cNvSpPr txBox="1"/>
          <p:nvPr/>
        </p:nvSpPr>
        <p:spPr>
          <a:xfrm>
            <a:off x="713225" y="3688150"/>
            <a:ext cx="5277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  <a:hlinkClick r:id="rId7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and includes icons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  <a:hlinkClick r:id="rId8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  <a:hlinkClick r:id="rId9"/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86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7" name="Google Shape;2787;p31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8" name="Google Shape;27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286250" y="3424243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9" name="Google Shape;278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03724" y="3464541"/>
            <a:ext cx="5295899" cy="2373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0" name="Google Shape;279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4051" y="3959964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1" name="Google Shape;279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638176" y="2796126"/>
            <a:ext cx="5295897" cy="229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2" name="Google Shape;279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6426" y="-821586"/>
            <a:ext cx="5295899" cy="2251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3" name="Google Shape;2793;p31"/>
          <p:cNvGrpSpPr/>
          <p:nvPr/>
        </p:nvGrpSpPr>
        <p:grpSpPr>
          <a:xfrm flipH="1" rot="1478259">
            <a:off x="8349965" y="2736311"/>
            <a:ext cx="1429879" cy="1600485"/>
            <a:chOff x="4138184" y="930105"/>
            <a:chExt cx="3868174" cy="4329704"/>
          </a:xfrm>
        </p:grpSpPr>
        <p:sp>
          <p:nvSpPr>
            <p:cNvPr id="2794" name="Google Shape;2794;p31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216893">
                <a:alpha val="38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5" name="Google Shape;2795;p31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796" name="Google Shape;2796;p31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7" name="Google Shape;2797;p31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8" name="Google Shape;2798;p31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9" name="Google Shape;2799;p31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0" name="Google Shape;2800;p31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1" name="Google Shape;2801;p31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2" name="Google Shape;2802;p31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3" name="Google Shape;2803;p31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4" name="Google Shape;2804;p31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5" name="Google Shape;2805;p31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6" name="Google Shape;2806;p31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7" name="Google Shape;2807;p31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8" name="Google Shape;2808;p31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9" name="Google Shape;2809;p31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0" name="Google Shape;2810;p31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1" name="Google Shape;2811;p31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2" name="Google Shape;2812;p31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3" name="Google Shape;2813;p31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4" name="Google Shape;2814;p31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5" name="Google Shape;2815;p31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6" name="Google Shape;2816;p31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7" name="Google Shape;2817;p31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8" name="Google Shape;2818;p31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9" name="Google Shape;2819;p31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0" name="Google Shape;2820;p31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1" name="Google Shape;2821;p31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2" name="Google Shape;2822;p31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3" name="Google Shape;2823;p31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4" name="Google Shape;2824;p31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5" name="Google Shape;2825;p31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6" name="Google Shape;2826;p31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7" name="Google Shape;2827;p31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8" name="Google Shape;2828;p31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9" name="Google Shape;2829;p31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0" name="Google Shape;2830;p31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1" name="Google Shape;2831;p31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2" name="Google Shape;2832;p31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3" name="Google Shape;2833;p31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4" name="Google Shape;2834;p31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5" name="Google Shape;2835;p31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6" name="Google Shape;2836;p31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7" name="Google Shape;2837;p31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8" name="Google Shape;2838;p31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9" name="Google Shape;2839;p31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0" name="Google Shape;2840;p31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1" name="Google Shape;2841;p31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2" name="Google Shape;2842;p31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3" name="Google Shape;2843;p31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4" name="Google Shape;2844;p31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5" name="Google Shape;2845;p31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6" name="Google Shape;2846;p31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7" name="Google Shape;2847;p31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8" name="Google Shape;2848;p31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9" name="Google Shape;2849;p31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0" name="Google Shape;2850;p31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1" name="Google Shape;2851;p31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2" name="Google Shape;2852;p31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3" name="Google Shape;2853;p31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4" name="Google Shape;2854;p31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5" name="Google Shape;2855;p31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6" name="Google Shape;2856;p31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7" name="Google Shape;2857;p31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8" name="Google Shape;2858;p31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9" name="Google Shape;2859;p31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0" name="Google Shape;2860;p31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1" name="Google Shape;2861;p31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2" name="Google Shape;2862;p31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3" name="Google Shape;2863;p31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4" name="Google Shape;2864;p31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5" name="Google Shape;2865;p31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6" name="Google Shape;2866;p31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7" name="Google Shape;2867;p31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8" name="Google Shape;2868;p31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9" name="Google Shape;2869;p31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0" name="Google Shape;2870;p31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1" name="Google Shape;2871;p31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2" name="Google Shape;2872;p31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3" name="Google Shape;2873;p31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4" name="Google Shape;2874;p31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5" name="Google Shape;2875;p31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6" name="Google Shape;2876;p31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7" name="Google Shape;2877;p31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8" name="Google Shape;2878;p31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9" name="Google Shape;2879;p31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0" name="Google Shape;2880;p31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1" name="Google Shape;2881;p31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2" name="Google Shape;2882;p31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p31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4" name="Google Shape;2884;p31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5" name="Google Shape;2885;p31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6" name="Google Shape;2886;p31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7" name="Google Shape;2887;p31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8" name="Google Shape;2888;p31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9" name="Google Shape;2889;p31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0" name="Google Shape;2890;p31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1" name="Google Shape;2891;p31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2" name="Google Shape;2892;p31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3" name="Google Shape;2893;p31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4" name="Google Shape;2894;p31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5" name="Google Shape;2895;p31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6" name="Google Shape;2896;p31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7" name="Google Shape;2897;p31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8" name="Google Shape;2898;p31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9" name="Google Shape;2899;p31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0" name="Google Shape;2900;p31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1" name="Google Shape;2901;p31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2" name="Google Shape;2902;p31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3" name="Google Shape;2903;p31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4" name="Google Shape;2904;p31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5" name="Google Shape;2905;p31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6" name="Google Shape;2906;p31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7" name="Google Shape;2907;p31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8" name="Google Shape;2908;p31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9" name="Google Shape;2909;p31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0" name="Google Shape;2910;p31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1" name="Google Shape;2911;p31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2" name="Google Shape;2912;p31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3" name="Google Shape;2913;p31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4" name="Google Shape;2914;p31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5" name="Google Shape;2915;p31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6" name="Google Shape;2916;p31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7" name="Google Shape;2917;p31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8" name="Google Shape;2918;p31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9" name="Google Shape;2919;p31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0" name="Google Shape;2920;p31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1" name="Google Shape;2921;p31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2" name="Google Shape;2922;p31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3" name="Google Shape;2923;p31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4" name="Google Shape;2924;p31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5" name="Google Shape;2925;p31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6" name="Google Shape;2926;p31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7" name="Google Shape;2927;p31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8" name="Google Shape;2928;p31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9" name="Google Shape;2929;p31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0" name="Google Shape;2930;p31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31" name="Google Shape;2931;p31"/>
          <p:cNvGrpSpPr/>
          <p:nvPr/>
        </p:nvGrpSpPr>
        <p:grpSpPr>
          <a:xfrm flipH="1" rot="6170894">
            <a:off x="-852305" y="1602879"/>
            <a:ext cx="1896899" cy="1388338"/>
            <a:chOff x="2874822" y="930105"/>
            <a:chExt cx="5131536" cy="3755764"/>
          </a:xfrm>
        </p:grpSpPr>
        <p:sp>
          <p:nvSpPr>
            <p:cNvPr id="2932" name="Google Shape;2932;p31"/>
            <p:cNvSpPr/>
            <p:nvPr/>
          </p:nvSpPr>
          <p:spPr>
            <a:xfrm>
              <a:off x="2874822" y="123737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216893">
                <a:alpha val="38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33" name="Google Shape;2933;p31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934" name="Google Shape;2934;p31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5" name="Google Shape;2935;p31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6" name="Google Shape;2936;p31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7" name="Google Shape;2937;p31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8" name="Google Shape;2938;p31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9" name="Google Shape;2939;p31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0" name="Google Shape;2940;p31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1" name="Google Shape;2941;p31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2" name="Google Shape;2942;p31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3" name="Google Shape;2943;p31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4" name="Google Shape;2944;p31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5" name="Google Shape;2945;p31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6" name="Google Shape;2946;p31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7" name="Google Shape;2947;p31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8" name="Google Shape;2948;p31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9" name="Google Shape;2949;p31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0" name="Google Shape;2950;p31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1" name="Google Shape;2951;p31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2" name="Google Shape;2952;p31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3" name="Google Shape;2953;p31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4" name="Google Shape;2954;p31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5" name="Google Shape;2955;p31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6" name="Google Shape;2956;p31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7" name="Google Shape;2957;p31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8" name="Google Shape;2958;p31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9" name="Google Shape;2959;p31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0" name="Google Shape;2960;p31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1" name="Google Shape;2961;p31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2" name="Google Shape;2962;p31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3" name="Google Shape;2963;p31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4" name="Google Shape;2964;p31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5" name="Google Shape;2965;p31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6" name="Google Shape;2966;p31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7" name="Google Shape;2967;p31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8" name="Google Shape;2968;p31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9" name="Google Shape;2969;p31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0" name="Google Shape;2970;p31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1" name="Google Shape;2971;p31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2" name="Google Shape;2972;p31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3" name="Google Shape;2973;p31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4" name="Google Shape;2974;p31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5" name="Google Shape;2975;p31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6" name="Google Shape;2976;p31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7" name="Google Shape;2977;p31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8" name="Google Shape;2978;p31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9" name="Google Shape;2979;p31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0" name="Google Shape;2980;p31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1" name="Google Shape;2981;p31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2" name="Google Shape;2982;p31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3" name="Google Shape;2983;p31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4" name="Google Shape;2984;p31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5" name="Google Shape;2985;p31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6" name="Google Shape;2986;p31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7" name="Google Shape;2987;p31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8" name="Google Shape;2988;p31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9" name="Google Shape;2989;p31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0" name="Google Shape;2990;p31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1" name="Google Shape;2991;p31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2" name="Google Shape;2992;p31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3" name="Google Shape;2993;p31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4" name="Google Shape;2994;p31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5" name="Google Shape;2995;p31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6" name="Google Shape;2996;p31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7" name="Google Shape;2997;p31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8" name="Google Shape;2998;p31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9" name="Google Shape;2999;p31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0" name="Google Shape;3000;p31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1" name="Google Shape;3001;p31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2" name="Google Shape;3002;p31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3" name="Google Shape;3003;p31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4" name="Google Shape;3004;p31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5" name="Google Shape;3005;p31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6" name="Google Shape;3006;p31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7" name="Google Shape;3007;p31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8" name="Google Shape;3008;p31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9" name="Google Shape;3009;p31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0" name="Google Shape;3010;p31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1" name="Google Shape;3011;p31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2" name="Google Shape;3012;p31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3" name="Google Shape;3013;p31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4" name="Google Shape;3014;p31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5" name="Google Shape;3015;p31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6" name="Google Shape;3016;p31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7" name="Google Shape;3017;p31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8" name="Google Shape;3018;p31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9" name="Google Shape;3019;p31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0" name="Google Shape;3020;p31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1" name="Google Shape;3021;p31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2" name="Google Shape;3022;p31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3" name="Google Shape;3023;p31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4" name="Google Shape;3024;p31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5" name="Google Shape;3025;p31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6" name="Google Shape;3026;p31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7" name="Google Shape;3027;p31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8" name="Google Shape;3028;p31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9" name="Google Shape;3029;p31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0" name="Google Shape;3030;p31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1" name="Google Shape;3031;p31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2" name="Google Shape;3032;p31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3" name="Google Shape;3033;p31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4" name="Google Shape;3034;p31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5" name="Google Shape;3035;p31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6" name="Google Shape;3036;p31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7" name="Google Shape;3037;p31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8" name="Google Shape;3038;p31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9" name="Google Shape;3039;p31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0" name="Google Shape;3040;p31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1" name="Google Shape;3041;p31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2" name="Google Shape;3042;p31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3" name="Google Shape;3043;p31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4" name="Google Shape;3044;p31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5" name="Google Shape;3045;p31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6" name="Google Shape;3046;p31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7" name="Google Shape;3047;p31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8" name="Google Shape;3048;p31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9" name="Google Shape;3049;p31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0" name="Google Shape;3050;p31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1" name="Google Shape;3051;p31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2" name="Google Shape;3052;p31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3" name="Google Shape;3053;p31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4" name="Google Shape;3054;p31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5" name="Google Shape;3055;p31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6" name="Google Shape;3056;p31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7" name="Google Shape;3057;p31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8" name="Google Shape;3058;p31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9" name="Google Shape;3059;p31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0" name="Google Shape;3060;p31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1" name="Google Shape;3061;p31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2" name="Google Shape;3062;p31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3" name="Google Shape;3063;p31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4" name="Google Shape;3064;p31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5" name="Google Shape;3065;p31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6" name="Google Shape;3066;p31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7" name="Google Shape;3067;p31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8" name="Google Shape;3068;p31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69" name="Google Shape;3069;p31"/>
          <p:cNvSpPr/>
          <p:nvPr/>
        </p:nvSpPr>
        <p:spPr>
          <a:xfrm flipH="1">
            <a:off x="-87205" y="4191000"/>
            <a:ext cx="9794850" cy="1002925"/>
          </a:xfrm>
          <a:custGeom>
            <a:rect b="b" l="l" r="r" t="t"/>
            <a:pathLst>
              <a:path extrusionOk="0" h="40117" w="391794">
                <a:moveTo>
                  <a:pt x="3174" y="0"/>
                </a:moveTo>
                <a:cubicBezTo>
                  <a:pt x="-2909" y="6083"/>
                  <a:pt x="589" y="19772"/>
                  <a:pt x="6984" y="25527"/>
                </a:cubicBezTo>
                <a:cubicBezTo>
                  <a:pt x="13414" y="31314"/>
                  <a:pt x="25694" y="31850"/>
                  <a:pt x="32892" y="27051"/>
                </a:cubicBezTo>
                <a:cubicBezTo>
                  <a:pt x="35633" y="25223"/>
                  <a:pt x="38110" y="21519"/>
                  <a:pt x="37464" y="18288"/>
                </a:cubicBezTo>
                <a:cubicBezTo>
                  <a:pt x="36960" y="15766"/>
                  <a:pt x="33539" y="13778"/>
                  <a:pt x="30987" y="14097"/>
                </a:cubicBezTo>
                <a:cubicBezTo>
                  <a:pt x="25063" y="14838"/>
                  <a:pt x="25063" y="29787"/>
                  <a:pt x="30606" y="32004"/>
                </a:cubicBezTo>
                <a:cubicBezTo>
                  <a:pt x="57874" y="42911"/>
                  <a:pt x="89438" y="17100"/>
                  <a:pt x="118236" y="22860"/>
                </a:cubicBezTo>
                <a:cubicBezTo>
                  <a:pt x="142766" y="27766"/>
                  <a:pt x="166565" y="42727"/>
                  <a:pt x="191388" y="39624"/>
                </a:cubicBezTo>
                <a:cubicBezTo>
                  <a:pt x="203350" y="38129"/>
                  <a:pt x="214572" y="32992"/>
                  <a:pt x="226059" y="29337"/>
                </a:cubicBezTo>
                <a:cubicBezTo>
                  <a:pt x="240306" y="24804"/>
                  <a:pt x="255730" y="23237"/>
                  <a:pt x="270636" y="24384"/>
                </a:cubicBezTo>
                <a:cubicBezTo>
                  <a:pt x="294454" y="26216"/>
                  <a:pt x="317351" y="39715"/>
                  <a:pt x="341121" y="37338"/>
                </a:cubicBezTo>
                <a:cubicBezTo>
                  <a:pt x="358566" y="35593"/>
                  <a:pt x="374262" y="23241"/>
                  <a:pt x="391794" y="23241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p31"/>
          <p:cNvSpPr/>
          <p:nvPr/>
        </p:nvSpPr>
        <p:spPr>
          <a:xfrm flipH="1">
            <a:off x="-96738" y="-190500"/>
            <a:ext cx="6019800" cy="1533525"/>
          </a:xfrm>
          <a:custGeom>
            <a:rect b="b" l="l" r="r" t="t"/>
            <a:pathLst>
              <a:path extrusionOk="0" h="61341" w="240792">
                <a:moveTo>
                  <a:pt x="240792" y="61341"/>
                </a:moveTo>
                <a:cubicBezTo>
                  <a:pt x="231352" y="61341"/>
                  <a:pt x="220676" y="54485"/>
                  <a:pt x="217170" y="45720"/>
                </a:cubicBezTo>
                <a:cubicBezTo>
                  <a:pt x="214326" y="38610"/>
                  <a:pt x="217599" y="30289"/>
                  <a:pt x="219456" y="22860"/>
                </a:cubicBezTo>
                <a:cubicBezTo>
                  <a:pt x="220186" y="19939"/>
                  <a:pt x="220636" y="14859"/>
                  <a:pt x="223647" y="14859"/>
                </a:cubicBezTo>
                <a:cubicBezTo>
                  <a:pt x="225133" y="14859"/>
                  <a:pt x="225171" y="17564"/>
                  <a:pt x="225171" y="19050"/>
                </a:cubicBezTo>
                <a:cubicBezTo>
                  <a:pt x="225171" y="26155"/>
                  <a:pt x="221851" y="36326"/>
                  <a:pt x="214884" y="37719"/>
                </a:cubicBezTo>
                <a:cubicBezTo>
                  <a:pt x="205077" y="39680"/>
                  <a:pt x="201603" y="21162"/>
                  <a:pt x="192024" y="18288"/>
                </a:cubicBezTo>
                <a:cubicBezTo>
                  <a:pt x="177507" y="13933"/>
                  <a:pt x="161828" y="22348"/>
                  <a:pt x="146685" y="21717"/>
                </a:cubicBezTo>
                <a:cubicBezTo>
                  <a:pt x="133437" y="21165"/>
                  <a:pt x="121763" y="11751"/>
                  <a:pt x="108585" y="10287"/>
                </a:cubicBezTo>
                <a:cubicBezTo>
                  <a:pt x="87855" y="7984"/>
                  <a:pt x="67466" y="23827"/>
                  <a:pt x="46863" y="20574"/>
                </a:cubicBezTo>
                <a:cubicBezTo>
                  <a:pt x="38739" y="19291"/>
                  <a:pt x="30138" y="18690"/>
                  <a:pt x="22860" y="14859"/>
                </a:cubicBezTo>
                <a:cubicBezTo>
                  <a:pt x="14818" y="10626"/>
                  <a:pt x="8129" y="4064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07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" name="Google Shape;3072;p32"/>
          <p:cNvPicPr preferRelativeResize="0"/>
          <p:nvPr/>
        </p:nvPicPr>
        <p:blipFill rotWithShape="1">
          <a:blip r:embed="rId2">
            <a:alphaModFix amt="58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3" name="Google Shape;30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695575" y="-636207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Google Shape;30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-1277026" y="3712824"/>
            <a:ext cx="4461351" cy="19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5" name="Google Shape;30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303663" y="766545"/>
            <a:ext cx="5295899" cy="28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Google Shape;307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6200100" y="-150427"/>
            <a:ext cx="4248775" cy="2074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7" name="Google Shape;3077;p32"/>
          <p:cNvGrpSpPr/>
          <p:nvPr/>
        </p:nvGrpSpPr>
        <p:grpSpPr>
          <a:xfrm flipH="1" rot="1478259">
            <a:off x="8197565" y="225186"/>
            <a:ext cx="1429879" cy="1600485"/>
            <a:chOff x="4138184" y="930105"/>
            <a:chExt cx="3868174" cy="4329704"/>
          </a:xfrm>
        </p:grpSpPr>
        <p:sp>
          <p:nvSpPr>
            <p:cNvPr id="3078" name="Google Shape;3078;p32"/>
            <p:cNvSpPr/>
            <p:nvPr/>
          </p:nvSpPr>
          <p:spPr>
            <a:xfrm>
              <a:off x="4368726" y="312298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216893">
                <a:alpha val="38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9" name="Google Shape;3079;p32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3080" name="Google Shape;3080;p32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1" name="Google Shape;3081;p32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2" name="Google Shape;3082;p32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3" name="Google Shape;3083;p32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4" name="Google Shape;3084;p32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5" name="Google Shape;3085;p32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6" name="Google Shape;3086;p32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7" name="Google Shape;3087;p32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8" name="Google Shape;3088;p32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9" name="Google Shape;3089;p32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0" name="Google Shape;3090;p32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1" name="Google Shape;3091;p32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2" name="Google Shape;3092;p32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3" name="Google Shape;3093;p32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4" name="Google Shape;3094;p32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5" name="Google Shape;3095;p32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6" name="Google Shape;3096;p32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7" name="Google Shape;3097;p32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8" name="Google Shape;3098;p32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9" name="Google Shape;3099;p32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0" name="Google Shape;3100;p32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1" name="Google Shape;3101;p32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2" name="Google Shape;3102;p32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3" name="Google Shape;3103;p32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4" name="Google Shape;3104;p32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5" name="Google Shape;3105;p32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6" name="Google Shape;3106;p32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7" name="Google Shape;3107;p32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8" name="Google Shape;3108;p32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9" name="Google Shape;3109;p32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0" name="Google Shape;3110;p32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1" name="Google Shape;3111;p32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2" name="Google Shape;3112;p32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3" name="Google Shape;3113;p32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4" name="Google Shape;3114;p32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5" name="Google Shape;3115;p32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6" name="Google Shape;3116;p32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7" name="Google Shape;3117;p32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8" name="Google Shape;3118;p32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9" name="Google Shape;3119;p32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0" name="Google Shape;3120;p32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1" name="Google Shape;3121;p32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2" name="Google Shape;3122;p32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3" name="Google Shape;3123;p32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4" name="Google Shape;3124;p32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5" name="Google Shape;3125;p32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6" name="Google Shape;3126;p32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7" name="Google Shape;3127;p32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8" name="Google Shape;3128;p32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9" name="Google Shape;3129;p32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0" name="Google Shape;3130;p32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1" name="Google Shape;3131;p32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2" name="Google Shape;3132;p32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3" name="Google Shape;3133;p32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4" name="Google Shape;3134;p32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5" name="Google Shape;3135;p32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6" name="Google Shape;3136;p32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7" name="Google Shape;3137;p32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8" name="Google Shape;3138;p32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9" name="Google Shape;3139;p32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0" name="Google Shape;3140;p32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1" name="Google Shape;3141;p32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2" name="Google Shape;3142;p32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3" name="Google Shape;3143;p32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4" name="Google Shape;3144;p32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p32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6" name="Google Shape;3146;p32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7" name="Google Shape;3147;p32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8" name="Google Shape;3148;p32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9" name="Google Shape;3149;p32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0" name="Google Shape;3150;p32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1" name="Google Shape;3151;p32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2" name="Google Shape;3152;p32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3" name="Google Shape;3153;p32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p32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5" name="Google Shape;3155;p32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6" name="Google Shape;3156;p32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7" name="Google Shape;3157;p32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8" name="Google Shape;3158;p32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9" name="Google Shape;3159;p32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0" name="Google Shape;3160;p32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1" name="Google Shape;3161;p32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2" name="Google Shape;3162;p32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3" name="Google Shape;3163;p32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4" name="Google Shape;3164;p32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5" name="Google Shape;3165;p32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6" name="Google Shape;3166;p32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7" name="Google Shape;3167;p32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8" name="Google Shape;3168;p32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9" name="Google Shape;3169;p32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0" name="Google Shape;3170;p32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1" name="Google Shape;3171;p32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2" name="Google Shape;3172;p32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3" name="Google Shape;3173;p32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4" name="Google Shape;3174;p32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5" name="Google Shape;3175;p32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6" name="Google Shape;3176;p32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7" name="Google Shape;3177;p32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8" name="Google Shape;3178;p32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9" name="Google Shape;3179;p32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0" name="Google Shape;3180;p32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1" name="Google Shape;3181;p32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2" name="Google Shape;3182;p32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3" name="Google Shape;3183;p32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4" name="Google Shape;3184;p32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5" name="Google Shape;3185;p32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6" name="Google Shape;3186;p32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7" name="Google Shape;3187;p32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8" name="Google Shape;3188;p32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9" name="Google Shape;3189;p32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0" name="Google Shape;3190;p32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1" name="Google Shape;3191;p32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2" name="Google Shape;3192;p32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3" name="Google Shape;3193;p32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4" name="Google Shape;3194;p32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5" name="Google Shape;3195;p32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6" name="Google Shape;3196;p32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7" name="Google Shape;3197;p32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8" name="Google Shape;3198;p32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9" name="Google Shape;3199;p32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0" name="Google Shape;3200;p32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1" name="Google Shape;3201;p32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2" name="Google Shape;3202;p32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3" name="Google Shape;3203;p32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4" name="Google Shape;3204;p32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5" name="Google Shape;3205;p32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6" name="Google Shape;3206;p32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7" name="Google Shape;3207;p32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8" name="Google Shape;3208;p32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9" name="Google Shape;3209;p32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0" name="Google Shape;3210;p32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1" name="Google Shape;3211;p32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2" name="Google Shape;3212;p32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3" name="Google Shape;3213;p32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4" name="Google Shape;3214;p32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15" name="Google Shape;3215;p32"/>
          <p:cNvGrpSpPr/>
          <p:nvPr/>
        </p:nvGrpSpPr>
        <p:grpSpPr>
          <a:xfrm flipH="1" rot="6170894">
            <a:off x="-852305" y="3022104"/>
            <a:ext cx="1896899" cy="1388338"/>
            <a:chOff x="2874822" y="930105"/>
            <a:chExt cx="5131536" cy="3755764"/>
          </a:xfrm>
        </p:grpSpPr>
        <p:sp>
          <p:nvSpPr>
            <p:cNvPr id="3216" name="Google Shape;3216;p32"/>
            <p:cNvSpPr/>
            <p:nvPr/>
          </p:nvSpPr>
          <p:spPr>
            <a:xfrm>
              <a:off x="2874822" y="1237377"/>
              <a:ext cx="2187893" cy="2136822"/>
            </a:xfrm>
            <a:custGeom>
              <a:rect b="b" l="l" r="r" t="t"/>
              <a:pathLst>
                <a:path extrusionOk="0" h="99076" w="101444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216893">
                <a:alpha val="38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17" name="Google Shape;3217;p32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3218" name="Google Shape;3218;p32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rect b="b" l="l" r="r" t="t"/>
                <a:pathLst>
                  <a:path extrusionOk="0" h="174140" w="179352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9" name="Google Shape;3219;p32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rect b="b" l="l" r="r" t="t"/>
                <a:pathLst>
                  <a:path extrusionOk="0" h="142725" w="170421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0" name="Google Shape;3220;p32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rect b="b" l="l" r="r" t="t"/>
                <a:pathLst>
                  <a:path extrusionOk="0" h="7819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1" name="Google Shape;3221;p32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rect b="b" l="l" r="r" t="t"/>
                <a:pathLst>
                  <a:path extrusionOk="0" h="5248" w="7325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2" name="Google Shape;3222;p32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rect b="b" l="l" r="r" t="t"/>
                <a:pathLst>
                  <a:path extrusionOk="0" h="8949" w="24298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3" name="Google Shape;3223;p32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rect b="b" l="l" r="r" t="t"/>
                <a:pathLst>
                  <a:path extrusionOk="0" h="6749" w="1668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4" name="Google Shape;3224;p32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rect b="b" l="l" r="r" t="t"/>
                <a:pathLst>
                  <a:path extrusionOk="0" h="7469" w="1504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5" name="Google Shape;3225;p32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rect b="b" l="l" r="r" t="t"/>
                <a:pathLst>
                  <a:path extrusionOk="0" h="19010" w="20244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6" name="Google Shape;3226;p32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rect b="b" l="l" r="r" t="t"/>
                <a:pathLst>
                  <a:path extrusionOk="0" h="5552" w="1613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7" name="Google Shape;3227;p32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rect b="b" l="l" r="r" t="t"/>
                <a:pathLst>
                  <a:path extrusionOk="0" h="10740" w="15615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8" name="Google Shape;3228;p32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rect b="b" l="l" r="r" t="t"/>
                <a:pathLst>
                  <a:path extrusionOk="0" h="7325" w="19174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9" name="Google Shape;3229;p32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rect b="b" l="l" r="r" t="t"/>
                <a:pathLst>
                  <a:path extrusionOk="0" h="5110" w="13949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0" name="Google Shape;3230;p32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rect b="b" l="l" r="r" t="t"/>
                <a:pathLst>
                  <a:path extrusionOk="0" h="3809" w="11439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1" name="Google Shape;3231;p32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rect b="b" l="l" r="r" t="t"/>
                <a:pathLst>
                  <a:path extrusionOk="0" h="4587" w="15614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2" name="Google Shape;3232;p32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rect b="b" l="l" r="r" t="t"/>
                <a:pathLst>
                  <a:path extrusionOk="0" h="1543" w="83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3" name="Google Shape;3233;p32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rect b="b" l="l" r="r" t="t"/>
                <a:pathLst>
                  <a:path extrusionOk="0" h="6850" w="12838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4" name="Google Shape;3234;p32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rect b="b" l="l" r="r" t="t"/>
                <a:pathLst>
                  <a:path extrusionOk="0" h="1523" w="83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5" name="Google Shape;3235;p32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rect b="b" l="l" r="r" t="t"/>
                <a:pathLst>
                  <a:path extrusionOk="0" h="2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6" name="Google Shape;3236;p32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rect b="b" l="l" r="r" t="t"/>
                <a:pathLst>
                  <a:path extrusionOk="0" h="3704" w="12694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7" name="Google Shape;3237;p32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rect b="b" l="l" r="r" t="t"/>
                <a:pathLst>
                  <a:path extrusionOk="0" h="3704" w="9691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8" name="Google Shape;3238;p32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rect b="b" l="l" r="r" t="t"/>
                <a:pathLst>
                  <a:path extrusionOk="0" h="44950" w="5458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9" name="Google Shape;3239;p32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rect b="b" l="l" r="r" t="t"/>
                <a:pathLst>
                  <a:path extrusionOk="0" h="1848" w="4055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0" name="Google Shape;3240;p32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rect b="b" l="l" r="r" t="t"/>
                <a:pathLst>
                  <a:path extrusionOk="0" h="1910" w="4157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1" name="Google Shape;3241;p32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rect b="b" l="l" r="r" t="t"/>
                <a:pathLst>
                  <a:path extrusionOk="0" h="1910" w="4342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2" name="Google Shape;3242;p32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rect b="b" l="l" r="r" t="t"/>
                <a:pathLst>
                  <a:path extrusionOk="0" h="69699" w="12901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3" name="Google Shape;3243;p32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rect b="b" l="l" r="r" t="t"/>
                <a:pathLst>
                  <a:path extrusionOk="0" h="2758" w="3539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4" name="Google Shape;3244;p32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rect b="b" l="l" r="r" t="t"/>
                <a:pathLst>
                  <a:path extrusionOk="0" h="2799" w="3643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5" name="Google Shape;3245;p32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rect b="b" l="l" r="r" t="t"/>
                <a:pathLst>
                  <a:path extrusionOk="0" h="2964" w="3745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6" name="Google Shape;3246;p32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rect b="b" l="l" r="r" t="t"/>
                <a:pathLst>
                  <a:path extrusionOk="0" h="6768" w="16582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7" name="Google Shape;3247;p32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rect b="b" l="l" r="r" t="t"/>
                <a:pathLst>
                  <a:path extrusionOk="0" h="16233" w="2675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8" name="Google Shape;3248;p32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rect b="b" l="l" r="r" t="t"/>
                <a:pathLst>
                  <a:path extrusionOk="0" h="4758" w="4239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9" name="Google Shape;3249;p32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rect b="b" l="l" r="r" t="t"/>
                <a:pathLst>
                  <a:path extrusionOk="0" h="3087" w="360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0" name="Google Shape;3250;p32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rect b="b" l="l" r="r" t="t"/>
                <a:pathLst>
                  <a:path extrusionOk="0" h="3224" w="356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1" name="Google Shape;3251;p32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rect b="b" l="l" r="r" t="t"/>
                <a:pathLst>
                  <a:path extrusionOk="0" h="4033" w="3375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2" name="Google Shape;3252;p32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rect b="b" l="l" r="r" t="t"/>
                <a:pathLst>
                  <a:path extrusionOk="0" h="3847" w="1235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3" name="Google Shape;3253;p32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rect b="b" l="l" r="r" t="t"/>
                <a:pathLst>
                  <a:path extrusionOk="0" h="3435" w="1194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4" name="Google Shape;3254;p32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rect b="b" l="l" r="r" t="t"/>
                <a:pathLst>
                  <a:path extrusionOk="0" h="3663" w="1729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5" name="Google Shape;3255;p32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rect b="b" l="l" r="r" t="t"/>
                <a:pathLst>
                  <a:path extrusionOk="0" h="248" w="372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6" name="Google Shape;3256;p32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rect b="b" l="l" r="r" t="t"/>
                <a:pathLst>
                  <a:path extrusionOk="0" h="2367" w="1749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7" name="Google Shape;3257;p32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rect b="b" l="l" r="r" t="t"/>
                <a:pathLst>
                  <a:path extrusionOk="0" h="2303" w="2511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8" name="Google Shape;3258;p32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rect b="b" l="l" r="r" t="t"/>
                <a:pathLst>
                  <a:path extrusionOk="0" h="2213" w="2409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9" name="Google Shape;3259;p32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rect b="b" l="l" r="r" t="t"/>
                <a:pathLst>
                  <a:path extrusionOk="0" h="2195" w="2059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0" name="Google Shape;3260;p32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rect b="b" l="l" r="r" t="t"/>
                <a:pathLst>
                  <a:path extrusionOk="0" h="2311" w="251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1" name="Google Shape;3261;p32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rect b="b" l="l" r="r" t="t"/>
                <a:pathLst>
                  <a:path extrusionOk="0" h="2220" w="2387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2" name="Google Shape;3262;p32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rect b="b" l="l" r="r" t="t"/>
                <a:pathLst>
                  <a:path extrusionOk="0" h="2200" w="2037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3" name="Google Shape;3263;p32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rect b="b" l="l" r="r" t="t"/>
                <a:pathLst>
                  <a:path extrusionOk="0" h="2311" w="2511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4" name="Google Shape;3264;p32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rect b="b" l="l" r="r" t="t"/>
                <a:pathLst>
                  <a:path extrusionOk="0" h="2212" w="2387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5" name="Google Shape;3265;p32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rect b="b" l="l" r="r" t="t"/>
                <a:pathLst>
                  <a:path extrusionOk="0" h="2194" w="2037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6" name="Google Shape;3266;p32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rect b="b" l="l" r="r" t="t"/>
                <a:pathLst>
                  <a:path extrusionOk="0" h="2313" w="2511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7" name="Google Shape;3267;p32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rect b="b" l="l" r="r" t="t"/>
                <a:pathLst>
                  <a:path extrusionOk="0" h="2208" w="2407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8" name="Google Shape;3268;p32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rect b="b" l="l" r="r" t="t"/>
                <a:pathLst>
                  <a:path extrusionOk="0" h="2214" w="2058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9" name="Google Shape;3269;p32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rect b="b" l="l" r="r" t="t"/>
                <a:pathLst>
                  <a:path extrusionOk="0" h="2309" w="2533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0" name="Google Shape;3270;p32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rect b="b" l="l" r="r" t="t"/>
                <a:pathLst>
                  <a:path extrusionOk="0" h="2202" w="2409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1" name="Google Shape;3271;p32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rect b="b" l="l" r="r" t="t"/>
                <a:pathLst>
                  <a:path extrusionOk="0" h="2189" w="2038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2" name="Google Shape;3272;p32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rect b="b" l="l" r="r" t="t"/>
                <a:pathLst>
                  <a:path extrusionOk="0" h="2309" w="2532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3" name="Google Shape;3273;p32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rect b="b" l="l" r="r" t="t"/>
                <a:pathLst>
                  <a:path extrusionOk="0" h="2201" w="2428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4" name="Google Shape;3274;p32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rect b="b" l="l" r="r" t="t"/>
                <a:pathLst>
                  <a:path extrusionOk="0" h="2190" w="2058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5" name="Google Shape;3275;p32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rect b="b" l="l" r="r" t="t"/>
                <a:pathLst>
                  <a:path extrusionOk="0" h="2306" w="2531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6" name="Google Shape;3276;p32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rect b="b" l="l" r="r" t="t"/>
                <a:pathLst>
                  <a:path extrusionOk="0" h="2201" w="2407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7" name="Google Shape;3277;p32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rect b="b" l="l" r="r" t="t"/>
                <a:pathLst>
                  <a:path extrusionOk="0" h="2195" w="2036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8" name="Google Shape;3278;p32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rect b="b" l="l" r="r" t="t"/>
                <a:pathLst>
                  <a:path extrusionOk="0" h="2300" w="253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9" name="Google Shape;3279;p32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rect b="b" l="l" r="r" t="t"/>
                <a:pathLst>
                  <a:path extrusionOk="0" h="2200" w="2428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0" name="Google Shape;3280;p32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rect b="b" l="l" r="r" t="t"/>
                <a:pathLst>
                  <a:path extrusionOk="0" h="2189" w="2058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1" name="Google Shape;3281;p32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rect b="b" l="l" r="r" t="t"/>
                <a:pathLst>
                  <a:path extrusionOk="0" h="2306" w="2532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2" name="Google Shape;3282;p32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rect b="b" l="l" r="r" t="t"/>
                <a:pathLst>
                  <a:path extrusionOk="0" h="2205" w="2407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3" name="Google Shape;3283;p32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4" name="Google Shape;3284;p32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rect b="b" l="l" r="r" t="t"/>
                <a:pathLst>
                  <a:path extrusionOk="0" h="2306" w="2511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5" name="Google Shape;3285;p32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rect b="b" l="l" r="r" t="t"/>
                <a:pathLst>
                  <a:path extrusionOk="0" h="2207" w="2409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6" name="Google Shape;3286;p32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rect b="b" l="l" r="r" t="t"/>
                <a:pathLst>
                  <a:path extrusionOk="0" h="2196" w="2038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7" name="Google Shape;3287;p32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rect b="b" l="l" r="r" t="t"/>
                <a:pathLst>
                  <a:path extrusionOk="0" h="2306" w="253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8" name="Google Shape;3288;p32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rect b="b" l="l" r="r" t="t"/>
                <a:pathLst>
                  <a:path extrusionOk="0" h="2204" w="2407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9" name="Google Shape;3289;p32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rect b="b" l="l" r="r" t="t"/>
                <a:pathLst>
                  <a:path extrusionOk="0" h="2195" w="2037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0" name="Google Shape;3290;p32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rect b="b" l="l" r="r" t="t"/>
                <a:pathLst>
                  <a:path extrusionOk="0" h="2304" w="253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1" name="Google Shape;3291;p32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rect b="b" l="l" r="r" t="t"/>
                <a:pathLst>
                  <a:path extrusionOk="0" h="2206" w="2429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2" name="Google Shape;3292;p32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rect b="b" l="l" r="r" t="t"/>
                <a:pathLst>
                  <a:path extrusionOk="0" h="2196" w="2058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3" name="Google Shape;3293;p32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rect b="b" l="l" r="r" t="t"/>
                <a:pathLst>
                  <a:path extrusionOk="0" h="2300" w="2552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4" name="Google Shape;3294;p32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rect b="b" l="l" r="r" t="t"/>
                <a:pathLst>
                  <a:path extrusionOk="0" h="2195" w="2448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5" name="Google Shape;3295;p32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rect b="b" l="l" r="r" t="t"/>
                <a:pathLst>
                  <a:path extrusionOk="0" h="2192" w="2058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6" name="Google Shape;3296;p32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rect b="b" l="l" r="r" t="t"/>
                <a:pathLst>
                  <a:path extrusionOk="0" h="2293" w="253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7" name="Google Shape;3297;p32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rect b="b" l="l" r="r" t="t"/>
                <a:pathLst>
                  <a:path extrusionOk="0" h="2204" w="2429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8" name="Google Shape;3298;p32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rect b="b" l="l" r="r" t="t"/>
                <a:pathLst>
                  <a:path extrusionOk="0" h="2184" w="2039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9" name="Google Shape;3299;p32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rect b="b" l="l" r="r" t="t"/>
                <a:pathLst>
                  <a:path extrusionOk="0" h="2292" w="2552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0" name="Google Shape;3300;p32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rect b="b" l="l" r="r" t="t"/>
                <a:pathLst>
                  <a:path extrusionOk="0" h="2195" w="2429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1" name="Google Shape;3301;p32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rect b="b" l="l" r="r" t="t"/>
                <a:pathLst>
                  <a:path extrusionOk="0" h="2183" w="2059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2" name="Google Shape;3302;p32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rect b="b" l="l" r="r" t="t"/>
                <a:pathLst>
                  <a:path extrusionOk="0" h="2292" w="253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3" name="Google Shape;3303;p32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rect b="b" l="l" r="r" t="t"/>
                <a:pathLst>
                  <a:path extrusionOk="0" h="2194" w="2428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4" name="Google Shape;3304;p32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rect b="b" l="l" r="r" t="t"/>
                <a:pathLst>
                  <a:path extrusionOk="0" h="2184" w="2038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5" name="Google Shape;3305;p32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rect b="b" l="l" r="r" t="t"/>
                <a:pathLst>
                  <a:path extrusionOk="0" h="2327" w="2448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6" name="Google Shape;3306;p32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7" name="Google Shape;3307;p32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rect b="b" l="l" r="r" t="t"/>
                <a:pathLst>
                  <a:path extrusionOk="0" h="1911" w="2201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8" name="Google Shape;3308;p32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rect b="b" l="l" r="r" t="t"/>
                <a:pathLst>
                  <a:path extrusionOk="0" h="2327" w="245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9" name="Google Shape;3309;p32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rect b="b" l="l" r="r" t="t"/>
                <a:pathLst>
                  <a:path extrusionOk="0" h="2228" w="2325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0" name="Google Shape;3310;p32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1" name="Google Shape;3311;p32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rect b="b" l="l" r="r" t="t"/>
                <a:pathLst>
                  <a:path extrusionOk="0" h="2337" w="2449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2" name="Google Shape;3312;p32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rect b="b" l="l" r="r" t="t"/>
                <a:pathLst>
                  <a:path extrusionOk="0" h="2237" w="2327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3" name="Google Shape;3313;p32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rect b="b" l="l" r="r" t="t"/>
                <a:pathLst>
                  <a:path extrusionOk="0" h="1910" w="2201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4" name="Google Shape;3314;p32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rect b="b" l="l" r="r" t="t"/>
                <a:pathLst>
                  <a:path extrusionOk="0" h="2327" w="2428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5" name="Google Shape;3315;p32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rect b="b" l="l" r="r" t="t"/>
                <a:pathLst>
                  <a:path extrusionOk="0" h="2228" w="2346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6" name="Google Shape;3316;p32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rect b="b" l="l" r="r" t="t"/>
                <a:pathLst>
                  <a:path extrusionOk="0" h="1910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7" name="Google Shape;3317;p32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rect b="b" l="l" r="r" t="t"/>
                <a:pathLst>
                  <a:path extrusionOk="0" h="2321" w="2408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8" name="Google Shape;3318;p32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rect b="b" l="l" r="r" t="t"/>
                <a:pathLst>
                  <a:path extrusionOk="0" h="2242" w="2305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9" name="Google Shape;3319;p32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0" name="Google Shape;3320;p32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rect b="b" l="l" r="r" t="t"/>
                <a:pathLst>
                  <a:path extrusionOk="0" h="2321" w="2429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1" name="Google Shape;3321;p32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rect b="b" l="l" r="r" t="t"/>
                <a:pathLst>
                  <a:path extrusionOk="0" h="2233" w="2326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2" name="Google Shape;3322;p32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rect b="b" l="l" r="r" t="t"/>
                <a:pathLst>
                  <a:path extrusionOk="0" h="1932" w="2182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3" name="Google Shape;3323;p32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rect b="b" l="l" r="r" t="t"/>
                <a:pathLst>
                  <a:path extrusionOk="0" h="2341" w="2407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4" name="Google Shape;3324;p32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rect b="b" l="l" r="r" t="t"/>
                <a:pathLst>
                  <a:path extrusionOk="0" h="2232" w="2305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5" name="Google Shape;3325;p32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rect b="b" l="l" r="r" t="t"/>
                <a:pathLst>
                  <a:path extrusionOk="0" h="1931" w="2182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6" name="Google Shape;3326;p32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rect b="b" l="l" r="r" t="t"/>
                <a:pathLst>
                  <a:path extrusionOk="0" h="2325" w="2429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7" name="Google Shape;3327;p32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rect b="b" l="l" r="r" t="t"/>
                <a:pathLst>
                  <a:path extrusionOk="0" h="2233" w="2324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8" name="Google Shape;3328;p32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rect b="b" l="l" r="r" t="t"/>
                <a:pathLst>
                  <a:path extrusionOk="0" h="1932" w="2203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9" name="Google Shape;3329;p32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0" name="Google Shape;3330;p32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rect b="b" l="l" r="r" t="t"/>
                <a:pathLst>
                  <a:path extrusionOk="0" h="2240" w="2325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1" name="Google Shape;3331;p32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rect b="b" l="l" r="r" t="t"/>
                <a:pathLst>
                  <a:path extrusionOk="0" h="1942" w="2182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2" name="Google Shape;3332;p32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rect b="b" l="l" r="r" t="t"/>
                <a:pathLst>
                  <a:path extrusionOk="0" h="2338" w="2429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3" name="Google Shape;3333;p32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rect b="b" l="l" r="r" t="t"/>
                <a:pathLst>
                  <a:path extrusionOk="0" h="2223" w="2324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4" name="Google Shape;3334;p32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rect b="b" l="l" r="r" t="t"/>
                <a:pathLst>
                  <a:path extrusionOk="0" h="1922" w="2181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5" name="Google Shape;3335;p32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rect b="b" l="l" r="r" t="t"/>
                <a:pathLst>
                  <a:path extrusionOk="0" h="2338" w="2407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6" name="Google Shape;3336;p32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rect b="b" l="l" r="r" t="t"/>
                <a:pathLst>
                  <a:path extrusionOk="0" h="2222" w="2305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7" name="Google Shape;3337;p32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rect b="b" l="l" r="r" t="t"/>
                <a:pathLst>
                  <a:path extrusionOk="0" h="1921" w="2202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8" name="Google Shape;3338;p32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rect b="b" l="l" r="r" t="t"/>
                <a:pathLst>
                  <a:path extrusionOk="0" h="2332" w="2429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9" name="Google Shape;3339;p32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rect b="b" l="l" r="r" t="t"/>
                <a:pathLst>
                  <a:path extrusionOk="0" h="2239" w="2324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0" name="Google Shape;3340;p32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rect b="b" l="l" r="r" t="t"/>
                <a:pathLst>
                  <a:path extrusionOk="0" h="1941" w="2181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1" name="Google Shape;3341;p32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rect b="b" l="l" r="r" t="t"/>
                <a:pathLst>
                  <a:path extrusionOk="0" h="2337" w="2387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2" name="Google Shape;3342;p32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rect b="b" l="l" r="r" t="t"/>
                <a:pathLst>
                  <a:path extrusionOk="0" h="2234" w="2284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3" name="Google Shape;3343;p32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rect b="b" l="l" r="r" t="t"/>
                <a:pathLst>
                  <a:path extrusionOk="0" h="1961" w="2162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4" name="Google Shape;3344;p32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rect b="b" l="l" r="r" t="t"/>
                <a:pathLst>
                  <a:path extrusionOk="0" h="2335" w="2388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5" name="Google Shape;3345;p32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rect b="b" l="l" r="r" t="t"/>
                <a:pathLst>
                  <a:path extrusionOk="0" h="2239" w="2285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6" name="Google Shape;3346;p32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rect b="b" l="l" r="r" t="t"/>
                <a:pathLst>
                  <a:path extrusionOk="0" h="1953" w="2182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7" name="Google Shape;3347;p32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rect b="b" l="l" r="r" t="t"/>
                <a:pathLst>
                  <a:path extrusionOk="0" h="2355" w="2388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8" name="Google Shape;3348;p32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rect b="b" l="l" r="r" t="t"/>
                <a:pathLst>
                  <a:path extrusionOk="0" h="2239" w="2284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9" name="Google Shape;3349;p32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rect b="b" l="l" r="r" t="t"/>
                <a:pathLst>
                  <a:path extrusionOk="0" h="1953" w="2162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0" name="Google Shape;3350;p32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rect b="b" l="l" r="r" t="t"/>
                <a:pathLst>
                  <a:path extrusionOk="0" h="2337" w="2388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1" name="Google Shape;3351;p32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rect b="b" l="l" r="r" t="t"/>
                <a:pathLst>
                  <a:path extrusionOk="0" h="2236" w="2284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2" name="Google Shape;3352;p32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rect b="b" l="l" r="r" t="t"/>
                <a:pathLst>
                  <a:path extrusionOk="0" h="1961" w="216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53" name="Google Shape;3353;p32"/>
          <p:cNvSpPr/>
          <p:nvPr/>
        </p:nvSpPr>
        <p:spPr>
          <a:xfrm>
            <a:off x="-152400" y="4276725"/>
            <a:ext cx="8286750" cy="1114425"/>
          </a:xfrm>
          <a:custGeom>
            <a:rect b="b" l="l" r="r" t="t"/>
            <a:pathLst>
              <a:path extrusionOk="0" h="44577" w="331470">
                <a:moveTo>
                  <a:pt x="0" y="0"/>
                </a:moveTo>
                <a:cubicBezTo>
                  <a:pt x="5953" y="2381"/>
                  <a:pt x="14516" y="-1867"/>
                  <a:pt x="19050" y="2667"/>
                </a:cubicBezTo>
                <a:cubicBezTo>
                  <a:pt x="25252" y="8869"/>
                  <a:pt x="26697" y="19391"/>
                  <a:pt x="33909" y="24384"/>
                </a:cubicBezTo>
                <a:cubicBezTo>
                  <a:pt x="44970" y="32042"/>
                  <a:pt x="60610" y="31714"/>
                  <a:pt x="73914" y="29718"/>
                </a:cubicBezTo>
                <a:cubicBezTo>
                  <a:pt x="90765" y="27190"/>
                  <a:pt x="106785" y="18669"/>
                  <a:pt x="123825" y="18669"/>
                </a:cubicBezTo>
                <a:cubicBezTo>
                  <a:pt x="129032" y="18669"/>
                  <a:pt x="135941" y="17932"/>
                  <a:pt x="139065" y="22098"/>
                </a:cubicBezTo>
                <a:cubicBezTo>
                  <a:pt x="140608" y="24155"/>
                  <a:pt x="138893" y="28713"/>
                  <a:pt x="136398" y="29337"/>
                </a:cubicBezTo>
                <a:cubicBezTo>
                  <a:pt x="130848" y="30724"/>
                  <a:pt x="124370" y="32657"/>
                  <a:pt x="119253" y="30099"/>
                </a:cubicBezTo>
                <a:cubicBezTo>
                  <a:pt x="117776" y="29361"/>
                  <a:pt x="117879" y="26062"/>
                  <a:pt x="119253" y="25146"/>
                </a:cubicBezTo>
                <a:cubicBezTo>
                  <a:pt x="129595" y="18252"/>
                  <a:pt x="143824" y="19161"/>
                  <a:pt x="156210" y="20193"/>
                </a:cubicBezTo>
                <a:cubicBezTo>
                  <a:pt x="165323" y="20952"/>
                  <a:pt x="174553" y="19564"/>
                  <a:pt x="183642" y="20574"/>
                </a:cubicBezTo>
                <a:cubicBezTo>
                  <a:pt x="202609" y="22681"/>
                  <a:pt x="220988" y="31749"/>
                  <a:pt x="240030" y="30480"/>
                </a:cubicBezTo>
                <a:cubicBezTo>
                  <a:pt x="242434" y="30320"/>
                  <a:pt x="245993" y="30431"/>
                  <a:pt x="246888" y="28194"/>
                </a:cubicBezTo>
                <a:cubicBezTo>
                  <a:pt x="248392" y="24434"/>
                  <a:pt x="242896" y="19623"/>
                  <a:pt x="238887" y="19050"/>
                </a:cubicBezTo>
                <a:cubicBezTo>
                  <a:pt x="235504" y="18567"/>
                  <a:pt x="229509" y="22978"/>
                  <a:pt x="231267" y="25908"/>
                </a:cubicBezTo>
                <a:cubicBezTo>
                  <a:pt x="238544" y="38036"/>
                  <a:pt x="259464" y="23654"/>
                  <a:pt x="273558" y="22479"/>
                </a:cubicBezTo>
                <a:cubicBezTo>
                  <a:pt x="294148" y="20763"/>
                  <a:pt x="312990" y="35337"/>
                  <a:pt x="331470" y="44577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32"/>
          <p:cNvSpPr/>
          <p:nvPr/>
        </p:nvSpPr>
        <p:spPr>
          <a:xfrm>
            <a:off x="-104775" y="-495300"/>
            <a:ext cx="6229350" cy="916175"/>
          </a:xfrm>
          <a:custGeom>
            <a:rect b="b" l="l" r="r" t="t"/>
            <a:pathLst>
              <a:path extrusionOk="0" h="36647" w="249174">
                <a:moveTo>
                  <a:pt x="0" y="26289"/>
                </a:moveTo>
                <a:cubicBezTo>
                  <a:pt x="1675" y="28801"/>
                  <a:pt x="5595" y="28557"/>
                  <a:pt x="8382" y="29718"/>
                </a:cubicBezTo>
                <a:cubicBezTo>
                  <a:pt x="14384" y="32219"/>
                  <a:pt x="20980" y="33103"/>
                  <a:pt x="27432" y="33909"/>
                </a:cubicBezTo>
                <a:cubicBezTo>
                  <a:pt x="55481" y="37415"/>
                  <a:pt x="83747" y="27813"/>
                  <a:pt x="112014" y="27813"/>
                </a:cubicBezTo>
                <a:cubicBezTo>
                  <a:pt x="124771" y="27813"/>
                  <a:pt x="137224" y="36792"/>
                  <a:pt x="149733" y="34290"/>
                </a:cubicBezTo>
                <a:cubicBezTo>
                  <a:pt x="152360" y="33765"/>
                  <a:pt x="152389" y="28183"/>
                  <a:pt x="150495" y="26289"/>
                </a:cubicBezTo>
                <a:cubicBezTo>
                  <a:pt x="148966" y="24760"/>
                  <a:pt x="143051" y="24736"/>
                  <a:pt x="144018" y="26670"/>
                </a:cubicBezTo>
                <a:cubicBezTo>
                  <a:pt x="146407" y="31448"/>
                  <a:pt x="154133" y="30116"/>
                  <a:pt x="159258" y="31623"/>
                </a:cubicBezTo>
                <a:cubicBezTo>
                  <a:pt x="170170" y="34832"/>
                  <a:pt x="182231" y="38558"/>
                  <a:pt x="193167" y="35433"/>
                </a:cubicBezTo>
                <a:cubicBezTo>
                  <a:pt x="202361" y="32806"/>
                  <a:pt x="200703" y="17244"/>
                  <a:pt x="207645" y="10668"/>
                </a:cubicBezTo>
                <a:cubicBezTo>
                  <a:pt x="218021" y="838"/>
                  <a:pt x="234882" y="0"/>
                  <a:pt x="249174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p32"/>
          <p:cNvSpPr/>
          <p:nvPr/>
        </p:nvSpPr>
        <p:spPr>
          <a:xfrm>
            <a:off x="8543925" y="1704975"/>
            <a:ext cx="953200" cy="2495550"/>
          </a:xfrm>
          <a:custGeom>
            <a:rect b="b" l="l" r="r" t="t"/>
            <a:pathLst>
              <a:path extrusionOk="0" h="99822" w="38128">
                <a:moveTo>
                  <a:pt x="36576" y="0"/>
                </a:moveTo>
                <a:cubicBezTo>
                  <a:pt x="43463" y="13775"/>
                  <a:pt x="24512" y="30003"/>
                  <a:pt x="12192" y="39243"/>
                </a:cubicBezTo>
                <a:cubicBezTo>
                  <a:pt x="8927" y="41692"/>
                  <a:pt x="0" y="44468"/>
                  <a:pt x="0" y="40386"/>
                </a:cubicBezTo>
                <a:cubicBezTo>
                  <a:pt x="0" y="36574"/>
                  <a:pt x="2305" y="32185"/>
                  <a:pt x="5715" y="30480"/>
                </a:cubicBezTo>
                <a:cubicBezTo>
                  <a:pt x="8986" y="28845"/>
                  <a:pt x="15285" y="30704"/>
                  <a:pt x="16002" y="34290"/>
                </a:cubicBezTo>
                <a:cubicBezTo>
                  <a:pt x="18563" y="47095"/>
                  <a:pt x="8216" y="60404"/>
                  <a:pt x="11049" y="73152"/>
                </a:cubicBezTo>
                <a:cubicBezTo>
                  <a:pt x="13719" y="85165"/>
                  <a:pt x="27874" y="91120"/>
                  <a:pt x="36576" y="99822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2">
    <p:spTree>
      <p:nvGrpSpPr>
        <p:cNvPr id="3356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58" name="Google Shape;3358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59" name="Google Shape;3359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60" name="Google Shape;336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65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6" name="Google Shape;3366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7" name="Google Shape;3367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68" name="Google Shape;336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69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71" name="Google Shape;337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72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4" name="Google Shape;337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75" name="Google Shape;337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8" name="Google Shape;3378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79" name="Google Shape;3379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80" name="Google Shape;338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81" name="Shape 3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2" name="Google Shape;338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83" name="Google Shape;338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84" name="Shape 3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5" name="Google Shape;3385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6" name="Google Shape;3386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87" name="Google Shape;338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88" name="Shape 3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3389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90" name="Google Shape;339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91" name="Shape 3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2" name="Google Shape;3392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3" name="Google Shape;339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94" name="Google Shape;339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95" name="Google Shape;339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96" name="Google Shape;339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399" name="Google Shape;339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00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02" name="Google Shape;3402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03" name="Google Shape;340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04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1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■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■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■"/>
              <a:defRPr b="0" i="0" sz="14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36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3" name="Google Shape;336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4" name="Google Shape;336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jpg"/><Relationship Id="rId4" Type="http://schemas.openxmlformats.org/officeDocument/2006/relationships/image" Target="../media/image22.jpg"/><Relationship Id="rId5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9" name="Shape 3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46"/>
          <p:cNvSpPr txBox="1"/>
          <p:nvPr>
            <p:ph type="ctrTitle"/>
          </p:nvPr>
        </p:nvSpPr>
        <p:spPr>
          <a:xfrm>
            <a:off x="1190700" y="1762600"/>
            <a:ext cx="67626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9000"/>
              <a:t>Challenge Name </a:t>
            </a:r>
            <a:endParaRPr sz="9000"/>
          </a:p>
        </p:txBody>
      </p:sp>
      <p:sp>
        <p:nvSpPr>
          <p:cNvPr id="3411" name="Google Shape;3411;p46"/>
          <p:cNvSpPr txBox="1"/>
          <p:nvPr>
            <p:ph idx="1" type="subTitle"/>
          </p:nvPr>
        </p:nvSpPr>
        <p:spPr>
          <a:xfrm>
            <a:off x="2307600" y="2905100"/>
            <a:ext cx="4528800" cy="4758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Team 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5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p47"/>
          <p:cNvSpPr txBox="1"/>
          <p:nvPr>
            <p:ph type="title"/>
          </p:nvPr>
        </p:nvSpPr>
        <p:spPr>
          <a:xfrm>
            <a:off x="3922675" y="1181100"/>
            <a:ext cx="4508100" cy="278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600"/>
              <a:t>Presenting info to the entire team</a:t>
            </a:r>
            <a:endParaRPr sz="10700"/>
          </a:p>
        </p:txBody>
      </p:sp>
      <p:sp>
        <p:nvSpPr>
          <p:cNvPr id="3417" name="Google Shape;3417;p47"/>
          <p:cNvSpPr txBox="1"/>
          <p:nvPr>
            <p:ph idx="4294967295" type="body"/>
          </p:nvPr>
        </p:nvSpPr>
        <p:spPr>
          <a:xfrm>
            <a:off x="3922675" y="1527150"/>
            <a:ext cx="17430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OUR THEME: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Google Shape;3422;p48"/>
          <p:cNvSpPr txBox="1"/>
          <p:nvPr>
            <p:ph type="title"/>
          </p:nvPr>
        </p:nvSpPr>
        <p:spPr>
          <a:xfrm>
            <a:off x="1714500" y="445025"/>
            <a:ext cx="57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Our Innovations</a:t>
            </a:r>
            <a:endParaRPr/>
          </a:p>
        </p:txBody>
      </p:sp>
      <p:sp>
        <p:nvSpPr>
          <p:cNvPr id="3423" name="Google Shape;3423;p48"/>
          <p:cNvSpPr txBox="1"/>
          <p:nvPr>
            <p:ph idx="7" type="title"/>
          </p:nvPr>
        </p:nvSpPr>
        <p:spPr>
          <a:xfrm>
            <a:off x="634375" y="1448275"/>
            <a:ext cx="2443500" cy="7605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Highly maneuverable</a:t>
            </a:r>
            <a:endParaRPr/>
          </a:p>
        </p:txBody>
      </p:sp>
      <p:sp>
        <p:nvSpPr>
          <p:cNvPr id="3424" name="Google Shape;3424;p48"/>
          <p:cNvSpPr txBox="1"/>
          <p:nvPr>
            <p:ph idx="7" type="title"/>
          </p:nvPr>
        </p:nvSpPr>
        <p:spPr>
          <a:xfrm>
            <a:off x="3266800" y="1448275"/>
            <a:ext cx="2443500" cy="7605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Sensors</a:t>
            </a:r>
            <a:endParaRPr/>
          </a:p>
        </p:txBody>
      </p:sp>
      <p:sp>
        <p:nvSpPr>
          <p:cNvPr id="3425" name="Google Shape;3425;p48"/>
          <p:cNvSpPr txBox="1"/>
          <p:nvPr>
            <p:ph idx="7" type="title"/>
          </p:nvPr>
        </p:nvSpPr>
        <p:spPr>
          <a:xfrm>
            <a:off x="634375" y="2758300"/>
            <a:ext cx="2443500" cy="7605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Battery life</a:t>
            </a:r>
            <a:endParaRPr/>
          </a:p>
        </p:txBody>
      </p:sp>
      <p:sp>
        <p:nvSpPr>
          <p:cNvPr id="3426" name="Google Shape;3426;p48"/>
          <p:cNvSpPr txBox="1"/>
          <p:nvPr>
            <p:ph idx="7" type="title"/>
          </p:nvPr>
        </p:nvSpPr>
        <p:spPr>
          <a:xfrm>
            <a:off x="3266800" y="2758300"/>
            <a:ext cx="2443500" cy="7605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On Board Analysis</a:t>
            </a:r>
            <a:endParaRPr/>
          </a:p>
        </p:txBody>
      </p:sp>
      <p:sp>
        <p:nvSpPr>
          <p:cNvPr id="3427" name="Google Shape;3427;p48"/>
          <p:cNvSpPr txBox="1"/>
          <p:nvPr>
            <p:ph idx="7" type="title"/>
          </p:nvPr>
        </p:nvSpPr>
        <p:spPr>
          <a:xfrm>
            <a:off x="5862550" y="1448275"/>
            <a:ext cx="2443500" cy="7605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LiDAR</a:t>
            </a:r>
            <a:endParaRPr/>
          </a:p>
        </p:txBody>
      </p:sp>
      <p:sp>
        <p:nvSpPr>
          <p:cNvPr id="3428" name="Google Shape;3428;p48"/>
          <p:cNvSpPr txBox="1"/>
          <p:nvPr>
            <p:ph idx="7" type="title"/>
          </p:nvPr>
        </p:nvSpPr>
        <p:spPr>
          <a:xfrm>
            <a:off x="5862550" y="2758300"/>
            <a:ext cx="2443500" cy="7605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Propellers</a:t>
            </a:r>
            <a:endParaRPr/>
          </a:p>
        </p:txBody>
      </p:sp>
      <p:sp>
        <p:nvSpPr>
          <p:cNvPr id="3429" name="Google Shape;3429;p48"/>
          <p:cNvSpPr txBox="1"/>
          <p:nvPr>
            <p:ph idx="7" type="title"/>
          </p:nvPr>
        </p:nvSpPr>
        <p:spPr>
          <a:xfrm>
            <a:off x="3178925" y="3851300"/>
            <a:ext cx="2443500" cy="760500"/>
          </a:xfrm>
          <a:prstGeom prst="rect">
            <a:avLst/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Gimbels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3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Initial research</a:t>
            </a:r>
            <a:endParaRPr/>
          </a:p>
        </p:txBody>
      </p:sp>
      <p:sp>
        <p:nvSpPr>
          <p:cNvPr id="3435" name="Google Shape;3435;p49"/>
          <p:cNvSpPr txBox="1"/>
          <p:nvPr>
            <p:ph idx="1" type="body"/>
          </p:nvPr>
        </p:nvSpPr>
        <p:spPr>
          <a:xfrm>
            <a:off x="720000" y="1215750"/>
            <a:ext cx="33735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Things we ruled out and moved past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Things to expand and focus 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p50"/>
          <p:cNvSpPr txBox="1"/>
          <p:nvPr>
            <p:ph type="title"/>
          </p:nvPr>
        </p:nvSpPr>
        <p:spPr>
          <a:xfrm>
            <a:off x="368000" y="1685925"/>
            <a:ext cx="21435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Electronics</a:t>
            </a:r>
            <a:endParaRPr/>
          </a:p>
        </p:txBody>
      </p:sp>
      <p:sp>
        <p:nvSpPr>
          <p:cNvPr id="3441" name="Google Shape;3441;p50"/>
          <p:cNvSpPr txBox="1"/>
          <p:nvPr>
            <p:ph idx="1" type="subTitle"/>
          </p:nvPr>
        </p:nvSpPr>
        <p:spPr>
          <a:xfrm>
            <a:off x="2690600" y="1556026"/>
            <a:ext cx="42741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Computers     Power     Motor Systems</a:t>
            </a:r>
            <a:endParaRPr/>
          </a:p>
        </p:txBody>
      </p:sp>
      <p:sp>
        <p:nvSpPr>
          <p:cNvPr id="3442" name="Google Shape;3442;p50"/>
          <p:cNvSpPr txBox="1"/>
          <p:nvPr>
            <p:ph idx="3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Subsystems</a:t>
            </a:r>
            <a:endParaRPr/>
          </a:p>
        </p:txBody>
      </p:sp>
      <p:sp>
        <p:nvSpPr>
          <p:cNvPr id="3443" name="Google Shape;3443;p50"/>
          <p:cNvSpPr txBox="1"/>
          <p:nvPr>
            <p:ph idx="4" type="title"/>
          </p:nvPr>
        </p:nvSpPr>
        <p:spPr>
          <a:xfrm>
            <a:off x="434050" y="3386125"/>
            <a:ext cx="20775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PROPELLERS</a:t>
            </a:r>
            <a:endParaRPr/>
          </a:p>
        </p:txBody>
      </p:sp>
      <p:sp>
        <p:nvSpPr>
          <p:cNvPr id="3444" name="Google Shape;3444;p50"/>
          <p:cNvSpPr txBox="1"/>
          <p:nvPr>
            <p:ph idx="5" type="subTitle"/>
          </p:nvPr>
        </p:nvSpPr>
        <p:spPr>
          <a:xfrm>
            <a:off x="2690600" y="3256226"/>
            <a:ext cx="42741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Placement		propeller type</a:t>
            </a:r>
            <a:endParaRPr/>
          </a:p>
        </p:txBody>
      </p:sp>
      <p:sp>
        <p:nvSpPr>
          <p:cNvPr id="3445" name="Google Shape;3445;p50"/>
          <p:cNvSpPr txBox="1"/>
          <p:nvPr>
            <p:ph idx="4" type="title"/>
          </p:nvPr>
        </p:nvSpPr>
        <p:spPr>
          <a:xfrm>
            <a:off x="434050" y="2471725"/>
            <a:ext cx="20775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Structure</a:t>
            </a:r>
            <a:endParaRPr/>
          </a:p>
        </p:txBody>
      </p:sp>
      <p:sp>
        <p:nvSpPr>
          <p:cNvPr id="3446" name="Google Shape;3446;p50"/>
          <p:cNvSpPr txBox="1"/>
          <p:nvPr>
            <p:ph idx="5" type="subTitle"/>
          </p:nvPr>
        </p:nvSpPr>
        <p:spPr>
          <a:xfrm>
            <a:off x="2690600" y="2341826"/>
            <a:ext cx="42741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Airframe        Shape</a:t>
            </a:r>
            <a:br>
              <a:rPr lang="en"/>
            </a:br>
            <a:r>
              <a:rPr lang="en"/>
              <a:t>Materials        Design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0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Frame and Structure</a:t>
            </a:r>
            <a:endParaRPr/>
          </a:p>
        </p:txBody>
      </p:sp>
      <p:sp>
        <p:nvSpPr>
          <p:cNvPr id="3452" name="Google Shape;3452;p51"/>
          <p:cNvSpPr txBox="1"/>
          <p:nvPr>
            <p:ph idx="1" type="body"/>
          </p:nvPr>
        </p:nvSpPr>
        <p:spPr>
          <a:xfrm>
            <a:off x="720000" y="1215750"/>
            <a:ext cx="37245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/>
              <a:t>Materials: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Carbon Fiber: Ideal for lightweight, high-stress parts.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Aluminum Alloys: Cost-effective, widely used but prone to corrosion.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Titanium: High strength, corrosion resistance, suitable for critical components.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3" name="Google Shape;3453;p51"/>
          <p:cNvSpPr txBox="1"/>
          <p:nvPr>
            <p:ph idx="1" type="body"/>
          </p:nvPr>
        </p:nvSpPr>
        <p:spPr>
          <a:xfrm>
            <a:off x="4572000" y="1215750"/>
            <a:ext cx="37245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/>
              <a:t>Shape: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 shape: Ideal for heavy payload drones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X shape: Combination of stability, agility, durability, and versatility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 number of branches: Variable use cases for for speed or stability and can be modified as seen fit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7" name="Shape 3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8" name="Google Shape;3458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Propellers</a:t>
            </a:r>
            <a:endParaRPr/>
          </a:p>
        </p:txBody>
      </p:sp>
      <p:sp>
        <p:nvSpPr>
          <p:cNvPr id="3459" name="Google Shape;3459;p52"/>
          <p:cNvSpPr txBox="1"/>
          <p:nvPr>
            <p:ph idx="1" type="body"/>
          </p:nvPr>
        </p:nvSpPr>
        <p:spPr>
          <a:xfrm>
            <a:off x="5221675" y="1017725"/>
            <a:ext cx="35142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/>
              <a:t>Cross arm designs:</a:t>
            </a:r>
            <a:endParaRPr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Square - allows for the greatest thrust production while the quadcopter is hovering, at the expense of increased drage while in motion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Circular - decreased weight while maintaining a high stress and strain</a:t>
            </a:r>
            <a:endParaRPr/>
          </a:p>
        </p:txBody>
      </p:sp>
      <p:pic>
        <p:nvPicPr>
          <p:cNvPr id="3460" name="Google Shape;346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825" y="3583250"/>
            <a:ext cx="1349949" cy="13243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61" name="Google Shape;3461;p52"/>
          <p:cNvPicPr preferRelativeResize="0"/>
          <p:nvPr/>
        </p:nvPicPr>
        <p:blipFill rotWithShape="1">
          <a:blip r:embed="rId4">
            <a:alphaModFix/>
          </a:blip>
          <a:srcRect b="12728" l="0" r="0" t="9751"/>
          <a:stretch/>
        </p:blipFill>
        <p:spPr>
          <a:xfrm>
            <a:off x="2238743" y="3678313"/>
            <a:ext cx="1995331" cy="1134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62" name="Google Shape;3462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1050" y="3678308"/>
            <a:ext cx="1667525" cy="1134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63" name="Google Shape;3463;p52"/>
          <p:cNvSpPr txBox="1"/>
          <p:nvPr>
            <p:ph idx="1" type="body"/>
          </p:nvPr>
        </p:nvSpPr>
        <p:spPr>
          <a:xfrm>
            <a:off x="809100" y="1080300"/>
            <a:ext cx="35142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/>
              <a:t>Propeller designs:</a:t>
            </a:r>
            <a:endParaRPr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Tri-blade - allows for increased hover stability and thrust generation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Two blade - cheapest option and common, but average elsewhere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Variable pitch - able to adjust pitch of the blades to change stability and thrust depending on needs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7" name="Shape 3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8" name="Google Shape;3468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Any Completed Trade studies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ying Airplane Theme by Slidesgo">
  <a:themeElements>
    <a:clrScheme name="Simple Light">
      <a:dk1>
        <a:srgbClr val="13394F"/>
      </a:dk1>
      <a:lt1>
        <a:srgbClr val="C8EAFF"/>
      </a:lt1>
      <a:dk2>
        <a:srgbClr val="3992C8"/>
      </a:dk2>
      <a:lt2>
        <a:srgbClr val="326663"/>
      </a:lt2>
      <a:accent1>
        <a:srgbClr val="5C8988"/>
      </a:accent1>
      <a:accent2>
        <a:srgbClr val="A5A284"/>
      </a:accent2>
      <a:accent3>
        <a:srgbClr val="D6D4B2"/>
      </a:accent3>
      <a:accent4>
        <a:srgbClr val="F5E6E4"/>
      </a:accent4>
      <a:accent5>
        <a:srgbClr val="FFFFFF"/>
      </a:accent5>
      <a:accent6>
        <a:srgbClr val="FFFFFF"/>
      </a:accent6>
      <a:hlink>
        <a:srgbClr val="1339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