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Balthazar"/>
      <p:regular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regular.fntdata"/><Relationship Id="rId6" Type="http://schemas.openxmlformats.org/officeDocument/2006/relationships/slide" Target="slides/slide1.xml"/><Relationship Id="rId18" Type="http://schemas.openxmlformats.org/officeDocument/2006/relationships/font" Target="fonts/Balthaza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853b90fb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853b90fb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853b90fb0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2853b90fb0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6be82d0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6be82d0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28583a7d9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28583a7d9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8583a7d9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8583a7d9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8583a7d9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8583a7d9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8583a7d9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8583a7d9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8583a7d9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8583a7d9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853b90fb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2853b90fb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26be82d0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226be82d0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853b90fb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853b90fb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853b90fb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2853b90fb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130750" y="1663650"/>
            <a:ext cx="5711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TAMU THINKTANK </a:t>
            </a:r>
            <a:endParaRPr sz="47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 flipH="1" rot="10800000">
            <a:off x="1186075" y="2388875"/>
            <a:ext cx="4811700" cy="32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2355775" y="2421575"/>
            <a:ext cx="24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TEAM PRESENTATIONS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2375" y="1754425"/>
            <a:ext cx="817326" cy="81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595650" y="915550"/>
            <a:ext cx="5331000" cy="1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TITLE (adjust line to title length)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95650" y="1358725"/>
            <a:ext cx="5331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 GOES HERE!!!! (Adjust size as needed):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595650" y="915550"/>
            <a:ext cx="5331000" cy="1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TITLE (adjust line to title length)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95650" y="1358725"/>
            <a:ext cx="5331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 GOES HERE!!!! (Adjust size as needed):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625" y="2988175"/>
            <a:ext cx="4080949" cy="19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2557950" y="2071650"/>
            <a:ext cx="4213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SUBTITLE SLIDE TEMP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84" name="Google Shape;84;p16"/>
          <p:cNvCxnSpPr/>
          <p:nvPr/>
        </p:nvCxnSpPr>
        <p:spPr>
          <a:xfrm>
            <a:off x="2557950" y="2663425"/>
            <a:ext cx="3889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6"/>
          <p:cNvSpPr txBox="1"/>
          <p:nvPr/>
        </p:nvSpPr>
        <p:spPr>
          <a:xfrm>
            <a:off x="2685250" y="2755100"/>
            <a:ext cx="348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MINI DESCRIPTION OR NAME PRESENTING 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625" y="2988175"/>
            <a:ext cx="4080949" cy="19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41775" y="270250"/>
            <a:ext cx="4080949" cy="19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2900" y="414650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17"/>
          <p:cNvCxnSpPr/>
          <p:nvPr/>
        </p:nvCxnSpPr>
        <p:spPr>
          <a:xfrm>
            <a:off x="595650" y="915550"/>
            <a:ext cx="3496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7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ANNOUNCEMENTS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573300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01</a:t>
            </a:r>
            <a:endParaRPr sz="1900">
              <a:solidFill>
                <a:srgbClr val="07376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2271425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C343D"/>
                </a:solidFill>
                <a:latin typeface="Impact"/>
                <a:ea typeface="Impact"/>
                <a:cs typeface="Impact"/>
                <a:sym typeface="Impact"/>
              </a:rPr>
              <a:t>02</a:t>
            </a:r>
            <a:endParaRPr sz="1900">
              <a:solidFill>
                <a:srgbClr val="0C343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969550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C343D"/>
                </a:solidFill>
                <a:latin typeface="Impact"/>
                <a:ea typeface="Impact"/>
                <a:cs typeface="Impact"/>
                <a:sym typeface="Impact"/>
              </a:rPr>
              <a:t>03</a:t>
            </a:r>
            <a:endParaRPr sz="1900">
              <a:solidFill>
                <a:srgbClr val="0C343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667675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C343D"/>
                </a:solidFill>
                <a:latin typeface="Impact"/>
                <a:ea typeface="Impact"/>
                <a:cs typeface="Impact"/>
                <a:sym typeface="Impact"/>
              </a:rPr>
              <a:t>04</a:t>
            </a:r>
            <a:endParaRPr sz="1900">
              <a:solidFill>
                <a:srgbClr val="0C343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7365800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C343D"/>
                </a:solidFill>
                <a:latin typeface="Impact"/>
                <a:ea typeface="Impact"/>
                <a:cs typeface="Impact"/>
                <a:sym typeface="Impact"/>
              </a:rPr>
              <a:t>05</a:t>
            </a:r>
            <a:endParaRPr sz="1900">
              <a:solidFill>
                <a:srgbClr val="0C343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573300" y="2944575"/>
            <a:ext cx="103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THINKTANK MERCH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2271425" y="2944575"/>
            <a:ext cx="11268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RECURRING DESIGN CHALLENGES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969550" y="2944575"/>
            <a:ext cx="13218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MINI-DESIGN CHALLENGE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COMPETITIONS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5667675" y="2944575"/>
            <a:ext cx="10317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OFFICER POSITIONS FOR 2024-20225 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7296550" y="2944575"/>
            <a:ext cx="13218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PRESENTATION DIRECTIONS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18"/>
          <p:cNvCxnSpPr/>
          <p:nvPr/>
        </p:nvCxnSpPr>
        <p:spPr>
          <a:xfrm flipH="1" rot="10800000">
            <a:off x="595650" y="907750"/>
            <a:ext cx="4312500" cy="78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8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WHAT ARE GOALS FOR 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600" y="1354500"/>
            <a:ext cx="2324784" cy="1382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700550" y="1254400"/>
            <a:ext cx="2324700" cy="38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Impact"/>
                <a:ea typeface="Impact"/>
                <a:cs typeface="Impact"/>
                <a:sym typeface="Impact"/>
              </a:rPr>
              <a:t>MISSION</a:t>
            </a:r>
            <a:endParaRPr b="1" sz="190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1700" y="3270082"/>
            <a:ext cx="2294598" cy="138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5751650" y="2946750"/>
            <a:ext cx="2294700" cy="38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Impact"/>
                <a:ea typeface="Impact"/>
                <a:cs typeface="Impact"/>
                <a:sym typeface="Impact"/>
              </a:rPr>
              <a:t>VISION</a:t>
            </a:r>
            <a:endParaRPr b="1" sz="19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453000" y="1308300"/>
            <a:ext cx="4593300" cy="12636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000">
                <a:solidFill>
                  <a:schemeClr val="lt1"/>
                </a:solidFill>
              </a:rPr>
              <a:t>Lorem ipsum dolor sit amet, consectetur adipiscing elit. Duis vulputate nulla at ante rhoncus, vel efficitur felis condimentum. Proin odio odio.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000">
                <a:solidFill>
                  <a:schemeClr val="lt1"/>
                </a:solidFill>
              </a:rPr>
              <a:t>Lorem ipsum dolor sit amet, consectetur adipiscing elit. Duis vulputate nulla at ante rhoncus, vel efficitur felis condimentum. Proin odio odio.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700550" y="3175600"/>
            <a:ext cx="4593300" cy="12636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000">
                <a:solidFill>
                  <a:schemeClr val="lt1"/>
                </a:solidFill>
              </a:rPr>
              <a:t>Lorem ipsum dolor sit amet, consectetur adipiscing elit. Duis vulputate nulla at ante rhoncus, vel efficitur felis condimentum. Proin odio odio.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000">
                <a:solidFill>
                  <a:schemeClr val="lt1"/>
                </a:solidFill>
              </a:rPr>
              <a:t>Lorem ipsum dolor sit amet, consectetur adipiscing elit. Duis vulputate nulla at ante rhoncus, vel efficitur felis condimentum. Proin odio odio.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19"/>
          <p:cNvCxnSpPr/>
          <p:nvPr/>
        </p:nvCxnSpPr>
        <p:spPr>
          <a:xfrm>
            <a:off x="595650" y="915550"/>
            <a:ext cx="5331000" cy="1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9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GOALS AND OBJECTIVES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519700" y="1309363"/>
            <a:ext cx="2178600" cy="44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OBJECTIVE 1</a:t>
            </a:r>
            <a:endParaRPr sz="1800">
              <a:solidFill>
                <a:srgbClr val="07376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343950" y="1309363"/>
            <a:ext cx="2178600" cy="44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OBJECTIVE 2</a:t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6168200" y="1309375"/>
            <a:ext cx="2178600" cy="44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OBJECTIVE 3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800500" y="1885825"/>
            <a:ext cx="16170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JVJVJGGGCGCCGCHGCGHHCGHCGHCGHCGCHVVVVVJVVHJVN NMBBBNB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3722200" y="1885825"/>
            <a:ext cx="14991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JVJVJGGGCGCCGCHGCGHHCGHCGHCGHCGCHVVVVVJVVHJVN NMBBBNB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6449000" y="1885825"/>
            <a:ext cx="16170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JVJVJGGGCGCCGCHGCGHHCGHCGHCGHCGCHVVVVVJVVHJVN NMBBBNB</a:t>
            </a:r>
            <a:endParaRPr sz="1300">
              <a:solidFill>
                <a:schemeClr val="lt1"/>
              </a:solidFill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0775" y="3178375"/>
            <a:ext cx="4041975" cy="175261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 rot="-1997660">
            <a:off x="3715865" y="3841565"/>
            <a:ext cx="277079" cy="20019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 rot="2101961">
            <a:off x="5014555" y="3876982"/>
            <a:ext cx="276982" cy="2000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0"/>
          <p:cNvCxnSpPr/>
          <p:nvPr/>
        </p:nvCxnSpPr>
        <p:spPr>
          <a:xfrm>
            <a:off x="595650" y="915550"/>
            <a:ext cx="5698500" cy="15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0"/>
          <p:cNvSpPr txBox="1"/>
          <p:nvPr/>
        </p:nvSpPr>
        <p:spPr>
          <a:xfrm>
            <a:off x="519700" y="354700"/>
            <a:ext cx="6198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COMMUNICATE WITH PURPOSE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34150" y="1152475"/>
            <a:ext cx="612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Determine the purpose of your paper, and then work with it in mind!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1773750" y="2115325"/>
            <a:ext cx="125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5445375" y="2115313"/>
            <a:ext cx="192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SARI FORMAT: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1243500" y="2655775"/>
            <a:ext cx="2133000" cy="16122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200">
                <a:solidFill>
                  <a:srgbClr val="0C343D"/>
                </a:solidFill>
              </a:rPr>
              <a:t>Describe nine basic </a:t>
            </a:r>
            <a:r>
              <a:rPr b="1" lang="en" sz="1200">
                <a:solidFill>
                  <a:srgbClr val="0C343D"/>
                </a:solidFill>
              </a:rPr>
              <a:t>practices</a:t>
            </a:r>
            <a:r>
              <a:rPr b="1" lang="en" sz="1200">
                <a:solidFill>
                  <a:srgbClr val="0C343D"/>
                </a:solidFill>
              </a:rPr>
              <a:t> of good communication in which my audience understands and appreciates its importance </a:t>
            </a:r>
            <a:endParaRPr sz="1700">
              <a:solidFill>
                <a:srgbClr val="0C343D"/>
              </a:solidFill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4715775" y="2655775"/>
            <a:ext cx="3380400" cy="431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rgbClr val="0C343D"/>
                </a:solidFill>
              </a:rPr>
              <a:t>SPECIFIC </a:t>
            </a:r>
            <a:r>
              <a:rPr lang="en" sz="1000">
                <a:solidFill>
                  <a:srgbClr val="0C343D"/>
                </a:solidFill>
              </a:rPr>
              <a:t>to your content and audience.  </a:t>
            </a:r>
            <a:r>
              <a:rPr i="1" lang="en" sz="1000">
                <a:solidFill>
                  <a:srgbClr val="0C343D"/>
                </a:solidFill>
              </a:rPr>
              <a:t>It is focused.</a:t>
            </a:r>
            <a:endParaRPr sz="1000">
              <a:solidFill>
                <a:srgbClr val="0C343D"/>
              </a:solidFill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715775" y="3193175"/>
            <a:ext cx="3380400" cy="431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rgbClr val="0C343D"/>
                </a:solidFill>
              </a:rPr>
              <a:t>ATTAINABLE, </a:t>
            </a:r>
            <a:r>
              <a:rPr lang="en" sz="1000">
                <a:solidFill>
                  <a:srgbClr val="0C343D"/>
                </a:solidFill>
              </a:rPr>
              <a:t>given your constraints.  </a:t>
            </a:r>
            <a:r>
              <a:rPr i="1" lang="en" sz="1000">
                <a:solidFill>
                  <a:srgbClr val="0C343D"/>
                </a:solidFill>
              </a:rPr>
              <a:t>It can be done.</a:t>
            </a:r>
            <a:endParaRPr sz="10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4715775" y="3730575"/>
            <a:ext cx="3380400" cy="431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rgbClr val="0C343D"/>
                </a:solidFill>
              </a:rPr>
              <a:t>RELEVANT</a:t>
            </a:r>
            <a:r>
              <a:rPr lang="en" sz="1000">
                <a:solidFill>
                  <a:srgbClr val="0C343D"/>
                </a:solidFill>
              </a:rPr>
              <a:t> to the project.  </a:t>
            </a:r>
            <a:r>
              <a:rPr i="1" lang="en" sz="1000">
                <a:solidFill>
                  <a:srgbClr val="0C343D"/>
                </a:solidFill>
              </a:rPr>
              <a:t>It advances the cause.</a:t>
            </a:r>
            <a:endParaRPr sz="10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4715775" y="4267975"/>
            <a:ext cx="3380400" cy="431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rgbClr val="0C343D"/>
                </a:solidFill>
              </a:rPr>
              <a:t>IMPACTFUL </a:t>
            </a:r>
            <a:r>
              <a:rPr lang="en" sz="1000">
                <a:solidFill>
                  <a:srgbClr val="0C343D"/>
                </a:solidFill>
              </a:rPr>
              <a:t>to your audience.  </a:t>
            </a:r>
            <a:r>
              <a:rPr i="1" lang="en" sz="1000">
                <a:solidFill>
                  <a:srgbClr val="0C343D"/>
                </a:solidFill>
              </a:rPr>
              <a:t>It has an effect.</a:t>
            </a:r>
            <a:endParaRPr sz="10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21"/>
          <p:cNvCxnSpPr/>
          <p:nvPr/>
        </p:nvCxnSpPr>
        <p:spPr>
          <a:xfrm>
            <a:off x="595650" y="915550"/>
            <a:ext cx="4750800" cy="10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1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WHO ARE WE? (EXAMPLE)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899850" y="1836850"/>
            <a:ext cx="41424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resource group dedicated to helping new students find teams and resources to compete in engineering design competitions and challenges.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-4130" r="4130" t="0"/>
          <a:stretch/>
        </p:blipFill>
        <p:spPr>
          <a:xfrm>
            <a:off x="6106825" y="854800"/>
            <a:ext cx="2607900" cy="173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9D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2070" r="-2070" t="0"/>
          <a:stretch/>
        </p:blipFill>
        <p:spPr>
          <a:xfrm>
            <a:off x="6152975" y="2808350"/>
            <a:ext cx="2607900" cy="195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9D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2557950" y="2071650"/>
            <a:ext cx="4213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EoS Presentation Q&amp;A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166" name="Google Shape;166;p22"/>
          <p:cNvCxnSpPr/>
          <p:nvPr/>
        </p:nvCxnSpPr>
        <p:spPr>
          <a:xfrm flipH="1" rot="10800000">
            <a:off x="2450600" y="2659825"/>
            <a:ext cx="4179600" cy="8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2"/>
          <p:cNvSpPr txBox="1"/>
          <p:nvPr/>
        </p:nvSpPr>
        <p:spPr>
          <a:xfrm>
            <a:off x="2394300" y="2755100"/>
            <a:ext cx="4355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GOT ANY QUESTIONS? WE’RE HAPPY TO ANSWER THEM!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625" y="2988175"/>
            <a:ext cx="4080949" cy="19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41775" y="270250"/>
            <a:ext cx="4080949" cy="19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2900" y="414650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500" y="3559025"/>
            <a:ext cx="1125599" cy="112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443425" y="328450"/>
            <a:ext cx="5152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FOLLOW OUR SOCIALS!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178" name="Google Shape;178;p23"/>
          <p:cNvCxnSpPr/>
          <p:nvPr/>
        </p:nvCxnSpPr>
        <p:spPr>
          <a:xfrm>
            <a:off x="447050" y="910725"/>
            <a:ext cx="4562700" cy="15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9" name="Google Shape;17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050" y="1366525"/>
            <a:ext cx="249249" cy="249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/>
          <p:nvPr/>
        </p:nvSpPr>
        <p:spPr>
          <a:xfrm>
            <a:off x="734450" y="1283388"/>
            <a:ext cx="12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INSTA:</a:t>
            </a:r>
            <a:endParaRPr sz="1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696300" y="1600475"/>
            <a:ext cx="143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@tamuthinktank</a:t>
            </a:r>
            <a:endParaRPr sz="16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550" y="2168029"/>
            <a:ext cx="320250" cy="32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734450" y="2120388"/>
            <a:ext cx="12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WEBSITE</a:t>
            </a: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:</a:t>
            </a:r>
            <a:endParaRPr sz="1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734450" y="2488275"/>
            <a:ext cx="229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https://www.tamuthinktank.org/</a:t>
            </a:r>
            <a:endParaRPr sz="16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550" y="3040525"/>
            <a:ext cx="320251" cy="320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777000" y="2992888"/>
            <a:ext cx="12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DISCORD</a:t>
            </a: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:</a:t>
            </a:r>
            <a:endParaRPr sz="1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700" y="2571750"/>
            <a:ext cx="1125599" cy="112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443425" y="328450"/>
            <a:ext cx="515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QUESTIONS?</a:t>
            </a:r>
            <a:endParaRPr sz="3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194" name="Google Shape;194;p24"/>
          <p:cNvCxnSpPr/>
          <p:nvPr/>
        </p:nvCxnSpPr>
        <p:spPr>
          <a:xfrm>
            <a:off x="447050" y="910725"/>
            <a:ext cx="2668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4"/>
          <p:cNvSpPr txBox="1"/>
          <p:nvPr/>
        </p:nvSpPr>
        <p:spPr>
          <a:xfrm>
            <a:off x="443425" y="1107800"/>
            <a:ext cx="64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If you have any questions, feel free to reach out to us via Discord or email!</a:t>
            </a:r>
            <a:endParaRPr sz="25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050" y="1910500"/>
            <a:ext cx="320251" cy="32025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801200" y="1862863"/>
            <a:ext cx="12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DISCORD:</a:t>
            </a:r>
            <a:endParaRPr sz="1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198" name="Google Shape;19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1750" y="1910504"/>
            <a:ext cx="320250" cy="32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 txBox="1"/>
          <p:nvPr/>
        </p:nvSpPr>
        <p:spPr>
          <a:xfrm>
            <a:off x="4618350" y="1862863"/>
            <a:ext cx="12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EMAIL</a:t>
            </a: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:</a:t>
            </a:r>
            <a:endParaRPr sz="1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4618350" y="2394750"/>
            <a:ext cx="420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</a:rPr>
              <a:t>tamuthinktank@gmail.com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