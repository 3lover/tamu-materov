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Play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6.xml"/><Relationship Id="rId12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13" name="Google Shape;13;p2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1552506" y="1270690"/>
            <a:ext cx="15025287" cy="5702432"/>
            <a:chOff x="-1028062" y="1775602"/>
            <a:chExt cx="14500843" cy="5255670"/>
          </a:xfrm>
        </p:grpSpPr>
        <p:sp>
          <p:nvSpPr>
            <p:cNvPr id="16" name="Google Shape;16;p2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2"/>
          <p:cNvSpPr txBox="1"/>
          <p:nvPr>
            <p:ph type="ctrTitle"/>
          </p:nvPr>
        </p:nvSpPr>
        <p:spPr>
          <a:xfrm>
            <a:off x="208317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208317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2"/>
          <p:cNvSpPr txBox="1"/>
          <p:nvPr>
            <p:ph idx="10" type="dt"/>
          </p:nvPr>
        </p:nvSpPr>
        <p:spPr>
          <a:xfrm>
            <a:off x="-92098" y="635634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1" type="ftr"/>
          </p:nvPr>
        </p:nvSpPr>
        <p:spPr>
          <a:xfrm>
            <a:off x="5237517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"/>
          <p:cNvSpPr txBox="1"/>
          <p:nvPr>
            <p:ph idx="12" type="sldNum"/>
          </p:nvPr>
        </p:nvSpPr>
        <p:spPr>
          <a:xfrm>
            <a:off x="935231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2"/>
          <p:cNvCxnSpPr/>
          <p:nvPr/>
        </p:nvCxnSpPr>
        <p:spPr>
          <a:xfrm>
            <a:off x="306993" y="405230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6" name="Google Shape;36;p3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40" name="Google Shape;40;p3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56" name="Google Shape;56;p4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" name="Google Shape;65;p4"/>
          <p:cNvCxnSpPr/>
          <p:nvPr/>
        </p:nvCxnSpPr>
        <p:spPr>
          <a:xfrm>
            <a:off x="948343" y="135355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" name="Google Shape;68;p5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69" name="Google Shape;69;p5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-304800" y="488951"/>
            <a:ext cx="7928762" cy="6507786"/>
          </a:xfrm>
          <a:custGeom>
            <a:rect b="b" l="l" r="r" t="t"/>
            <a:pathLst>
              <a:path extrusionOk="0" h="6507786" w="7928762">
                <a:moveTo>
                  <a:pt x="158750" y="0"/>
                </a:moveTo>
                <a:cubicBezTo>
                  <a:pt x="861483" y="268816"/>
                  <a:pt x="1564217" y="537633"/>
                  <a:pt x="1905000" y="1003300"/>
                </a:cubicBezTo>
                <a:cubicBezTo>
                  <a:pt x="2245783" y="1468967"/>
                  <a:pt x="1994958" y="2437342"/>
                  <a:pt x="2203450" y="2794000"/>
                </a:cubicBezTo>
                <a:cubicBezTo>
                  <a:pt x="2411942" y="3150658"/>
                  <a:pt x="2684992" y="2909358"/>
                  <a:pt x="3155950" y="3143250"/>
                </a:cubicBezTo>
                <a:cubicBezTo>
                  <a:pt x="3626908" y="3377142"/>
                  <a:pt x="4639733" y="3816350"/>
                  <a:pt x="5029200" y="4197350"/>
                </a:cubicBezTo>
                <a:cubicBezTo>
                  <a:pt x="5418667" y="4578350"/>
                  <a:pt x="5012267" y="5064125"/>
                  <a:pt x="5492750" y="5429250"/>
                </a:cubicBezTo>
                <a:cubicBezTo>
                  <a:pt x="5973233" y="5794375"/>
                  <a:pt x="7477125" y="6224058"/>
                  <a:pt x="7912100" y="6388100"/>
                </a:cubicBezTo>
                <a:cubicBezTo>
                  <a:pt x="8347075" y="6552142"/>
                  <a:pt x="122237" y="6520921"/>
                  <a:pt x="0" y="6451600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"/>
          <p:cNvSpPr txBox="1"/>
          <p:nvPr>
            <p:ph idx="12" type="sldNum"/>
          </p:nvPr>
        </p:nvSpPr>
        <p:spPr>
          <a:xfrm>
            <a:off x="928817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6"/>
          <p:cNvSpPr/>
          <p:nvPr/>
        </p:nvSpPr>
        <p:spPr>
          <a:xfrm rot="-242220">
            <a:off x="163285" y="38916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 rot="-242220">
            <a:off x="315685" y="40440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 rot="-242220">
            <a:off x="468085" y="41964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 rot="-242220">
            <a:off x="620485" y="43488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 rot="-242220">
            <a:off x="772885" y="45012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 rot="-242220">
            <a:off x="925285" y="46536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 rot="-242220">
            <a:off x="1077685" y="4806059"/>
            <a:ext cx="13240886" cy="2760238"/>
          </a:xfrm>
          <a:custGeom>
            <a:rect b="b" l="l" r="r" t="t"/>
            <a:pathLst>
              <a:path extrusionOk="0" h="3155950" w="11906250">
                <a:moveTo>
                  <a:pt x="0" y="3155950"/>
                </a:moveTo>
                <a:cubicBezTo>
                  <a:pt x="993246" y="2668058"/>
                  <a:pt x="1986492" y="2180167"/>
                  <a:pt x="2889250" y="1981200"/>
                </a:cubicBezTo>
                <a:cubicBezTo>
                  <a:pt x="3792008" y="1782233"/>
                  <a:pt x="4349750" y="2239433"/>
                  <a:pt x="5416550" y="1962150"/>
                </a:cubicBezTo>
                <a:cubicBezTo>
                  <a:pt x="6483350" y="1684867"/>
                  <a:pt x="8208433" y="644525"/>
                  <a:pt x="9290050" y="317500"/>
                </a:cubicBezTo>
                <a:cubicBezTo>
                  <a:pt x="10371667" y="-9525"/>
                  <a:pt x="11415183" y="63500"/>
                  <a:pt x="11906250" y="0"/>
                </a:cubicBezTo>
              </a:path>
            </a:pathLst>
          </a:cu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948343" y="5063783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TT_layout_blank">
  <p:cSld name="1_TTT_layout_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7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98" name="Google Shape;98;p7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-1552506" y="1270690"/>
            <a:ext cx="15025287" cy="5702432"/>
            <a:chOff x="-1028062" y="1775602"/>
            <a:chExt cx="14500843" cy="5255670"/>
          </a:xfrm>
        </p:grpSpPr>
        <p:sp>
          <p:nvSpPr>
            <p:cNvPr id="101" name="Google Shape;101;p7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8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113" name="Google Shape;113;p8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8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8" name="Google Shape;128;p8"/>
          <p:cNvCxnSpPr/>
          <p:nvPr/>
        </p:nvCxnSpPr>
        <p:spPr>
          <a:xfrm>
            <a:off x="948343" y="1353555"/>
            <a:ext cx="3650725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-177799" y="-109041"/>
            <a:ext cx="9175240" cy="7125395"/>
          </a:xfrm>
          <a:custGeom>
            <a:rect b="b" l="l" r="r" t="t"/>
            <a:pathLst>
              <a:path extrusionOk="0" h="7125395" w="9175240">
                <a:moveTo>
                  <a:pt x="165100" y="39191"/>
                </a:moveTo>
                <a:cubicBezTo>
                  <a:pt x="318558" y="1620"/>
                  <a:pt x="472017" y="-35951"/>
                  <a:pt x="838200" y="64591"/>
                </a:cubicBezTo>
                <a:cubicBezTo>
                  <a:pt x="1204383" y="165133"/>
                  <a:pt x="1951567" y="157724"/>
                  <a:pt x="2362200" y="642441"/>
                </a:cubicBezTo>
                <a:cubicBezTo>
                  <a:pt x="2772833" y="1127158"/>
                  <a:pt x="2586567" y="2382341"/>
                  <a:pt x="3302000" y="2972891"/>
                </a:cubicBezTo>
                <a:cubicBezTo>
                  <a:pt x="4017433" y="3563441"/>
                  <a:pt x="5977467" y="3719016"/>
                  <a:pt x="6654800" y="4185741"/>
                </a:cubicBezTo>
                <a:cubicBezTo>
                  <a:pt x="7332133" y="4652466"/>
                  <a:pt x="6946900" y="5306516"/>
                  <a:pt x="7366000" y="5773241"/>
                </a:cubicBezTo>
                <a:cubicBezTo>
                  <a:pt x="7785100" y="6239966"/>
                  <a:pt x="8897408" y="6775483"/>
                  <a:pt x="9169400" y="6986091"/>
                </a:cubicBezTo>
                <a:cubicBezTo>
                  <a:pt x="9441392" y="7196699"/>
                  <a:pt x="123296" y="7110445"/>
                  <a:pt x="0" y="7094041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9"/>
          <p:cNvGrpSpPr/>
          <p:nvPr/>
        </p:nvGrpSpPr>
        <p:grpSpPr>
          <a:xfrm>
            <a:off x="8185150" y="-762001"/>
            <a:ext cx="4876800" cy="8997555"/>
            <a:chOff x="8185150" y="-762001"/>
            <a:chExt cx="4876800" cy="8997555"/>
          </a:xfrm>
        </p:grpSpPr>
        <p:sp>
          <p:nvSpPr>
            <p:cNvPr id="132" name="Google Shape;132;p9"/>
            <p:cNvSpPr/>
            <p:nvPr/>
          </p:nvSpPr>
          <p:spPr>
            <a:xfrm>
              <a:off x="8185150" y="-7620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8337550" y="-6096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8489950" y="-4572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9"/>
            <p:cNvSpPr/>
            <p:nvPr/>
          </p:nvSpPr>
          <p:spPr>
            <a:xfrm>
              <a:off x="8642350" y="-3048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9"/>
            <p:cNvSpPr/>
            <p:nvPr/>
          </p:nvSpPr>
          <p:spPr>
            <a:xfrm>
              <a:off x="8794750" y="-15240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8947150" y="-1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9115662" y="1523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9268062" y="3047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9420462" y="457199"/>
              <a:ext cx="3641488" cy="7778355"/>
            </a:xfrm>
            <a:custGeom>
              <a:rect b="b" l="l" r="r" t="t"/>
              <a:pathLst>
                <a:path extrusionOk="0" h="6908800" w="2955688">
                  <a:moveTo>
                    <a:pt x="0" y="6908800"/>
                  </a:moveTo>
                  <a:cubicBezTo>
                    <a:pt x="766233" y="6481233"/>
                    <a:pt x="1798108" y="6068483"/>
                    <a:pt x="2146300" y="5334000"/>
                  </a:cubicBezTo>
                  <a:cubicBezTo>
                    <a:pt x="2494492" y="4599517"/>
                    <a:pt x="1945217" y="3370792"/>
                    <a:pt x="2089150" y="2501900"/>
                  </a:cubicBezTo>
                  <a:cubicBezTo>
                    <a:pt x="2233083" y="1633008"/>
                    <a:pt x="3418417" y="675217"/>
                    <a:pt x="2755900" y="0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9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9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9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0"/>
          <p:cNvGrpSpPr/>
          <p:nvPr/>
        </p:nvGrpSpPr>
        <p:grpSpPr>
          <a:xfrm>
            <a:off x="-161903" y="-167749"/>
            <a:ext cx="6786369" cy="7140871"/>
            <a:chOff x="-161903" y="-167749"/>
            <a:chExt cx="6786369" cy="7140871"/>
          </a:xfrm>
        </p:grpSpPr>
        <p:sp>
          <p:nvSpPr>
            <p:cNvPr id="151" name="Google Shape;151;p10"/>
            <p:cNvSpPr/>
            <p:nvPr/>
          </p:nvSpPr>
          <p:spPr>
            <a:xfrm>
              <a:off x="-161903" y="-167749"/>
              <a:ext cx="6736299" cy="7025749"/>
            </a:xfrm>
            <a:prstGeom prst="rtTriangle">
              <a:avLst/>
            </a:pr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-111833" y="-52627"/>
              <a:ext cx="6736299" cy="7025749"/>
            </a:xfrm>
            <a:custGeom>
              <a:rect b="b" l="l" r="r" t="t"/>
              <a:pathLst>
                <a:path extrusionOk="0" h="7025749" w="6736299">
                  <a:moveTo>
                    <a:pt x="0" y="0"/>
                  </a:moveTo>
                  <a:cubicBezTo>
                    <a:pt x="789958" y="66332"/>
                    <a:pt x="1579917" y="132664"/>
                    <a:pt x="2065623" y="480224"/>
                  </a:cubicBezTo>
                  <a:cubicBezTo>
                    <a:pt x="2551330" y="827784"/>
                    <a:pt x="2454846" y="1702713"/>
                    <a:pt x="2914239" y="2085358"/>
                  </a:cubicBezTo>
                  <a:cubicBezTo>
                    <a:pt x="3373632" y="2468003"/>
                    <a:pt x="4477710" y="2356170"/>
                    <a:pt x="4821980" y="2776092"/>
                  </a:cubicBezTo>
                  <a:cubicBezTo>
                    <a:pt x="5166250" y="3196014"/>
                    <a:pt x="4801148" y="4123571"/>
                    <a:pt x="4979862" y="4604892"/>
                  </a:cubicBezTo>
                  <a:cubicBezTo>
                    <a:pt x="5158576" y="5086213"/>
                    <a:pt x="5601523" y="5260541"/>
                    <a:pt x="5894262" y="5664017"/>
                  </a:cubicBezTo>
                  <a:cubicBezTo>
                    <a:pt x="6187001" y="6067493"/>
                    <a:pt x="6589381" y="6796601"/>
                    <a:pt x="6736299" y="7025749"/>
                  </a:cubicBezTo>
                </a:path>
              </a:pathLst>
            </a:custGeom>
            <a:solidFill>
              <a:srgbClr val="0A2B3C"/>
            </a:solidFill>
            <a:ln cap="flat" cmpd="sng" w="12700">
              <a:solidFill>
                <a:srgbClr val="0A2B3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10"/>
          <p:cNvGrpSpPr/>
          <p:nvPr/>
        </p:nvGrpSpPr>
        <p:grpSpPr>
          <a:xfrm>
            <a:off x="-1552506" y="1328840"/>
            <a:ext cx="15025287" cy="5702432"/>
            <a:chOff x="-1028062" y="1775602"/>
            <a:chExt cx="14500843" cy="5255670"/>
          </a:xfrm>
        </p:grpSpPr>
        <p:sp>
          <p:nvSpPr>
            <p:cNvPr id="154" name="Google Shape;154;p10"/>
            <p:cNvSpPr/>
            <p:nvPr/>
          </p:nvSpPr>
          <p:spPr>
            <a:xfrm>
              <a:off x="-1028062" y="1775602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-875662" y="18930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-723262" y="20454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-570862" y="21978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-418462" y="23502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-266062" y="250268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-115671" y="26771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36729" y="28295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189129" y="2981930"/>
              <a:ext cx="13283652" cy="4049342"/>
            </a:xfrm>
            <a:custGeom>
              <a:rect b="b" l="l" r="r" t="t"/>
              <a:pathLst>
                <a:path extrusionOk="0" h="4049342" w="12706350">
                  <a:moveTo>
                    <a:pt x="0" y="3108932"/>
                  </a:moveTo>
                  <a:cubicBezTo>
                    <a:pt x="998537" y="3588886"/>
                    <a:pt x="1997075" y="4068840"/>
                    <a:pt x="3111500" y="4048732"/>
                  </a:cubicBezTo>
                  <a:cubicBezTo>
                    <a:pt x="4225925" y="4028624"/>
                    <a:pt x="5623983" y="3131157"/>
                    <a:pt x="6686550" y="2988282"/>
                  </a:cubicBezTo>
                  <a:cubicBezTo>
                    <a:pt x="7749117" y="2845407"/>
                    <a:pt x="8755592" y="3622224"/>
                    <a:pt x="9486900" y="3191482"/>
                  </a:cubicBezTo>
                  <a:cubicBezTo>
                    <a:pt x="10218208" y="2760740"/>
                    <a:pt x="10537825" y="934057"/>
                    <a:pt x="11074400" y="403832"/>
                  </a:cubicBezTo>
                  <a:cubicBezTo>
                    <a:pt x="11610975" y="-126393"/>
                    <a:pt x="12434358" y="22832"/>
                    <a:pt x="12706350" y="10132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0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0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11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169" name="Google Shape;169;p11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11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1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11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12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186" name="Google Shape;186;p12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-278718" y="-113907"/>
            <a:ext cx="9705684" cy="7170263"/>
          </a:xfrm>
          <a:custGeom>
            <a:rect b="b" l="l" r="r" t="t"/>
            <a:pathLst>
              <a:path extrusionOk="0" h="6820837" w="9233590">
                <a:moveTo>
                  <a:pt x="83929" y="12662"/>
                </a:moveTo>
                <a:cubicBezTo>
                  <a:pt x="454875" y="-15384"/>
                  <a:pt x="1737024" y="-13227"/>
                  <a:pt x="2187023" y="194955"/>
                </a:cubicBezTo>
                <a:cubicBezTo>
                  <a:pt x="2637022" y="403137"/>
                  <a:pt x="2434673" y="1038447"/>
                  <a:pt x="2783923" y="1261755"/>
                </a:cubicBezTo>
                <a:cubicBezTo>
                  <a:pt x="3133173" y="1485063"/>
                  <a:pt x="3973490" y="1054322"/>
                  <a:pt x="4282523" y="1534805"/>
                </a:cubicBezTo>
                <a:cubicBezTo>
                  <a:pt x="4591556" y="2015288"/>
                  <a:pt x="4257123" y="3561513"/>
                  <a:pt x="4638123" y="4144655"/>
                </a:cubicBezTo>
                <a:cubicBezTo>
                  <a:pt x="5019123" y="4727797"/>
                  <a:pt x="5805686" y="4610216"/>
                  <a:pt x="6568523" y="5033655"/>
                </a:cubicBezTo>
                <a:cubicBezTo>
                  <a:pt x="7331360" y="5457094"/>
                  <a:pt x="8518814" y="6621230"/>
                  <a:pt x="9215147" y="6685287"/>
                </a:cubicBezTo>
                <a:cubicBezTo>
                  <a:pt x="9724205" y="6966804"/>
                  <a:pt x="-477824" y="6705723"/>
                  <a:pt x="17476" y="6807323"/>
                </a:cubicBezTo>
              </a:path>
            </a:pathLst>
          </a:custGeom>
          <a:solidFill>
            <a:srgbClr val="0A2B3C"/>
          </a:solidFill>
          <a:ln cap="flat" cmpd="sng" w="12700">
            <a:solidFill>
              <a:srgbClr val="0A2B3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13"/>
          <p:cNvGrpSpPr/>
          <p:nvPr/>
        </p:nvGrpSpPr>
        <p:grpSpPr>
          <a:xfrm>
            <a:off x="-1341996" y="3657600"/>
            <a:ext cx="14551458" cy="4029984"/>
            <a:chOff x="-1350448" y="3657600"/>
            <a:chExt cx="14078468" cy="4029984"/>
          </a:xfrm>
        </p:grpSpPr>
        <p:sp>
          <p:nvSpPr>
            <p:cNvPr id="202" name="Google Shape;202;p13"/>
            <p:cNvSpPr/>
            <p:nvPr/>
          </p:nvSpPr>
          <p:spPr>
            <a:xfrm>
              <a:off x="-1350448" y="36576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-1261548" y="3796021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-1140898" y="39624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-1020248" y="41148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-874426" y="4267200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-752083" y="4413713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-616584" y="4575015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-492680" y="4721528"/>
              <a:ext cx="13220700" cy="2966056"/>
            </a:xfrm>
            <a:custGeom>
              <a:rect b="b" l="l" r="r" t="t"/>
              <a:pathLst>
                <a:path extrusionOk="0" h="2966056" w="12649200">
                  <a:moveTo>
                    <a:pt x="0" y="457806"/>
                  </a:moveTo>
                  <a:cubicBezTo>
                    <a:pt x="844021" y="869497"/>
                    <a:pt x="1688042" y="1281189"/>
                    <a:pt x="2444750" y="1207106"/>
                  </a:cubicBezTo>
                  <a:cubicBezTo>
                    <a:pt x="3201458" y="1133023"/>
                    <a:pt x="3693583" y="-143327"/>
                    <a:pt x="4540250" y="13306"/>
                  </a:cubicBezTo>
                  <a:cubicBezTo>
                    <a:pt x="5386917" y="169939"/>
                    <a:pt x="6173258" y="1654781"/>
                    <a:pt x="7524750" y="2146906"/>
                  </a:cubicBezTo>
                  <a:cubicBezTo>
                    <a:pt x="8876242" y="2639031"/>
                    <a:pt x="11752792" y="2915256"/>
                    <a:pt x="12649200" y="2966056"/>
                  </a:cubicBezTo>
                </a:path>
              </a:pathLst>
            </a:custGeom>
            <a:noFill/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C2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12065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52133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93281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ctrTitle"/>
          </p:nvPr>
        </p:nvSpPr>
        <p:spPr>
          <a:xfrm>
            <a:off x="208317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n-US"/>
              <a:t>Challenge Name</a:t>
            </a:r>
            <a:endParaRPr/>
          </a:p>
        </p:txBody>
      </p:sp>
      <p:sp>
        <p:nvSpPr>
          <p:cNvPr id="220" name="Google Shape;220;p14"/>
          <p:cNvSpPr txBox="1"/>
          <p:nvPr>
            <p:ph idx="1" type="subTitle"/>
          </p:nvPr>
        </p:nvSpPr>
        <p:spPr>
          <a:xfrm>
            <a:off x="208317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Team 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/>
        </p:nvSpPr>
        <p:spPr>
          <a:xfrm>
            <a:off x="720300" y="1664650"/>
            <a:ext cx="10751400" cy="206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47625">
              <a:srgbClr val="FFFFFF">
                <a:alpha val="65882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Theme of Your</a:t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Competition</a:t>
            </a:r>
            <a:endParaRPr b="0" i="0" sz="6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Important Topic 🤯</a:t>
            </a:r>
            <a:endParaRPr/>
          </a:p>
        </p:txBody>
      </p:sp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838200" y="1825625"/>
            <a:ext cx="9643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You’re presenting these slides in front of people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Try not to use so many words on screen!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Instead, limit yourself to as little words as possible on the slide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Focus on speaking the most and practicing public speech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You can use speaker notes below to hide all your speaking words from the audience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Displaying Content</a:t>
            </a:r>
            <a:endParaRPr/>
          </a:p>
        </p:txBody>
      </p:sp>
      <p:sp>
        <p:nvSpPr>
          <p:cNvPr id="237" name="Google Shape;237;p17"/>
          <p:cNvSpPr txBox="1"/>
          <p:nvPr>
            <p:ph idx="1" type="body"/>
          </p:nvPr>
        </p:nvSpPr>
        <p:spPr>
          <a:xfrm>
            <a:off x="838200" y="1825625"/>
            <a:ext cx="9270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Show off those trade studies and how you came to your decisions!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When talking about research, talking in depth but still at a simple level can bring the audience in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This is good practice and a good way to get effective feedback from your peers!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is also a good test to see if you’re at a good place or if there is still work to be done (don’t be scared)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Images</a:t>
            </a:r>
            <a:endParaRPr/>
          </a:p>
        </p:txBody>
      </p:sp>
      <p:sp>
        <p:nvSpPr>
          <p:cNvPr id="243" name="Google Shape;24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IMAGES SHOULD LOOK LIKE ONE OF THE FOLLOWING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Non transparent images should have a blue outline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Transparent ones do not require an outline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.com: Kunfund Touhou Project Plushie Stuffed Doll Hakurei Reimu Anime  Figure Xmas Gift Fumo 20cm : Toys &amp; Games" id="244" name="Google Shape;2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6733" y="3380354"/>
            <a:ext cx="2000487" cy="295456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isen fumo png : r/fumotouhou" id="245" name="Google Shape;2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7504" y="3691071"/>
            <a:ext cx="2000488" cy="2801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/>
          <p:nvPr>
            <p:ph type="title"/>
          </p:nvPr>
        </p:nvSpPr>
        <p:spPr>
          <a:xfrm>
            <a:off x="2725800" y="2091850"/>
            <a:ext cx="6740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7000"/>
              <a:t>Any Questions?</a:t>
            </a:r>
            <a:endParaRPr sz="7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TT_Palet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