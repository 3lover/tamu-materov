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embeddedFontLst>
    <p:embeddedFont>
      <p:font typeface="Play"/>
      <p:regular r:id="rId11"/>
      <p:bold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lay-regular.fntdata"/><Relationship Id="rId10" Type="http://schemas.openxmlformats.org/officeDocument/2006/relationships/slide" Target="slides/slide6.xml"/><Relationship Id="rId12" Type="http://schemas.openxmlformats.org/officeDocument/2006/relationships/font" Target="fonts/Play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7" name="Google Shape;21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3" name="Google Shape;22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8" name="Google Shape;22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4" name="Google Shape;234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0" name="Google Shape;24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oogle Shape;12;p2"/>
          <p:cNvGrpSpPr/>
          <p:nvPr/>
        </p:nvGrpSpPr>
        <p:grpSpPr>
          <a:xfrm>
            <a:off x="-161903" y="-167749"/>
            <a:ext cx="6786369" cy="7140871"/>
            <a:chOff x="-161903" y="-167749"/>
            <a:chExt cx="6786369" cy="7140871"/>
          </a:xfrm>
        </p:grpSpPr>
        <p:sp>
          <p:nvSpPr>
            <p:cNvPr id="13" name="Google Shape;13;p2"/>
            <p:cNvSpPr/>
            <p:nvPr/>
          </p:nvSpPr>
          <p:spPr>
            <a:xfrm>
              <a:off x="-161903" y="-167749"/>
              <a:ext cx="6736299" cy="7025749"/>
            </a:xfrm>
            <a:prstGeom prst="rtTriangle">
              <a:avLst/>
            </a:prstGeom>
            <a:solidFill>
              <a:srgbClr val="0A2B3C"/>
            </a:solidFill>
            <a:ln cap="flat" cmpd="sng" w="12700">
              <a:solidFill>
                <a:srgbClr val="0A2B3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-111833" y="-52627"/>
              <a:ext cx="6736299" cy="7025749"/>
            </a:xfrm>
            <a:custGeom>
              <a:rect b="b" l="l" r="r" t="t"/>
              <a:pathLst>
                <a:path extrusionOk="0" h="7025749" w="6736299">
                  <a:moveTo>
                    <a:pt x="0" y="0"/>
                  </a:moveTo>
                  <a:cubicBezTo>
                    <a:pt x="789958" y="66332"/>
                    <a:pt x="1579917" y="132664"/>
                    <a:pt x="2065623" y="480224"/>
                  </a:cubicBezTo>
                  <a:cubicBezTo>
                    <a:pt x="2551330" y="827784"/>
                    <a:pt x="2454846" y="1702713"/>
                    <a:pt x="2914239" y="2085358"/>
                  </a:cubicBezTo>
                  <a:cubicBezTo>
                    <a:pt x="3373632" y="2468003"/>
                    <a:pt x="4477710" y="2356170"/>
                    <a:pt x="4821980" y="2776092"/>
                  </a:cubicBezTo>
                  <a:cubicBezTo>
                    <a:pt x="5166250" y="3196014"/>
                    <a:pt x="4801148" y="4123571"/>
                    <a:pt x="4979862" y="4604892"/>
                  </a:cubicBezTo>
                  <a:cubicBezTo>
                    <a:pt x="5158576" y="5086213"/>
                    <a:pt x="5601523" y="5260541"/>
                    <a:pt x="5894262" y="5664017"/>
                  </a:cubicBezTo>
                  <a:cubicBezTo>
                    <a:pt x="6187001" y="6067493"/>
                    <a:pt x="6589381" y="6796601"/>
                    <a:pt x="6736299" y="7025749"/>
                  </a:cubicBezTo>
                </a:path>
              </a:pathLst>
            </a:custGeom>
            <a:solidFill>
              <a:srgbClr val="0A2B3C"/>
            </a:solidFill>
            <a:ln cap="flat" cmpd="sng" w="12700">
              <a:solidFill>
                <a:srgbClr val="0A2B3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" name="Google Shape;15;p2"/>
          <p:cNvGrpSpPr/>
          <p:nvPr/>
        </p:nvGrpSpPr>
        <p:grpSpPr>
          <a:xfrm>
            <a:off x="-1552506" y="1270690"/>
            <a:ext cx="15025287" cy="5702432"/>
            <a:chOff x="-1028062" y="1775602"/>
            <a:chExt cx="14500843" cy="5255670"/>
          </a:xfrm>
        </p:grpSpPr>
        <p:sp>
          <p:nvSpPr>
            <p:cNvPr id="16" name="Google Shape;16;p2"/>
            <p:cNvSpPr/>
            <p:nvPr/>
          </p:nvSpPr>
          <p:spPr>
            <a:xfrm>
              <a:off x="-1028062" y="1775602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-875662" y="189308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-723262" y="204548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-570862" y="219788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-418462" y="235028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-266062" y="250268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-115671" y="267713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36729" y="282953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189129" y="298193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" name="Google Shape;25;p2"/>
          <p:cNvSpPr txBox="1"/>
          <p:nvPr>
            <p:ph type="ctrTitle"/>
          </p:nvPr>
        </p:nvSpPr>
        <p:spPr>
          <a:xfrm>
            <a:off x="208317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"/>
          <p:cNvSpPr txBox="1"/>
          <p:nvPr>
            <p:ph idx="1" type="subTitle"/>
          </p:nvPr>
        </p:nvSpPr>
        <p:spPr>
          <a:xfrm>
            <a:off x="208317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7" name="Google Shape;27;p2"/>
          <p:cNvSpPr txBox="1"/>
          <p:nvPr>
            <p:ph idx="10" type="dt"/>
          </p:nvPr>
        </p:nvSpPr>
        <p:spPr>
          <a:xfrm>
            <a:off x="-92098" y="635634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"/>
          <p:cNvSpPr txBox="1"/>
          <p:nvPr>
            <p:ph idx="11" type="ftr"/>
          </p:nvPr>
        </p:nvSpPr>
        <p:spPr>
          <a:xfrm>
            <a:off x="5237517" y="6356349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"/>
          <p:cNvSpPr txBox="1"/>
          <p:nvPr>
            <p:ph idx="12" type="sldNum"/>
          </p:nvPr>
        </p:nvSpPr>
        <p:spPr>
          <a:xfrm>
            <a:off x="935231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0" name="Google Shape;30;p2"/>
          <p:cNvCxnSpPr/>
          <p:nvPr/>
        </p:nvCxnSpPr>
        <p:spPr>
          <a:xfrm>
            <a:off x="306993" y="4052305"/>
            <a:ext cx="3650725" cy="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"/>
          <p:cNvSpPr/>
          <p:nvPr/>
        </p:nvSpPr>
        <p:spPr>
          <a:xfrm>
            <a:off x="-278718" y="-113907"/>
            <a:ext cx="9705684" cy="7170263"/>
          </a:xfrm>
          <a:custGeom>
            <a:rect b="b" l="l" r="r" t="t"/>
            <a:pathLst>
              <a:path extrusionOk="0" h="6820837" w="9233590">
                <a:moveTo>
                  <a:pt x="83929" y="12662"/>
                </a:moveTo>
                <a:cubicBezTo>
                  <a:pt x="454875" y="-15384"/>
                  <a:pt x="1737024" y="-13227"/>
                  <a:pt x="2187023" y="194955"/>
                </a:cubicBezTo>
                <a:cubicBezTo>
                  <a:pt x="2637022" y="403137"/>
                  <a:pt x="2434673" y="1038447"/>
                  <a:pt x="2783923" y="1261755"/>
                </a:cubicBezTo>
                <a:cubicBezTo>
                  <a:pt x="3133173" y="1485063"/>
                  <a:pt x="3973490" y="1054322"/>
                  <a:pt x="4282523" y="1534805"/>
                </a:cubicBezTo>
                <a:cubicBezTo>
                  <a:pt x="4591556" y="2015288"/>
                  <a:pt x="4257123" y="3561513"/>
                  <a:pt x="4638123" y="4144655"/>
                </a:cubicBezTo>
                <a:cubicBezTo>
                  <a:pt x="5019123" y="4727797"/>
                  <a:pt x="5805686" y="4610216"/>
                  <a:pt x="6568523" y="5033655"/>
                </a:cubicBezTo>
                <a:cubicBezTo>
                  <a:pt x="7331360" y="5457094"/>
                  <a:pt x="8518814" y="6621230"/>
                  <a:pt x="9215147" y="6685287"/>
                </a:cubicBezTo>
                <a:cubicBezTo>
                  <a:pt x="9724205" y="6966804"/>
                  <a:pt x="-477824" y="6705723"/>
                  <a:pt x="17476" y="6807323"/>
                </a:cubicBezTo>
              </a:path>
            </a:pathLst>
          </a:custGeom>
          <a:solidFill>
            <a:srgbClr val="0A2B3C"/>
          </a:solidFill>
          <a:ln cap="flat" cmpd="sng" w="12700">
            <a:solidFill>
              <a:srgbClr val="0A2B3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35" name="Google Shape;35;p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36" name="Google Shape;36;p3"/>
          <p:cNvSpPr txBox="1"/>
          <p:nvPr>
            <p:ph idx="10" type="dt"/>
          </p:nvPr>
        </p:nvSpPr>
        <p:spPr>
          <a:xfrm>
            <a:off x="12065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"/>
          <p:cNvSpPr txBox="1"/>
          <p:nvPr>
            <p:ph idx="11" type="ftr"/>
          </p:nvPr>
        </p:nvSpPr>
        <p:spPr>
          <a:xfrm>
            <a:off x="521335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"/>
          <p:cNvSpPr txBox="1"/>
          <p:nvPr>
            <p:ph idx="12" type="sldNum"/>
          </p:nvPr>
        </p:nvSpPr>
        <p:spPr>
          <a:xfrm>
            <a:off x="93281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-1341996" y="3657600"/>
            <a:ext cx="14551458" cy="4029984"/>
            <a:chOff x="-1350448" y="3657600"/>
            <a:chExt cx="14078468" cy="4029984"/>
          </a:xfrm>
        </p:grpSpPr>
        <p:sp>
          <p:nvSpPr>
            <p:cNvPr id="40" name="Google Shape;40;p3"/>
            <p:cNvSpPr/>
            <p:nvPr/>
          </p:nvSpPr>
          <p:spPr>
            <a:xfrm>
              <a:off x="-1350448" y="3657600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-1261548" y="3796021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-1140898" y="3962400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-1020248" y="4114800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-874426" y="4267200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-752083" y="4413713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-616584" y="4575015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-492680" y="4721528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"/>
          <p:cNvSpPr/>
          <p:nvPr/>
        </p:nvSpPr>
        <p:spPr>
          <a:xfrm>
            <a:off x="-177799" y="-109041"/>
            <a:ext cx="9175240" cy="7125395"/>
          </a:xfrm>
          <a:custGeom>
            <a:rect b="b" l="l" r="r" t="t"/>
            <a:pathLst>
              <a:path extrusionOk="0" h="7125395" w="9175240">
                <a:moveTo>
                  <a:pt x="165100" y="39191"/>
                </a:moveTo>
                <a:cubicBezTo>
                  <a:pt x="318558" y="1620"/>
                  <a:pt x="472017" y="-35951"/>
                  <a:pt x="838200" y="64591"/>
                </a:cubicBezTo>
                <a:cubicBezTo>
                  <a:pt x="1204383" y="165133"/>
                  <a:pt x="1951567" y="157724"/>
                  <a:pt x="2362200" y="642441"/>
                </a:cubicBezTo>
                <a:cubicBezTo>
                  <a:pt x="2772833" y="1127158"/>
                  <a:pt x="2586567" y="2382341"/>
                  <a:pt x="3302000" y="2972891"/>
                </a:cubicBezTo>
                <a:cubicBezTo>
                  <a:pt x="4017433" y="3563441"/>
                  <a:pt x="5977467" y="3719016"/>
                  <a:pt x="6654800" y="4185741"/>
                </a:cubicBezTo>
                <a:cubicBezTo>
                  <a:pt x="7332133" y="4652466"/>
                  <a:pt x="6946900" y="5306516"/>
                  <a:pt x="7366000" y="5773241"/>
                </a:cubicBezTo>
                <a:cubicBezTo>
                  <a:pt x="7785100" y="6239966"/>
                  <a:pt x="8897408" y="6775483"/>
                  <a:pt x="9169400" y="6986091"/>
                </a:cubicBezTo>
                <a:cubicBezTo>
                  <a:pt x="9441392" y="7196699"/>
                  <a:pt x="123296" y="7110445"/>
                  <a:pt x="0" y="7094041"/>
                </a:cubicBezTo>
              </a:path>
            </a:pathLst>
          </a:custGeom>
          <a:solidFill>
            <a:srgbClr val="0A2B3C"/>
          </a:solidFill>
          <a:ln cap="flat" cmpd="sng" w="12700">
            <a:solidFill>
              <a:srgbClr val="0A2B3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latin typeface="Play"/>
                <a:ea typeface="Play"/>
                <a:cs typeface="Play"/>
                <a:sym typeface="Play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latin typeface="Play"/>
                <a:ea typeface="Play"/>
                <a:cs typeface="Play"/>
                <a:sym typeface="Play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latin typeface="Play"/>
                <a:ea typeface="Play"/>
                <a:cs typeface="Play"/>
                <a:sym typeface="Play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4"/>
          <p:cNvSpPr txBox="1"/>
          <p:nvPr>
            <p:ph idx="10" type="dt"/>
          </p:nvPr>
        </p:nvSpPr>
        <p:spPr>
          <a:xfrm>
            <a:off x="12065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"/>
          <p:cNvSpPr txBox="1"/>
          <p:nvPr>
            <p:ph idx="11" type="ftr"/>
          </p:nvPr>
        </p:nvSpPr>
        <p:spPr>
          <a:xfrm>
            <a:off x="521335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"/>
          <p:cNvSpPr txBox="1"/>
          <p:nvPr>
            <p:ph idx="12" type="sldNum"/>
          </p:nvPr>
        </p:nvSpPr>
        <p:spPr>
          <a:xfrm>
            <a:off x="93281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55" name="Google Shape;55;p4"/>
          <p:cNvGrpSpPr/>
          <p:nvPr/>
        </p:nvGrpSpPr>
        <p:grpSpPr>
          <a:xfrm>
            <a:off x="8185150" y="-762001"/>
            <a:ext cx="4876800" cy="8997555"/>
            <a:chOff x="8185150" y="-762001"/>
            <a:chExt cx="4876800" cy="8997555"/>
          </a:xfrm>
        </p:grpSpPr>
        <p:sp>
          <p:nvSpPr>
            <p:cNvPr id="56" name="Google Shape;56;p4"/>
            <p:cNvSpPr/>
            <p:nvPr/>
          </p:nvSpPr>
          <p:spPr>
            <a:xfrm>
              <a:off x="8185150" y="-762001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57;p4"/>
            <p:cNvSpPr/>
            <p:nvPr/>
          </p:nvSpPr>
          <p:spPr>
            <a:xfrm>
              <a:off x="8337550" y="-609601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4"/>
            <p:cNvSpPr/>
            <p:nvPr/>
          </p:nvSpPr>
          <p:spPr>
            <a:xfrm>
              <a:off x="8489950" y="-457201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p4"/>
            <p:cNvSpPr/>
            <p:nvPr/>
          </p:nvSpPr>
          <p:spPr>
            <a:xfrm>
              <a:off x="8642350" y="-304801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4"/>
            <p:cNvSpPr/>
            <p:nvPr/>
          </p:nvSpPr>
          <p:spPr>
            <a:xfrm>
              <a:off x="8794750" y="-152401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4"/>
            <p:cNvSpPr/>
            <p:nvPr/>
          </p:nvSpPr>
          <p:spPr>
            <a:xfrm>
              <a:off x="8947150" y="-1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4"/>
            <p:cNvSpPr/>
            <p:nvPr/>
          </p:nvSpPr>
          <p:spPr>
            <a:xfrm>
              <a:off x="9115662" y="152399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63;p4"/>
            <p:cNvSpPr/>
            <p:nvPr/>
          </p:nvSpPr>
          <p:spPr>
            <a:xfrm>
              <a:off x="9268062" y="304799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64;p4"/>
            <p:cNvSpPr/>
            <p:nvPr/>
          </p:nvSpPr>
          <p:spPr>
            <a:xfrm>
              <a:off x="9420462" y="457199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65" name="Google Shape;65;p4"/>
          <p:cNvCxnSpPr/>
          <p:nvPr/>
        </p:nvCxnSpPr>
        <p:spPr>
          <a:xfrm>
            <a:off x="948343" y="1353555"/>
            <a:ext cx="3650725" cy="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"/>
          <p:cNvSpPr/>
          <p:nvPr/>
        </p:nvSpPr>
        <p:spPr>
          <a:xfrm>
            <a:off x="-278718" y="-113907"/>
            <a:ext cx="9705684" cy="7170263"/>
          </a:xfrm>
          <a:custGeom>
            <a:rect b="b" l="l" r="r" t="t"/>
            <a:pathLst>
              <a:path extrusionOk="0" h="6820837" w="9233590">
                <a:moveTo>
                  <a:pt x="83929" y="12662"/>
                </a:moveTo>
                <a:cubicBezTo>
                  <a:pt x="454875" y="-15384"/>
                  <a:pt x="1737024" y="-13227"/>
                  <a:pt x="2187023" y="194955"/>
                </a:cubicBezTo>
                <a:cubicBezTo>
                  <a:pt x="2637022" y="403137"/>
                  <a:pt x="2434673" y="1038447"/>
                  <a:pt x="2783923" y="1261755"/>
                </a:cubicBezTo>
                <a:cubicBezTo>
                  <a:pt x="3133173" y="1485063"/>
                  <a:pt x="3973490" y="1054322"/>
                  <a:pt x="4282523" y="1534805"/>
                </a:cubicBezTo>
                <a:cubicBezTo>
                  <a:pt x="4591556" y="2015288"/>
                  <a:pt x="4257123" y="3561513"/>
                  <a:pt x="4638123" y="4144655"/>
                </a:cubicBezTo>
                <a:cubicBezTo>
                  <a:pt x="5019123" y="4727797"/>
                  <a:pt x="5805686" y="4610216"/>
                  <a:pt x="6568523" y="5033655"/>
                </a:cubicBezTo>
                <a:cubicBezTo>
                  <a:pt x="7331360" y="5457094"/>
                  <a:pt x="8518814" y="6621230"/>
                  <a:pt x="9215147" y="6685287"/>
                </a:cubicBezTo>
                <a:cubicBezTo>
                  <a:pt x="9724205" y="6966804"/>
                  <a:pt x="-477824" y="6705723"/>
                  <a:pt x="17476" y="6807323"/>
                </a:cubicBezTo>
              </a:path>
            </a:pathLst>
          </a:custGeom>
          <a:solidFill>
            <a:srgbClr val="0A2B3C"/>
          </a:solidFill>
          <a:ln cap="flat" cmpd="sng" w="12700">
            <a:solidFill>
              <a:srgbClr val="0A2B3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8" name="Google Shape;68;p5"/>
          <p:cNvGrpSpPr/>
          <p:nvPr/>
        </p:nvGrpSpPr>
        <p:grpSpPr>
          <a:xfrm>
            <a:off x="-1341996" y="3657600"/>
            <a:ext cx="14551458" cy="4029984"/>
            <a:chOff x="-1350448" y="3657600"/>
            <a:chExt cx="14078468" cy="4029984"/>
          </a:xfrm>
        </p:grpSpPr>
        <p:sp>
          <p:nvSpPr>
            <p:cNvPr id="69" name="Google Shape;69;p5"/>
            <p:cNvSpPr/>
            <p:nvPr/>
          </p:nvSpPr>
          <p:spPr>
            <a:xfrm>
              <a:off x="-1350448" y="3657600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5"/>
            <p:cNvSpPr/>
            <p:nvPr/>
          </p:nvSpPr>
          <p:spPr>
            <a:xfrm>
              <a:off x="-1261548" y="3796021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5"/>
            <p:cNvSpPr/>
            <p:nvPr/>
          </p:nvSpPr>
          <p:spPr>
            <a:xfrm>
              <a:off x="-1140898" y="3962400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72;p5"/>
            <p:cNvSpPr/>
            <p:nvPr/>
          </p:nvSpPr>
          <p:spPr>
            <a:xfrm>
              <a:off x="-1020248" y="4114800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73;p5"/>
            <p:cNvSpPr/>
            <p:nvPr/>
          </p:nvSpPr>
          <p:spPr>
            <a:xfrm>
              <a:off x="-874426" y="4267200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74;p5"/>
            <p:cNvSpPr/>
            <p:nvPr/>
          </p:nvSpPr>
          <p:spPr>
            <a:xfrm>
              <a:off x="-752083" y="4413713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75;p5"/>
            <p:cNvSpPr/>
            <p:nvPr/>
          </p:nvSpPr>
          <p:spPr>
            <a:xfrm>
              <a:off x="-616584" y="4575015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5"/>
            <p:cNvSpPr/>
            <p:nvPr/>
          </p:nvSpPr>
          <p:spPr>
            <a:xfrm>
              <a:off x="-492680" y="4721528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7" name="Google Shape;77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"/>
          <p:cNvSpPr txBox="1"/>
          <p:nvPr>
            <p:ph idx="10" type="dt"/>
          </p:nvPr>
        </p:nvSpPr>
        <p:spPr>
          <a:xfrm>
            <a:off x="12065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"/>
          <p:cNvSpPr txBox="1"/>
          <p:nvPr>
            <p:ph idx="11" type="ftr"/>
          </p:nvPr>
        </p:nvSpPr>
        <p:spPr>
          <a:xfrm>
            <a:off x="521335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"/>
          <p:cNvSpPr txBox="1"/>
          <p:nvPr>
            <p:ph idx="12" type="sldNum"/>
          </p:nvPr>
        </p:nvSpPr>
        <p:spPr>
          <a:xfrm>
            <a:off x="93281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"/>
          <p:cNvSpPr/>
          <p:nvPr/>
        </p:nvSpPr>
        <p:spPr>
          <a:xfrm>
            <a:off x="-304800" y="488951"/>
            <a:ext cx="7928762" cy="6507786"/>
          </a:xfrm>
          <a:custGeom>
            <a:rect b="b" l="l" r="r" t="t"/>
            <a:pathLst>
              <a:path extrusionOk="0" h="6507786" w="7928762">
                <a:moveTo>
                  <a:pt x="158750" y="0"/>
                </a:moveTo>
                <a:cubicBezTo>
                  <a:pt x="861483" y="268816"/>
                  <a:pt x="1564217" y="537633"/>
                  <a:pt x="1905000" y="1003300"/>
                </a:cubicBezTo>
                <a:cubicBezTo>
                  <a:pt x="2245783" y="1468967"/>
                  <a:pt x="1994958" y="2437342"/>
                  <a:pt x="2203450" y="2794000"/>
                </a:cubicBezTo>
                <a:cubicBezTo>
                  <a:pt x="2411942" y="3150658"/>
                  <a:pt x="2684992" y="2909358"/>
                  <a:pt x="3155950" y="3143250"/>
                </a:cubicBezTo>
                <a:cubicBezTo>
                  <a:pt x="3626908" y="3377142"/>
                  <a:pt x="4639733" y="3816350"/>
                  <a:pt x="5029200" y="4197350"/>
                </a:cubicBezTo>
                <a:cubicBezTo>
                  <a:pt x="5418667" y="4578350"/>
                  <a:pt x="5012267" y="5064125"/>
                  <a:pt x="5492750" y="5429250"/>
                </a:cubicBezTo>
                <a:cubicBezTo>
                  <a:pt x="5973233" y="5794375"/>
                  <a:pt x="7477125" y="6224058"/>
                  <a:pt x="7912100" y="6388100"/>
                </a:cubicBezTo>
                <a:cubicBezTo>
                  <a:pt x="8347075" y="6552142"/>
                  <a:pt x="122237" y="6520921"/>
                  <a:pt x="0" y="6451600"/>
                </a:cubicBezTo>
              </a:path>
            </a:pathLst>
          </a:custGeom>
          <a:solidFill>
            <a:srgbClr val="0A2B3C"/>
          </a:solidFill>
          <a:ln cap="flat" cmpd="sng" w="12700">
            <a:solidFill>
              <a:srgbClr val="0A2B3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5" name="Google Shape;85;p6"/>
          <p:cNvSpPr txBox="1"/>
          <p:nvPr>
            <p:ph idx="10" type="dt"/>
          </p:nvPr>
        </p:nvSpPr>
        <p:spPr>
          <a:xfrm>
            <a:off x="12065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6"/>
          <p:cNvSpPr txBox="1"/>
          <p:nvPr>
            <p:ph idx="11" type="ftr"/>
          </p:nvPr>
        </p:nvSpPr>
        <p:spPr>
          <a:xfrm>
            <a:off x="521335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6"/>
          <p:cNvSpPr txBox="1"/>
          <p:nvPr>
            <p:ph idx="12" type="sldNum"/>
          </p:nvPr>
        </p:nvSpPr>
        <p:spPr>
          <a:xfrm>
            <a:off x="928817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" name="Google Shape;88;p6"/>
          <p:cNvSpPr/>
          <p:nvPr/>
        </p:nvSpPr>
        <p:spPr>
          <a:xfrm rot="-242220">
            <a:off x="163285" y="3891659"/>
            <a:ext cx="13240886" cy="2760238"/>
          </a:xfrm>
          <a:custGeom>
            <a:rect b="b" l="l" r="r" t="t"/>
            <a:pathLst>
              <a:path extrusionOk="0" h="3155950" w="11906250">
                <a:moveTo>
                  <a:pt x="0" y="3155950"/>
                </a:moveTo>
                <a:cubicBezTo>
                  <a:pt x="993246" y="2668058"/>
                  <a:pt x="1986492" y="2180167"/>
                  <a:pt x="2889250" y="1981200"/>
                </a:cubicBezTo>
                <a:cubicBezTo>
                  <a:pt x="3792008" y="1782233"/>
                  <a:pt x="4349750" y="2239433"/>
                  <a:pt x="5416550" y="1962150"/>
                </a:cubicBezTo>
                <a:cubicBezTo>
                  <a:pt x="6483350" y="1684867"/>
                  <a:pt x="8208433" y="644525"/>
                  <a:pt x="9290050" y="317500"/>
                </a:cubicBezTo>
                <a:cubicBezTo>
                  <a:pt x="10371667" y="-9525"/>
                  <a:pt x="11415183" y="63500"/>
                  <a:pt x="11906250" y="0"/>
                </a:cubicBezTo>
              </a:path>
            </a:pathLst>
          </a:custGeom>
          <a:noFill/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 rot="-242220">
            <a:off x="315685" y="4044059"/>
            <a:ext cx="13240886" cy="2760238"/>
          </a:xfrm>
          <a:custGeom>
            <a:rect b="b" l="l" r="r" t="t"/>
            <a:pathLst>
              <a:path extrusionOk="0" h="3155950" w="11906250">
                <a:moveTo>
                  <a:pt x="0" y="3155950"/>
                </a:moveTo>
                <a:cubicBezTo>
                  <a:pt x="993246" y="2668058"/>
                  <a:pt x="1986492" y="2180167"/>
                  <a:pt x="2889250" y="1981200"/>
                </a:cubicBezTo>
                <a:cubicBezTo>
                  <a:pt x="3792008" y="1782233"/>
                  <a:pt x="4349750" y="2239433"/>
                  <a:pt x="5416550" y="1962150"/>
                </a:cubicBezTo>
                <a:cubicBezTo>
                  <a:pt x="6483350" y="1684867"/>
                  <a:pt x="8208433" y="644525"/>
                  <a:pt x="9290050" y="317500"/>
                </a:cubicBezTo>
                <a:cubicBezTo>
                  <a:pt x="10371667" y="-9525"/>
                  <a:pt x="11415183" y="63500"/>
                  <a:pt x="11906250" y="0"/>
                </a:cubicBezTo>
              </a:path>
            </a:pathLst>
          </a:custGeom>
          <a:noFill/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 rot="-242220">
            <a:off x="468085" y="4196459"/>
            <a:ext cx="13240886" cy="2760238"/>
          </a:xfrm>
          <a:custGeom>
            <a:rect b="b" l="l" r="r" t="t"/>
            <a:pathLst>
              <a:path extrusionOk="0" h="3155950" w="11906250">
                <a:moveTo>
                  <a:pt x="0" y="3155950"/>
                </a:moveTo>
                <a:cubicBezTo>
                  <a:pt x="993246" y="2668058"/>
                  <a:pt x="1986492" y="2180167"/>
                  <a:pt x="2889250" y="1981200"/>
                </a:cubicBezTo>
                <a:cubicBezTo>
                  <a:pt x="3792008" y="1782233"/>
                  <a:pt x="4349750" y="2239433"/>
                  <a:pt x="5416550" y="1962150"/>
                </a:cubicBezTo>
                <a:cubicBezTo>
                  <a:pt x="6483350" y="1684867"/>
                  <a:pt x="8208433" y="644525"/>
                  <a:pt x="9290050" y="317500"/>
                </a:cubicBezTo>
                <a:cubicBezTo>
                  <a:pt x="10371667" y="-9525"/>
                  <a:pt x="11415183" y="63500"/>
                  <a:pt x="11906250" y="0"/>
                </a:cubicBezTo>
              </a:path>
            </a:pathLst>
          </a:custGeom>
          <a:noFill/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 rot="-242220">
            <a:off x="620485" y="4348859"/>
            <a:ext cx="13240886" cy="2760238"/>
          </a:xfrm>
          <a:custGeom>
            <a:rect b="b" l="l" r="r" t="t"/>
            <a:pathLst>
              <a:path extrusionOk="0" h="3155950" w="11906250">
                <a:moveTo>
                  <a:pt x="0" y="3155950"/>
                </a:moveTo>
                <a:cubicBezTo>
                  <a:pt x="993246" y="2668058"/>
                  <a:pt x="1986492" y="2180167"/>
                  <a:pt x="2889250" y="1981200"/>
                </a:cubicBezTo>
                <a:cubicBezTo>
                  <a:pt x="3792008" y="1782233"/>
                  <a:pt x="4349750" y="2239433"/>
                  <a:pt x="5416550" y="1962150"/>
                </a:cubicBezTo>
                <a:cubicBezTo>
                  <a:pt x="6483350" y="1684867"/>
                  <a:pt x="8208433" y="644525"/>
                  <a:pt x="9290050" y="317500"/>
                </a:cubicBezTo>
                <a:cubicBezTo>
                  <a:pt x="10371667" y="-9525"/>
                  <a:pt x="11415183" y="63500"/>
                  <a:pt x="11906250" y="0"/>
                </a:cubicBezTo>
              </a:path>
            </a:pathLst>
          </a:custGeom>
          <a:noFill/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 rot="-242220">
            <a:off x="772885" y="4501259"/>
            <a:ext cx="13240886" cy="2760238"/>
          </a:xfrm>
          <a:custGeom>
            <a:rect b="b" l="l" r="r" t="t"/>
            <a:pathLst>
              <a:path extrusionOk="0" h="3155950" w="11906250">
                <a:moveTo>
                  <a:pt x="0" y="3155950"/>
                </a:moveTo>
                <a:cubicBezTo>
                  <a:pt x="993246" y="2668058"/>
                  <a:pt x="1986492" y="2180167"/>
                  <a:pt x="2889250" y="1981200"/>
                </a:cubicBezTo>
                <a:cubicBezTo>
                  <a:pt x="3792008" y="1782233"/>
                  <a:pt x="4349750" y="2239433"/>
                  <a:pt x="5416550" y="1962150"/>
                </a:cubicBezTo>
                <a:cubicBezTo>
                  <a:pt x="6483350" y="1684867"/>
                  <a:pt x="8208433" y="644525"/>
                  <a:pt x="9290050" y="317500"/>
                </a:cubicBezTo>
                <a:cubicBezTo>
                  <a:pt x="10371667" y="-9525"/>
                  <a:pt x="11415183" y="63500"/>
                  <a:pt x="11906250" y="0"/>
                </a:cubicBezTo>
              </a:path>
            </a:pathLst>
          </a:custGeom>
          <a:noFill/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 rot="-242220">
            <a:off x="925285" y="4653659"/>
            <a:ext cx="13240886" cy="2760238"/>
          </a:xfrm>
          <a:custGeom>
            <a:rect b="b" l="l" r="r" t="t"/>
            <a:pathLst>
              <a:path extrusionOk="0" h="3155950" w="11906250">
                <a:moveTo>
                  <a:pt x="0" y="3155950"/>
                </a:moveTo>
                <a:cubicBezTo>
                  <a:pt x="993246" y="2668058"/>
                  <a:pt x="1986492" y="2180167"/>
                  <a:pt x="2889250" y="1981200"/>
                </a:cubicBezTo>
                <a:cubicBezTo>
                  <a:pt x="3792008" y="1782233"/>
                  <a:pt x="4349750" y="2239433"/>
                  <a:pt x="5416550" y="1962150"/>
                </a:cubicBezTo>
                <a:cubicBezTo>
                  <a:pt x="6483350" y="1684867"/>
                  <a:pt x="8208433" y="644525"/>
                  <a:pt x="9290050" y="317500"/>
                </a:cubicBezTo>
                <a:cubicBezTo>
                  <a:pt x="10371667" y="-9525"/>
                  <a:pt x="11415183" y="63500"/>
                  <a:pt x="11906250" y="0"/>
                </a:cubicBezTo>
              </a:path>
            </a:pathLst>
          </a:custGeom>
          <a:noFill/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 rot="-242220">
            <a:off x="1077685" y="4806059"/>
            <a:ext cx="13240886" cy="2760238"/>
          </a:xfrm>
          <a:custGeom>
            <a:rect b="b" l="l" r="r" t="t"/>
            <a:pathLst>
              <a:path extrusionOk="0" h="3155950" w="11906250">
                <a:moveTo>
                  <a:pt x="0" y="3155950"/>
                </a:moveTo>
                <a:cubicBezTo>
                  <a:pt x="993246" y="2668058"/>
                  <a:pt x="1986492" y="2180167"/>
                  <a:pt x="2889250" y="1981200"/>
                </a:cubicBezTo>
                <a:cubicBezTo>
                  <a:pt x="3792008" y="1782233"/>
                  <a:pt x="4349750" y="2239433"/>
                  <a:pt x="5416550" y="1962150"/>
                </a:cubicBezTo>
                <a:cubicBezTo>
                  <a:pt x="6483350" y="1684867"/>
                  <a:pt x="8208433" y="644525"/>
                  <a:pt x="9290050" y="317500"/>
                </a:cubicBezTo>
                <a:cubicBezTo>
                  <a:pt x="10371667" y="-9525"/>
                  <a:pt x="11415183" y="63500"/>
                  <a:pt x="11906250" y="0"/>
                </a:cubicBezTo>
              </a:path>
            </a:pathLst>
          </a:custGeom>
          <a:noFill/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6"/>
          <p:cNvCxnSpPr/>
          <p:nvPr/>
        </p:nvCxnSpPr>
        <p:spPr>
          <a:xfrm>
            <a:off x="948343" y="5063783"/>
            <a:ext cx="3650725" cy="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TT_layout_blank">
  <p:cSld name="1_TTT_layout_blank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oogle Shape;97;p7"/>
          <p:cNvGrpSpPr/>
          <p:nvPr/>
        </p:nvGrpSpPr>
        <p:grpSpPr>
          <a:xfrm>
            <a:off x="-161903" y="-167749"/>
            <a:ext cx="6786369" cy="7140871"/>
            <a:chOff x="-161903" y="-167749"/>
            <a:chExt cx="6786369" cy="7140871"/>
          </a:xfrm>
        </p:grpSpPr>
        <p:sp>
          <p:nvSpPr>
            <p:cNvPr id="98" name="Google Shape;98;p7"/>
            <p:cNvSpPr/>
            <p:nvPr/>
          </p:nvSpPr>
          <p:spPr>
            <a:xfrm>
              <a:off x="-161903" y="-167749"/>
              <a:ext cx="6736299" cy="7025749"/>
            </a:xfrm>
            <a:prstGeom prst="rtTriangle">
              <a:avLst/>
            </a:prstGeom>
            <a:solidFill>
              <a:srgbClr val="0A2B3C"/>
            </a:solidFill>
            <a:ln cap="flat" cmpd="sng" w="12700">
              <a:solidFill>
                <a:srgbClr val="0A2B3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7"/>
            <p:cNvSpPr/>
            <p:nvPr/>
          </p:nvSpPr>
          <p:spPr>
            <a:xfrm>
              <a:off x="-111833" y="-52627"/>
              <a:ext cx="6736299" cy="7025749"/>
            </a:xfrm>
            <a:custGeom>
              <a:rect b="b" l="l" r="r" t="t"/>
              <a:pathLst>
                <a:path extrusionOk="0" h="7025749" w="6736299">
                  <a:moveTo>
                    <a:pt x="0" y="0"/>
                  </a:moveTo>
                  <a:cubicBezTo>
                    <a:pt x="789958" y="66332"/>
                    <a:pt x="1579917" y="132664"/>
                    <a:pt x="2065623" y="480224"/>
                  </a:cubicBezTo>
                  <a:cubicBezTo>
                    <a:pt x="2551330" y="827784"/>
                    <a:pt x="2454846" y="1702713"/>
                    <a:pt x="2914239" y="2085358"/>
                  </a:cubicBezTo>
                  <a:cubicBezTo>
                    <a:pt x="3373632" y="2468003"/>
                    <a:pt x="4477710" y="2356170"/>
                    <a:pt x="4821980" y="2776092"/>
                  </a:cubicBezTo>
                  <a:cubicBezTo>
                    <a:pt x="5166250" y="3196014"/>
                    <a:pt x="4801148" y="4123571"/>
                    <a:pt x="4979862" y="4604892"/>
                  </a:cubicBezTo>
                  <a:cubicBezTo>
                    <a:pt x="5158576" y="5086213"/>
                    <a:pt x="5601523" y="5260541"/>
                    <a:pt x="5894262" y="5664017"/>
                  </a:cubicBezTo>
                  <a:cubicBezTo>
                    <a:pt x="6187001" y="6067493"/>
                    <a:pt x="6589381" y="6796601"/>
                    <a:pt x="6736299" y="7025749"/>
                  </a:cubicBezTo>
                </a:path>
              </a:pathLst>
            </a:custGeom>
            <a:solidFill>
              <a:srgbClr val="0A2B3C"/>
            </a:solidFill>
            <a:ln cap="flat" cmpd="sng" w="12700">
              <a:solidFill>
                <a:srgbClr val="0A2B3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p7"/>
          <p:cNvGrpSpPr/>
          <p:nvPr/>
        </p:nvGrpSpPr>
        <p:grpSpPr>
          <a:xfrm>
            <a:off x="-1552506" y="1270690"/>
            <a:ext cx="15025287" cy="5702432"/>
            <a:chOff x="-1028062" y="1775602"/>
            <a:chExt cx="14500843" cy="5255670"/>
          </a:xfrm>
        </p:grpSpPr>
        <p:sp>
          <p:nvSpPr>
            <p:cNvPr id="101" name="Google Shape;101;p7"/>
            <p:cNvSpPr/>
            <p:nvPr/>
          </p:nvSpPr>
          <p:spPr>
            <a:xfrm>
              <a:off x="-1028062" y="1775602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7"/>
            <p:cNvSpPr/>
            <p:nvPr/>
          </p:nvSpPr>
          <p:spPr>
            <a:xfrm>
              <a:off x="-875662" y="189308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7"/>
            <p:cNvSpPr/>
            <p:nvPr/>
          </p:nvSpPr>
          <p:spPr>
            <a:xfrm>
              <a:off x="-723262" y="204548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7"/>
            <p:cNvSpPr/>
            <p:nvPr/>
          </p:nvSpPr>
          <p:spPr>
            <a:xfrm>
              <a:off x="-570862" y="219788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7"/>
            <p:cNvSpPr/>
            <p:nvPr/>
          </p:nvSpPr>
          <p:spPr>
            <a:xfrm>
              <a:off x="-418462" y="235028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7"/>
            <p:cNvSpPr/>
            <p:nvPr/>
          </p:nvSpPr>
          <p:spPr>
            <a:xfrm>
              <a:off x="-266062" y="250268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7"/>
            <p:cNvSpPr/>
            <p:nvPr/>
          </p:nvSpPr>
          <p:spPr>
            <a:xfrm>
              <a:off x="-115671" y="267713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7"/>
            <p:cNvSpPr/>
            <p:nvPr/>
          </p:nvSpPr>
          <p:spPr>
            <a:xfrm>
              <a:off x="36729" y="282953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7"/>
            <p:cNvSpPr/>
            <p:nvPr/>
          </p:nvSpPr>
          <p:spPr>
            <a:xfrm>
              <a:off x="189129" y="298193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/>
          <p:nvPr/>
        </p:nvSpPr>
        <p:spPr>
          <a:xfrm>
            <a:off x="-177799" y="-109041"/>
            <a:ext cx="9175240" cy="7125395"/>
          </a:xfrm>
          <a:custGeom>
            <a:rect b="b" l="l" r="r" t="t"/>
            <a:pathLst>
              <a:path extrusionOk="0" h="7125395" w="9175240">
                <a:moveTo>
                  <a:pt x="165100" y="39191"/>
                </a:moveTo>
                <a:cubicBezTo>
                  <a:pt x="318558" y="1620"/>
                  <a:pt x="472017" y="-35951"/>
                  <a:pt x="838200" y="64591"/>
                </a:cubicBezTo>
                <a:cubicBezTo>
                  <a:pt x="1204383" y="165133"/>
                  <a:pt x="1951567" y="157724"/>
                  <a:pt x="2362200" y="642441"/>
                </a:cubicBezTo>
                <a:cubicBezTo>
                  <a:pt x="2772833" y="1127158"/>
                  <a:pt x="2586567" y="2382341"/>
                  <a:pt x="3302000" y="2972891"/>
                </a:cubicBezTo>
                <a:cubicBezTo>
                  <a:pt x="4017433" y="3563441"/>
                  <a:pt x="5977467" y="3719016"/>
                  <a:pt x="6654800" y="4185741"/>
                </a:cubicBezTo>
                <a:cubicBezTo>
                  <a:pt x="7332133" y="4652466"/>
                  <a:pt x="6946900" y="5306516"/>
                  <a:pt x="7366000" y="5773241"/>
                </a:cubicBezTo>
                <a:cubicBezTo>
                  <a:pt x="7785100" y="6239966"/>
                  <a:pt x="8897408" y="6775483"/>
                  <a:pt x="9169400" y="6986091"/>
                </a:cubicBezTo>
                <a:cubicBezTo>
                  <a:pt x="9441392" y="7196699"/>
                  <a:pt x="123296" y="7110445"/>
                  <a:pt x="0" y="7094041"/>
                </a:cubicBezTo>
              </a:path>
            </a:pathLst>
          </a:custGeom>
          <a:solidFill>
            <a:srgbClr val="0A2B3C"/>
          </a:solidFill>
          <a:ln cap="flat" cmpd="sng" w="12700">
            <a:solidFill>
              <a:srgbClr val="0A2B3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2" name="Google Shape;112;p8"/>
          <p:cNvGrpSpPr/>
          <p:nvPr/>
        </p:nvGrpSpPr>
        <p:grpSpPr>
          <a:xfrm>
            <a:off x="8185150" y="-762001"/>
            <a:ext cx="4876800" cy="8997555"/>
            <a:chOff x="8185150" y="-762001"/>
            <a:chExt cx="4876800" cy="8997555"/>
          </a:xfrm>
        </p:grpSpPr>
        <p:sp>
          <p:nvSpPr>
            <p:cNvPr id="113" name="Google Shape;113;p8"/>
            <p:cNvSpPr/>
            <p:nvPr/>
          </p:nvSpPr>
          <p:spPr>
            <a:xfrm>
              <a:off x="8185150" y="-762001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8"/>
            <p:cNvSpPr/>
            <p:nvPr/>
          </p:nvSpPr>
          <p:spPr>
            <a:xfrm>
              <a:off x="8337550" y="-609601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8"/>
            <p:cNvSpPr/>
            <p:nvPr/>
          </p:nvSpPr>
          <p:spPr>
            <a:xfrm>
              <a:off x="8489950" y="-457201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8"/>
            <p:cNvSpPr/>
            <p:nvPr/>
          </p:nvSpPr>
          <p:spPr>
            <a:xfrm>
              <a:off x="8642350" y="-304801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8"/>
            <p:cNvSpPr/>
            <p:nvPr/>
          </p:nvSpPr>
          <p:spPr>
            <a:xfrm>
              <a:off x="8794750" y="-152401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8"/>
            <p:cNvSpPr/>
            <p:nvPr/>
          </p:nvSpPr>
          <p:spPr>
            <a:xfrm>
              <a:off x="8947150" y="-1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19;p8"/>
            <p:cNvSpPr/>
            <p:nvPr/>
          </p:nvSpPr>
          <p:spPr>
            <a:xfrm>
              <a:off x="9115662" y="152399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8"/>
            <p:cNvSpPr/>
            <p:nvPr/>
          </p:nvSpPr>
          <p:spPr>
            <a:xfrm>
              <a:off x="9268062" y="304799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8"/>
            <p:cNvSpPr/>
            <p:nvPr/>
          </p:nvSpPr>
          <p:spPr>
            <a:xfrm>
              <a:off x="9420462" y="457199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2" name="Google Shape;122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p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8"/>
          <p:cNvSpPr txBox="1"/>
          <p:nvPr>
            <p:ph idx="10" type="dt"/>
          </p:nvPr>
        </p:nvSpPr>
        <p:spPr>
          <a:xfrm>
            <a:off x="12065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8"/>
          <p:cNvSpPr txBox="1"/>
          <p:nvPr>
            <p:ph idx="11" type="ftr"/>
          </p:nvPr>
        </p:nvSpPr>
        <p:spPr>
          <a:xfrm>
            <a:off x="521335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8"/>
          <p:cNvSpPr txBox="1"/>
          <p:nvPr>
            <p:ph idx="12" type="sldNum"/>
          </p:nvPr>
        </p:nvSpPr>
        <p:spPr>
          <a:xfrm>
            <a:off x="93281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28" name="Google Shape;128;p8"/>
          <p:cNvCxnSpPr/>
          <p:nvPr/>
        </p:nvCxnSpPr>
        <p:spPr>
          <a:xfrm>
            <a:off x="948343" y="1353555"/>
            <a:ext cx="3650725" cy="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"/>
          <p:cNvSpPr/>
          <p:nvPr/>
        </p:nvSpPr>
        <p:spPr>
          <a:xfrm>
            <a:off x="-177799" y="-109041"/>
            <a:ext cx="9175240" cy="7125395"/>
          </a:xfrm>
          <a:custGeom>
            <a:rect b="b" l="l" r="r" t="t"/>
            <a:pathLst>
              <a:path extrusionOk="0" h="7125395" w="9175240">
                <a:moveTo>
                  <a:pt x="165100" y="39191"/>
                </a:moveTo>
                <a:cubicBezTo>
                  <a:pt x="318558" y="1620"/>
                  <a:pt x="472017" y="-35951"/>
                  <a:pt x="838200" y="64591"/>
                </a:cubicBezTo>
                <a:cubicBezTo>
                  <a:pt x="1204383" y="165133"/>
                  <a:pt x="1951567" y="157724"/>
                  <a:pt x="2362200" y="642441"/>
                </a:cubicBezTo>
                <a:cubicBezTo>
                  <a:pt x="2772833" y="1127158"/>
                  <a:pt x="2586567" y="2382341"/>
                  <a:pt x="3302000" y="2972891"/>
                </a:cubicBezTo>
                <a:cubicBezTo>
                  <a:pt x="4017433" y="3563441"/>
                  <a:pt x="5977467" y="3719016"/>
                  <a:pt x="6654800" y="4185741"/>
                </a:cubicBezTo>
                <a:cubicBezTo>
                  <a:pt x="7332133" y="4652466"/>
                  <a:pt x="6946900" y="5306516"/>
                  <a:pt x="7366000" y="5773241"/>
                </a:cubicBezTo>
                <a:cubicBezTo>
                  <a:pt x="7785100" y="6239966"/>
                  <a:pt x="8897408" y="6775483"/>
                  <a:pt x="9169400" y="6986091"/>
                </a:cubicBezTo>
                <a:cubicBezTo>
                  <a:pt x="9441392" y="7196699"/>
                  <a:pt x="123296" y="7110445"/>
                  <a:pt x="0" y="7094041"/>
                </a:cubicBezTo>
              </a:path>
            </a:pathLst>
          </a:custGeom>
          <a:solidFill>
            <a:srgbClr val="0A2B3C"/>
          </a:solidFill>
          <a:ln cap="flat" cmpd="sng" w="12700">
            <a:solidFill>
              <a:srgbClr val="0A2B3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1" name="Google Shape;131;p9"/>
          <p:cNvGrpSpPr/>
          <p:nvPr/>
        </p:nvGrpSpPr>
        <p:grpSpPr>
          <a:xfrm>
            <a:off x="8185150" y="-762001"/>
            <a:ext cx="4876800" cy="8997555"/>
            <a:chOff x="8185150" y="-762001"/>
            <a:chExt cx="4876800" cy="8997555"/>
          </a:xfrm>
        </p:grpSpPr>
        <p:sp>
          <p:nvSpPr>
            <p:cNvPr id="132" name="Google Shape;132;p9"/>
            <p:cNvSpPr/>
            <p:nvPr/>
          </p:nvSpPr>
          <p:spPr>
            <a:xfrm>
              <a:off x="8185150" y="-762001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9"/>
            <p:cNvSpPr/>
            <p:nvPr/>
          </p:nvSpPr>
          <p:spPr>
            <a:xfrm>
              <a:off x="8337550" y="-609601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9"/>
            <p:cNvSpPr/>
            <p:nvPr/>
          </p:nvSpPr>
          <p:spPr>
            <a:xfrm>
              <a:off x="8489950" y="-457201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9"/>
            <p:cNvSpPr/>
            <p:nvPr/>
          </p:nvSpPr>
          <p:spPr>
            <a:xfrm>
              <a:off x="8642350" y="-304801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9"/>
            <p:cNvSpPr/>
            <p:nvPr/>
          </p:nvSpPr>
          <p:spPr>
            <a:xfrm>
              <a:off x="8794750" y="-152401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9"/>
            <p:cNvSpPr/>
            <p:nvPr/>
          </p:nvSpPr>
          <p:spPr>
            <a:xfrm>
              <a:off x="8947150" y="-1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9"/>
            <p:cNvSpPr/>
            <p:nvPr/>
          </p:nvSpPr>
          <p:spPr>
            <a:xfrm>
              <a:off x="9115662" y="152399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9"/>
            <p:cNvSpPr/>
            <p:nvPr/>
          </p:nvSpPr>
          <p:spPr>
            <a:xfrm>
              <a:off x="9268062" y="304799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9"/>
            <p:cNvSpPr/>
            <p:nvPr/>
          </p:nvSpPr>
          <p:spPr>
            <a:xfrm>
              <a:off x="9420462" y="457199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43" name="Google Shape;143;p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4" name="Google Shape;144;p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45" name="Google Shape;145;p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9"/>
          <p:cNvSpPr txBox="1"/>
          <p:nvPr>
            <p:ph idx="10" type="dt"/>
          </p:nvPr>
        </p:nvSpPr>
        <p:spPr>
          <a:xfrm>
            <a:off x="12065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9"/>
          <p:cNvSpPr txBox="1"/>
          <p:nvPr>
            <p:ph idx="11" type="ftr"/>
          </p:nvPr>
        </p:nvSpPr>
        <p:spPr>
          <a:xfrm>
            <a:off x="521335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9"/>
          <p:cNvSpPr txBox="1"/>
          <p:nvPr>
            <p:ph idx="12" type="sldNum"/>
          </p:nvPr>
        </p:nvSpPr>
        <p:spPr>
          <a:xfrm>
            <a:off x="93281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" name="Google Shape;150;p10"/>
          <p:cNvGrpSpPr/>
          <p:nvPr/>
        </p:nvGrpSpPr>
        <p:grpSpPr>
          <a:xfrm>
            <a:off x="-161903" y="-167749"/>
            <a:ext cx="6786369" cy="7140871"/>
            <a:chOff x="-161903" y="-167749"/>
            <a:chExt cx="6786369" cy="7140871"/>
          </a:xfrm>
        </p:grpSpPr>
        <p:sp>
          <p:nvSpPr>
            <p:cNvPr id="151" name="Google Shape;151;p10"/>
            <p:cNvSpPr/>
            <p:nvPr/>
          </p:nvSpPr>
          <p:spPr>
            <a:xfrm>
              <a:off x="-161903" y="-167749"/>
              <a:ext cx="6736299" cy="7025749"/>
            </a:xfrm>
            <a:prstGeom prst="rtTriangle">
              <a:avLst/>
            </a:prstGeom>
            <a:solidFill>
              <a:srgbClr val="0A2B3C"/>
            </a:solidFill>
            <a:ln cap="flat" cmpd="sng" w="12700">
              <a:solidFill>
                <a:srgbClr val="0A2B3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10"/>
            <p:cNvSpPr/>
            <p:nvPr/>
          </p:nvSpPr>
          <p:spPr>
            <a:xfrm>
              <a:off x="-111833" y="-52627"/>
              <a:ext cx="6736299" cy="7025749"/>
            </a:xfrm>
            <a:custGeom>
              <a:rect b="b" l="l" r="r" t="t"/>
              <a:pathLst>
                <a:path extrusionOk="0" h="7025749" w="6736299">
                  <a:moveTo>
                    <a:pt x="0" y="0"/>
                  </a:moveTo>
                  <a:cubicBezTo>
                    <a:pt x="789958" y="66332"/>
                    <a:pt x="1579917" y="132664"/>
                    <a:pt x="2065623" y="480224"/>
                  </a:cubicBezTo>
                  <a:cubicBezTo>
                    <a:pt x="2551330" y="827784"/>
                    <a:pt x="2454846" y="1702713"/>
                    <a:pt x="2914239" y="2085358"/>
                  </a:cubicBezTo>
                  <a:cubicBezTo>
                    <a:pt x="3373632" y="2468003"/>
                    <a:pt x="4477710" y="2356170"/>
                    <a:pt x="4821980" y="2776092"/>
                  </a:cubicBezTo>
                  <a:cubicBezTo>
                    <a:pt x="5166250" y="3196014"/>
                    <a:pt x="4801148" y="4123571"/>
                    <a:pt x="4979862" y="4604892"/>
                  </a:cubicBezTo>
                  <a:cubicBezTo>
                    <a:pt x="5158576" y="5086213"/>
                    <a:pt x="5601523" y="5260541"/>
                    <a:pt x="5894262" y="5664017"/>
                  </a:cubicBezTo>
                  <a:cubicBezTo>
                    <a:pt x="6187001" y="6067493"/>
                    <a:pt x="6589381" y="6796601"/>
                    <a:pt x="6736299" y="7025749"/>
                  </a:cubicBezTo>
                </a:path>
              </a:pathLst>
            </a:custGeom>
            <a:solidFill>
              <a:srgbClr val="0A2B3C"/>
            </a:solidFill>
            <a:ln cap="flat" cmpd="sng" w="12700">
              <a:solidFill>
                <a:srgbClr val="0A2B3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3" name="Google Shape;153;p10"/>
          <p:cNvGrpSpPr/>
          <p:nvPr/>
        </p:nvGrpSpPr>
        <p:grpSpPr>
          <a:xfrm>
            <a:off x="-1552506" y="1328840"/>
            <a:ext cx="15025287" cy="5702432"/>
            <a:chOff x="-1028062" y="1775602"/>
            <a:chExt cx="14500843" cy="5255670"/>
          </a:xfrm>
        </p:grpSpPr>
        <p:sp>
          <p:nvSpPr>
            <p:cNvPr id="154" name="Google Shape;154;p10"/>
            <p:cNvSpPr/>
            <p:nvPr/>
          </p:nvSpPr>
          <p:spPr>
            <a:xfrm>
              <a:off x="-1028062" y="1775602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10"/>
            <p:cNvSpPr/>
            <p:nvPr/>
          </p:nvSpPr>
          <p:spPr>
            <a:xfrm>
              <a:off x="-875662" y="189308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10"/>
            <p:cNvSpPr/>
            <p:nvPr/>
          </p:nvSpPr>
          <p:spPr>
            <a:xfrm>
              <a:off x="-723262" y="204548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10"/>
            <p:cNvSpPr/>
            <p:nvPr/>
          </p:nvSpPr>
          <p:spPr>
            <a:xfrm>
              <a:off x="-570862" y="219788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10"/>
            <p:cNvSpPr/>
            <p:nvPr/>
          </p:nvSpPr>
          <p:spPr>
            <a:xfrm>
              <a:off x="-418462" y="235028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10"/>
            <p:cNvSpPr/>
            <p:nvPr/>
          </p:nvSpPr>
          <p:spPr>
            <a:xfrm>
              <a:off x="-266062" y="250268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10"/>
            <p:cNvSpPr/>
            <p:nvPr/>
          </p:nvSpPr>
          <p:spPr>
            <a:xfrm>
              <a:off x="-115671" y="267713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10"/>
            <p:cNvSpPr/>
            <p:nvPr/>
          </p:nvSpPr>
          <p:spPr>
            <a:xfrm>
              <a:off x="36729" y="282953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10"/>
            <p:cNvSpPr/>
            <p:nvPr/>
          </p:nvSpPr>
          <p:spPr>
            <a:xfrm>
              <a:off x="189129" y="298193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3" name="Google Shape;163;p10"/>
          <p:cNvSpPr txBox="1"/>
          <p:nvPr>
            <p:ph idx="10" type="dt"/>
          </p:nvPr>
        </p:nvSpPr>
        <p:spPr>
          <a:xfrm>
            <a:off x="12065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10"/>
          <p:cNvSpPr txBox="1"/>
          <p:nvPr>
            <p:ph idx="11" type="ftr"/>
          </p:nvPr>
        </p:nvSpPr>
        <p:spPr>
          <a:xfrm>
            <a:off x="521335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10"/>
          <p:cNvSpPr txBox="1"/>
          <p:nvPr>
            <p:ph idx="12" type="sldNum"/>
          </p:nvPr>
        </p:nvSpPr>
        <p:spPr>
          <a:xfrm>
            <a:off x="93281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"/>
          <p:cNvSpPr/>
          <p:nvPr/>
        </p:nvSpPr>
        <p:spPr>
          <a:xfrm>
            <a:off x="-278718" y="-113907"/>
            <a:ext cx="9705684" cy="7170263"/>
          </a:xfrm>
          <a:custGeom>
            <a:rect b="b" l="l" r="r" t="t"/>
            <a:pathLst>
              <a:path extrusionOk="0" h="6820837" w="9233590">
                <a:moveTo>
                  <a:pt x="83929" y="12662"/>
                </a:moveTo>
                <a:cubicBezTo>
                  <a:pt x="454875" y="-15384"/>
                  <a:pt x="1737024" y="-13227"/>
                  <a:pt x="2187023" y="194955"/>
                </a:cubicBezTo>
                <a:cubicBezTo>
                  <a:pt x="2637022" y="403137"/>
                  <a:pt x="2434673" y="1038447"/>
                  <a:pt x="2783923" y="1261755"/>
                </a:cubicBezTo>
                <a:cubicBezTo>
                  <a:pt x="3133173" y="1485063"/>
                  <a:pt x="3973490" y="1054322"/>
                  <a:pt x="4282523" y="1534805"/>
                </a:cubicBezTo>
                <a:cubicBezTo>
                  <a:pt x="4591556" y="2015288"/>
                  <a:pt x="4257123" y="3561513"/>
                  <a:pt x="4638123" y="4144655"/>
                </a:cubicBezTo>
                <a:cubicBezTo>
                  <a:pt x="5019123" y="4727797"/>
                  <a:pt x="5805686" y="4610216"/>
                  <a:pt x="6568523" y="5033655"/>
                </a:cubicBezTo>
                <a:cubicBezTo>
                  <a:pt x="7331360" y="5457094"/>
                  <a:pt x="8518814" y="6621230"/>
                  <a:pt x="9215147" y="6685287"/>
                </a:cubicBezTo>
                <a:cubicBezTo>
                  <a:pt x="9724205" y="6966804"/>
                  <a:pt x="-477824" y="6705723"/>
                  <a:pt x="17476" y="6807323"/>
                </a:cubicBezTo>
              </a:path>
            </a:pathLst>
          </a:custGeom>
          <a:solidFill>
            <a:srgbClr val="0A2B3C"/>
          </a:solidFill>
          <a:ln cap="flat" cmpd="sng" w="12700">
            <a:solidFill>
              <a:srgbClr val="0A2B3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8" name="Google Shape;168;p11"/>
          <p:cNvGrpSpPr/>
          <p:nvPr/>
        </p:nvGrpSpPr>
        <p:grpSpPr>
          <a:xfrm>
            <a:off x="-1341996" y="3657600"/>
            <a:ext cx="14551458" cy="4029984"/>
            <a:chOff x="-1350448" y="3657600"/>
            <a:chExt cx="14078468" cy="4029984"/>
          </a:xfrm>
        </p:grpSpPr>
        <p:sp>
          <p:nvSpPr>
            <p:cNvPr id="169" name="Google Shape;169;p11"/>
            <p:cNvSpPr/>
            <p:nvPr/>
          </p:nvSpPr>
          <p:spPr>
            <a:xfrm>
              <a:off x="-1350448" y="3657600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11"/>
            <p:cNvSpPr/>
            <p:nvPr/>
          </p:nvSpPr>
          <p:spPr>
            <a:xfrm>
              <a:off x="-1261548" y="3796021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11"/>
            <p:cNvSpPr/>
            <p:nvPr/>
          </p:nvSpPr>
          <p:spPr>
            <a:xfrm>
              <a:off x="-1140898" y="3962400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11"/>
            <p:cNvSpPr/>
            <p:nvPr/>
          </p:nvSpPr>
          <p:spPr>
            <a:xfrm>
              <a:off x="-1020248" y="4114800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11"/>
            <p:cNvSpPr/>
            <p:nvPr/>
          </p:nvSpPr>
          <p:spPr>
            <a:xfrm>
              <a:off x="-874426" y="4267200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11"/>
            <p:cNvSpPr/>
            <p:nvPr/>
          </p:nvSpPr>
          <p:spPr>
            <a:xfrm>
              <a:off x="-752083" y="4413713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11"/>
            <p:cNvSpPr/>
            <p:nvPr/>
          </p:nvSpPr>
          <p:spPr>
            <a:xfrm>
              <a:off x="-616584" y="4575015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11"/>
            <p:cNvSpPr/>
            <p:nvPr/>
          </p:nvSpPr>
          <p:spPr>
            <a:xfrm>
              <a:off x="-492680" y="4721528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" name="Google Shape;177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80" name="Google Shape;180;p11"/>
          <p:cNvSpPr txBox="1"/>
          <p:nvPr>
            <p:ph idx="10" type="dt"/>
          </p:nvPr>
        </p:nvSpPr>
        <p:spPr>
          <a:xfrm>
            <a:off x="12065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11"/>
          <p:cNvSpPr txBox="1"/>
          <p:nvPr>
            <p:ph idx="11" type="ftr"/>
          </p:nvPr>
        </p:nvSpPr>
        <p:spPr>
          <a:xfrm>
            <a:off x="521335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11"/>
          <p:cNvSpPr txBox="1"/>
          <p:nvPr>
            <p:ph idx="12" type="sldNum"/>
          </p:nvPr>
        </p:nvSpPr>
        <p:spPr>
          <a:xfrm>
            <a:off x="93281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2"/>
          <p:cNvSpPr/>
          <p:nvPr/>
        </p:nvSpPr>
        <p:spPr>
          <a:xfrm>
            <a:off x="-278718" y="-113907"/>
            <a:ext cx="9705684" cy="7170263"/>
          </a:xfrm>
          <a:custGeom>
            <a:rect b="b" l="l" r="r" t="t"/>
            <a:pathLst>
              <a:path extrusionOk="0" h="6820837" w="9233590">
                <a:moveTo>
                  <a:pt x="83929" y="12662"/>
                </a:moveTo>
                <a:cubicBezTo>
                  <a:pt x="454875" y="-15384"/>
                  <a:pt x="1737024" y="-13227"/>
                  <a:pt x="2187023" y="194955"/>
                </a:cubicBezTo>
                <a:cubicBezTo>
                  <a:pt x="2637022" y="403137"/>
                  <a:pt x="2434673" y="1038447"/>
                  <a:pt x="2783923" y="1261755"/>
                </a:cubicBezTo>
                <a:cubicBezTo>
                  <a:pt x="3133173" y="1485063"/>
                  <a:pt x="3973490" y="1054322"/>
                  <a:pt x="4282523" y="1534805"/>
                </a:cubicBezTo>
                <a:cubicBezTo>
                  <a:pt x="4591556" y="2015288"/>
                  <a:pt x="4257123" y="3561513"/>
                  <a:pt x="4638123" y="4144655"/>
                </a:cubicBezTo>
                <a:cubicBezTo>
                  <a:pt x="5019123" y="4727797"/>
                  <a:pt x="5805686" y="4610216"/>
                  <a:pt x="6568523" y="5033655"/>
                </a:cubicBezTo>
                <a:cubicBezTo>
                  <a:pt x="7331360" y="5457094"/>
                  <a:pt x="8518814" y="6621230"/>
                  <a:pt x="9215147" y="6685287"/>
                </a:cubicBezTo>
                <a:cubicBezTo>
                  <a:pt x="9724205" y="6966804"/>
                  <a:pt x="-477824" y="6705723"/>
                  <a:pt x="17476" y="6807323"/>
                </a:cubicBezTo>
              </a:path>
            </a:pathLst>
          </a:custGeom>
          <a:solidFill>
            <a:srgbClr val="0A2B3C"/>
          </a:solidFill>
          <a:ln cap="flat" cmpd="sng" w="12700">
            <a:solidFill>
              <a:srgbClr val="0A2B3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5" name="Google Shape;185;p12"/>
          <p:cNvGrpSpPr/>
          <p:nvPr/>
        </p:nvGrpSpPr>
        <p:grpSpPr>
          <a:xfrm>
            <a:off x="-1341996" y="3657600"/>
            <a:ext cx="14551458" cy="4029984"/>
            <a:chOff x="-1350448" y="3657600"/>
            <a:chExt cx="14078468" cy="4029984"/>
          </a:xfrm>
        </p:grpSpPr>
        <p:sp>
          <p:nvSpPr>
            <p:cNvPr id="186" name="Google Shape;186;p12"/>
            <p:cNvSpPr/>
            <p:nvPr/>
          </p:nvSpPr>
          <p:spPr>
            <a:xfrm>
              <a:off x="-1350448" y="3657600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12"/>
            <p:cNvSpPr/>
            <p:nvPr/>
          </p:nvSpPr>
          <p:spPr>
            <a:xfrm>
              <a:off x="-1261548" y="3796021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12"/>
            <p:cNvSpPr/>
            <p:nvPr/>
          </p:nvSpPr>
          <p:spPr>
            <a:xfrm>
              <a:off x="-1140898" y="3962400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12"/>
            <p:cNvSpPr/>
            <p:nvPr/>
          </p:nvSpPr>
          <p:spPr>
            <a:xfrm>
              <a:off x="-1020248" y="4114800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12"/>
            <p:cNvSpPr/>
            <p:nvPr/>
          </p:nvSpPr>
          <p:spPr>
            <a:xfrm>
              <a:off x="-874426" y="4267200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12"/>
            <p:cNvSpPr/>
            <p:nvPr/>
          </p:nvSpPr>
          <p:spPr>
            <a:xfrm>
              <a:off x="-752083" y="4413713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12"/>
            <p:cNvSpPr/>
            <p:nvPr/>
          </p:nvSpPr>
          <p:spPr>
            <a:xfrm>
              <a:off x="-616584" y="4575015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12"/>
            <p:cNvSpPr/>
            <p:nvPr/>
          </p:nvSpPr>
          <p:spPr>
            <a:xfrm>
              <a:off x="-492680" y="4721528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4" name="Google Shape;19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6" name="Google Shape;196;p12"/>
          <p:cNvSpPr txBox="1"/>
          <p:nvPr>
            <p:ph idx="10" type="dt"/>
          </p:nvPr>
        </p:nvSpPr>
        <p:spPr>
          <a:xfrm>
            <a:off x="12065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12"/>
          <p:cNvSpPr txBox="1"/>
          <p:nvPr>
            <p:ph idx="11" type="ftr"/>
          </p:nvPr>
        </p:nvSpPr>
        <p:spPr>
          <a:xfrm>
            <a:off x="521335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12"/>
          <p:cNvSpPr txBox="1"/>
          <p:nvPr>
            <p:ph idx="12" type="sldNum"/>
          </p:nvPr>
        </p:nvSpPr>
        <p:spPr>
          <a:xfrm>
            <a:off x="93281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3"/>
          <p:cNvSpPr/>
          <p:nvPr/>
        </p:nvSpPr>
        <p:spPr>
          <a:xfrm>
            <a:off x="-278718" y="-113907"/>
            <a:ext cx="9705684" cy="7170263"/>
          </a:xfrm>
          <a:custGeom>
            <a:rect b="b" l="l" r="r" t="t"/>
            <a:pathLst>
              <a:path extrusionOk="0" h="6820837" w="9233590">
                <a:moveTo>
                  <a:pt x="83929" y="12662"/>
                </a:moveTo>
                <a:cubicBezTo>
                  <a:pt x="454875" y="-15384"/>
                  <a:pt x="1737024" y="-13227"/>
                  <a:pt x="2187023" y="194955"/>
                </a:cubicBezTo>
                <a:cubicBezTo>
                  <a:pt x="2637022" y="403137"/>
                  <a:pt x="2434673" y="1038447"/>
                  <a:pt x="2783923" y="1261755"/>
                </a:cubicBezTo>
                <a:cubicBezTo>
                  <a:pt x="3133173" y="1485063"/>
                  <a:pt x="3973490" y="1054322"/>
                  <a:pt x="4282523" y="1534805"/>
                </a:cubicBezTo>
                <a:cubicBezTo>
                  <a:pt x="4591556" y="2015288"/>
                  <a:pt x="4257123" y="3561513"/>
                  <a:pt x="4638123" y="4144655"/>
                </a:cubicBezTo>
                <a:cubicBezTo>
                  <a:pt x="5019123" y="4727797"/>
                  <a:pt x="5805686" y="4610216"/>
                  <a:pt x="6568523" y="5033655"/>
                </a:cubicBezTo>
                <a:cubicBezTo>
                  <a:pt x="7331360" y="5457094"/>
                  <a:pt x="8518814" y="6621230"/>
                  <a:pt x="9215147" y="6685287"/>
                </a:cubicBezTo>
                <a:cubicBezTo>
                  <a:pt x="9724205" y="6966804"/>
                  <a:pt x="-477824" y="6705723"/>
                  <a:pt x="17476" y="6807323"/>
                </a:cubicBezTo>
              </a:path>
            </a:pathLst>
          </a:custGeom>
          <a:solidFill>
            <a:srgbClr val="0A2B3C"/>
          </a:solidFill>
          <a:ln cap="flat" cmpd="sng" w="12700">
            <a:solidFill>
              <a:srgbClr val="0A2B3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1" name="Google Shape;201;p13"/>
          <p:cNvGrpSpPr/>
          <p:nvPr/>
        </p:nvGrpSpPr>
        <p:grpSpPr>
          <a:xfrm>
            <a:off x="-1341996" y="3657600"/>
            <a:ext cx="14551458" cy="4029984"/>
            <a:chOff x="-1350448" y="3657600"/>
            <a:chExt cx="14078468" cy="4029984"/>
          </a:xfrm>
        </p:grpSpPr>
        <p:sp>
          <p:nvSpPr>
            <p:cNvPr id="202" name="Google Shape;202;p13"/>
            <p:cNvSpPr/>
            <p:nvPr/>
          </p:nvSpPr>
          <p:spPr>
            <a:xfrm>
              <a:off x="-1350448" y="3657600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p13"/>
            <p:cNvSpPr/>
            <p:nvPr/>
          </p:nvSpPr>
          <p:spPr>
            <a:xfrm>
              <a:off x="-1261548" y="3796021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204;p13"/>
            <p:cNvSpPr/>
            <p:nvPr/>
          </p:nvSpPr>
          <p:spPr>
            <a:xfrm>
              <a:off x="-1140898" y="3962400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13"/>
            <p:cNvSpPr/>
            <p:nvPr/>
          </p:nvSpPr>
          <p:spPr>
            <a:xfrm>
              <a:off x="-1020248" y="4114800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13"/>
            <p:cNvSpPr/>
            <p:nvPr/>
          </p:nvSpPr>
          <p:spPr>
            <a:xfrm>
              <a:off x="-874426" y="4267200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13"/>
            <p:cNvSpPr/>
            <p:nvPr/>
          </p:nvSpPr>
          <p:spPr>
            <a:xfrm>
              <a:off x="-752083" y="4413713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13"/>
            <p:cNvSpPr/>
            <p:nvPr/>
          </p:nvSpPr>
          <p:spPr>
            <a:xfrm>
              <a:off x="-616584" y="4575015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13"/>
            <p:cNvSpPr/>
            <p:nvPr/>
          </p:nvSpPr>
          <p:spPr>
            <a:xfrm>
              <a:off x="-492680" y="4721528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0" name="Google Shape;210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2" name="Google Shape;212;p13"/>
          <p:cNvSpPr txBox="1"/>
          <p:nvPr>
            <p:ph idx="10" type="dt"/>
          </p:nvPr>
        </p:nvSpPr>
        <p:spPr>
          <a:xfrm>
            <a:off x="12065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13"/>
          <p:cNvSpPr txBox="1"/>
          <p:nvPr>
            <p:ph idx="11" type="ftr"/>
          </p:nvPr>
        </p:nvSpPr>
        <p:spPr>
          <a:xfrm>
            <a:off x="521335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13"/>
          <p:cNvSpPr txBox="1"/>
          <p:nvPr>
            <p:ph idx="12" type="sldNum"/>
          </p:nvPr>
        </p:nvSpPr>
        <p:spPr>
          <a:xfrm>
            <a:off x="93281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C28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12065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521335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93281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4"/>
          <p:cNvSpPr txBox="1"/>
          <p:nvPr>
            <p:ph type="ctrTitle"/>
          </p:nvPr>
        </p:nvSpPr>
        <p:spPr>
          <a:xfrm>
            <a:off x="208326" y="1122375"/>
            <a:ext cx="105588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lang="en-US"/>
              <a:t>Prototype #2: Pre Critical Design Review </a:t>
            </a:r>
            <a:endParaRPr/>
          </a:p>
        </p:txBody>
      </p:sp>
      <p:sp>
        <p:nvSpPr>
          <p:cNvPr id="220" name="Google Shape;220;p14"/>
          <p:cNvSpPr txBox="1"/>
          <p:nvPr>
            <p:ph idx="1" type="subTitle"/>
          </p:nvPr>
        </p:nvSpPr>
        <p:spPr>
          <a:xfrm>
            <a:off x="208317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/>
              <a:t>Team Oceanus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"/>
          <p:cNvSpPr txBox="1"/>
          <p:nvPr/>
        </p:nvSpPr>
        <p:spPr>
          <a:xfrm>
            <a:off x="720300" y="1664650"/>
            <a:ext cx="10751400" cy="2068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47625">
              <a:srgbClr val="FFFFFF">
                <a:alpha val="6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45720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>
                <a:solidFill>
                  <a:srgbClr val="FFFFFF"/>
                </a:solidFill>
              </a:rPr>
              <a:t>[Insert subteam Name here!]</a:t>
            </a:r>
            <a:endParaRPr b="0" i="0" sz="6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/>
              <a:t>Important Topic 🤯</a:t>
            </a:r>
            <a:endParaRPr/>
          </a:p>
        </p:txBody>
      </p:sp>
      <p:sp>
        <p:nvSpPr>
          <p:cNvPr id="231" name="Google Shape;231;p16"/>
          <p:cNvSpPr txBox="1"/>
          <p:nvPr>
            <p:ph idx="1" type="body"/>
          </p:nvPr>
        </p:nvSpPr>
        <p:spPr>
          <a:xfrm>
            <a:off x="838200" y="1825625"/>
            <a:ext cx="96432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US"/>
              <a:t>You’re presenting these slides in front of people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Try not to use so many words on screen!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Instead, limit yourself to as little words as possible on the slide</a:t>
            </a:r>
            <a:endParaRPr/>
          </a:p>
          <a:p>
            <a:pPr indent="-3810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Focus on speaking the most and practicing public speech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810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You can use speaker notes below to hide all your speaking words from the audience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/>
              <a:t>Displaying Content</a:t>
            </a:r>
            <a:endParaRPr/>
          </a:p>
        </p:txBody>
      </p:sp>
      <p:sp>
        <p:nvSpPr>
          <p:cNvPr id="237" name="Google Shape;237;p17"/>
          <p:cNvSpPr txBox="1"/>
          <p:nvPr>
            <p:ph idx="1" type="body"/>
          </p:nvPr>
        </p:nvSpPr>
        <p:spPr>
          <a:xfrm>
            <a:off x="838200" y="1825625"/>
            <a:ext cx="9270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US"/>
              <a:t>Show off those trade studies and how you came to your decisions!</a:t>
            </a:r>
            <a:endParaRPr/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When talking about research, talking in depth but still at a simple level can bring the audience in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 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This is good practice and a good way to get effective feedback from your peers!</a:t>
            </a:r>
            <a:endParaRPr/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It is also a good test to see if you’re at a good place or if there is still work to be done (don’t be scared)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/>
              <a:t>Images</a:t>
            </a:r>
            <a:endParaRPr/>
          </a:p>
        </p:txBody>
      </p:sp>
      <p:sp>
        <p:nvSpPr>
          <p:cNvPr id="243" name="Google Shape;243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US"/>
              <a:t>IMAGES SHOULD LOOK LIKE ONE OF THE FOLLOWING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Non transparent images should have a blue outline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Transparent ones do not require an outline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.com: Kunfund Touhou Project Plushie Stuffed Doll Hakurei Reimu Anime  Figure Xmas Gift Fumo 20cm : Toys &amp; Games" id="244" name="Google Shape;24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16733" y="3380354"/>
            <a:ext cx="2000487" cy="2954565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reisen fumo png : r/fumotouhou" id="245" name="Google Shape;24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57504" y="3691071"/>
            <a:ext cx="2000488" cy="28018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9"/>
          <p:cNvSpPr txBox="1"/>
          <p:nvPr>
            <p:ph type="title"/>
          </p:nvPr>
        </p:nvSpPr>
        <p:spPr>
          <a:xfrm>
            <a:off x="2725800" y="2091850"/>
            <a:ext cx="6740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7000"/>
              <a:t>Any Questions?</a:t>
            </a:r>
            <a:endParaRPr sz="7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TTT_Palet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